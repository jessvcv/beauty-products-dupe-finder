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Playfair Display"/>
      <p:regular r:id="rId22"/>
      <p:bold r:id="rId23"/>
      <p:italic r:id="rId24"/>
      <p:boldItalic r:id="rId25"/>
    </p:embeddedFont>
    <p:embeddedFont>
      <p:font typeface="Noto Sans"/>
      <p:regular r:id="rId26"/>
      <p:bold r:id="rId27"/>
      <p:italic r:id="rId28"/>
      <p:boldItalic r:id="rId29"/>
    </p:embeddedFont>
    <p:embeddedFont>
      <p:font typeface="Bebas Neue"/>
      <p:regular r:id="rId30"/>
    </p:embeddedFont>
    <p:embeddedFont>
      <p:font typeface="PT Sans"/>
      <p:regular r:id="rId31"/>
      <p:bold r:id="rId32"/>
      <p:italic r:id="rId33"/>
      <p:boldItalic r:id="rId34"/>
    </p:embeddedFont>
    <p:embeddedFont>
      <p:font typeface="Playfair Display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layfairDisplay-regular.fntdata"/><Relationship Id="rId21" Type="http://schemas.openxmlformats.org/officeDocument/2006/relationships/slide" Target="slides/slide17.xml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NotoSans-italic.fntdata"/><Relationship Id="rId27" Type="http://schemas.openxmlformats.org/officeDocument/2006/relationships/font" Target="fonts/No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oto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-regular.fntdata"/><Relationship Id="rId30" Type="http://schemas.openxmlformats.org/officeDocument/2006/relationships/font" Target="fonts/BebasNeue-regular.fntdata"/><Relationship Id="rId11" Type="http://schemas.openxmlformats.org/officeDocument/2006/relationships/slide" Target="slides/slide7.xml"/><Relationship Id="rId33" Type="http://schemas.openxmlformats.org/officeDocument/2006/relationships/font" Target="fonts/PTSans-italic.fntdata"/><Relationship Id="rId10" Type="http://schemas.openxmlformats.org/officeDocument/2006/relationships/slide" Target="slides/slide6.xml"/><Relationship Id="rId32" Type="http://schemas.openxmlformats.org/officeDocument/2006/relationships/font" Target="fonts/PTSans-bold.fntdata"/><Relationship Id="rId13" Type="http://schemas.openxmlformats.org/officeDocument/2006/relationships/slide" Target="slides/slide9.xml"/><Relationship Id="rId35" Type="http://schemas.openxmlformats.org/officeDocument/2006/relationships/font" Target="fonts/PlayfairDisplaySemiBold-regular.fntdata"/><Relationship Id="rId12" Type="http://schemas.openxmlformats.org/officeDocument/2006/relationships/slide" Target="slides/slide8.xml"/><Relationship Id="rId34" Type="http://schemas.openxmlformats.org/officeDocument/2006/relationships/font" Target="fonts/PTSans-boldItalic.fntdata"/><Relationship Id="rId15" Type="http://schemas.openxmlformats.org/officeDocument/2006/relationships/slide" Target="slides/slide11.xml"/><Relationship Id="rId37" Type="http://schemas.openxmlformats.org/officeDocument/2006/relationships/font" Target="fonts/PlayfairDisplaySemiBold-italic.fntdata"/><Relationship Id="rId14" Type="http://schemas.openxmlformats.org/officeDocument/2006/relationships/slide" Target="slides/slide10.xml"/><Relationship Id="rId36" Type="http://schemas.openxmlformats.org/officeDocument/2006/relationships/font" Target="fonts/PlayfairDisplaySemiBold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PlayfairDisplaySemiBold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0c42fbaa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0c42fbaa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d68132a98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d68132a98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d68132a98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d68132a98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d68132a98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d68132a9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d68132a98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3d68132a98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dff5adbe4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3dff5adbe4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d68132a98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d68132a98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8a6d08dc1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18a6d08dc1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dff5adbe4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dff5adbe4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184d99d1a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184d99d1a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d68132a98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3d68132a98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572300" y="714725"/>
            <a:ext cx="6009900" cy="31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572306" y="3850654"/>
            <a:ext cx="60099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1049014" y="293329"/>
            <a:ext cx="190401" cy="280766"/>
            <a:chOff x="5738779" y="2391033"/>
            <a:chExt cx="85397" cy="125927"/>
          </a:xfrm>
        </p:grpSpPr>
        <p:sp>
          <p:nvSpPr>
            <p:cNvPr id="12" name="Google Shape;12;p2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238334" y="797003"/>
            <a:ext cx="129521" cy="10078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682279" y="343419"/>
            <a:ext cx="129526" cy="99548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96619" y="170599"/>
            <a:ext cx="158312" cy="122720"/>
          </a:xfrm>
          <a:custGeom>
            <a:rect b="b" l="l" r="r" t="t"/>
            <a:pathLst>
              <a:path extrusionOk="0" h="945" w="1219">
                <a:moveTo>
                  <a:pt x="609" y="0"/>
                </a:moveTo>
                <a:cubicBezTo>
                  <a:pt x="1" y="0"/>
                  <a:pt x="1" y="944"/>
                  <a:pt x="609" y="944"/>
                </a:cubicBezTo>
                <a:cubicBezTo>
                  <a:pt x="1218" y="944"/>
                  <a:pt x="1218" y="0"/>
                  <a:pt x="6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38324" y="2449025"/>
            <a:ext cx="158299" cy="122725"/>
          </a:xfrm>
          <a:custGeom>
            <a:rect b="b" l="l" r="r" t="t"/>
            <a:pathLst>
              <a:path extrusionOk="0" h="945" w="1219">
                <a:moveTo>
                  <a:pt x="609" y="0"/>
                </a:moveTo>
                <a:cubicBezTo>
                  <a:pt x="1" y="0"/>
                  <a:pt x="1" y="944"/>
                  <a:pt x="609" y="944"/>
                </a:cubicBezTo>
                <a:cubicBezTo>
                  <a:pt x="1218" y="944"/>
                  <a:pt x="1218" y="0"/>
                  <a:pt x="6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96617" y="1698142"/>
            <a:ext cx="158300" cy="234250"/>
            <a:chOff x="6173278" y="4434517"/>
            <a:chExt cx="58489" cy="86557"/>
          </a:xfrm>
        </p:grpSpPr>
        <p:sp>
          <p:nvSpPr>
            <p:cNvPr id="19" name="Google Shape;19;p2"/>
            <p:cNvSpPr/>
            <p:nvPr/>
          </p:nvSpPr>
          <p:spPr>
            <a:xfrm>
              <a:off x="6173278" y="4473642"/>
              <a:ext cx="58489" cy="11850"/>
            </a:xfrm>
            <a:custGeom>
              <a:rect b="b" l="l" r="r" t="t"/>
              <a:pathLst>
                <a:path extrusionOk="0" h="388" w="1915">
                  <a:moveTo>
                    <a:pt x="836" y="1"/>
                  </a:moveTo>
                  <a:cubicBezTo>
                    <a:pt x="633" y="1"/>
                    <a:pt x="430" y="7"/>
                    <a:pt x="225" y="12"/>
                  </a:cubicBezTo>
                  <a:cubicBezTo>
                    <a:pt x="1" y="25"/>
                    <a:pt x="1" y="372"/>
                    <a:pt x="225" y="372"/>
                  </a:cubicBezTo>
                  <a:cubicBezTo>
                    <a:pt x="451" y="378"/>
                    <a:pt x="675" y="387"/>
                    <a:pt x="899" y="387"/>
                  </a:cubicBezTo>
                  <a:cubicBezTo>
                    <a:pt x="1204" y="387"/>
                    <a:pt x="1507" y="369"/>
                    <a:pt x="1815" y="298"/>
                  </a:cubicBezTo>
                  <a:cubicBezTo>
                    <a:pt x="1914" y="285"/>
                    <a:pt x="1914" y="112"/>
                    <a:pt x="1815" y="87"/>
                  </a:cubicBezTo>
                  <a:cubicBezTo>
                    <a:pt x="1486" y="18"/>
                    <a:pt x="1161" y="1"/>
                    <a:pt x="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93406" y="4434517"/>
              <a:ext cx="18997" cy="86557"/>
            </a:xfrm>
            <a:custGeom>
              <a:rect b="b" l="l" r="r" t="t"/>
              <a:pathLst>
                <a:path extrusionOk="0" h="2834" w="622">
                  <a:moveTo>
                    <a:pt x="311" y="1"/>
                  </a:moveTo>
                  <a:cubicBezTo>
                    <a:pt x="243" y="1"/>
                    <a:pt x="174" y="38"/>
                    <a:pt x="162" y="113"/>
                  </a:cubicBezTo>
                  <a:cubicBezTo>
                    <a:pt x="1" y="1007"/>
                    <a:pt x="63" y="1865"/>
                    <a:pt x="212" y="2759"/>
                  </a:cubicBezTo>
                  <a:cubicBezTo>
                    <a:pt x="218" y="2809"/>
                    <a:pt x="265" y="2834"/>
                    <a:pt x="311" y="2834"/>
                  </a:cubicBezTo>
                  <a:cubicBezTo>
                    <a:pt x="358" y="2834"/>
                    <a:pt x="404" y="2809"/>
                    <a:pt x="411" y="2759"/>
                  </a:cubicBezTo>
                  <a:cubicBezTo>
                    <a:pt x="547" y="1865"/>
                    <a:pt x="622" y="1007"/>
                    <a:pt x="460" y="113"/>
                  </a:cubicBezTo>
                  <a:cubicBezTo>
                    <a:pt x="448" y="38"/>
                    <a:pt x="379" y="1"/>
                    <a:pt x="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 rot="8999946">
            <a:off x="87129" y="3581260"/>
            <a:ext cx="777289" cy="1822251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 rot="8999932">
            <a:off x="-148909" y="4065497"/>
            <a:ext cx="567529" cy="1330516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 rot="-1799838">
            <a:off x="8422450" y="-277135"/>
            <a:ext cx="735554" cy="1724453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4738850" y="2097502"/>
            <a:ext cx="3583500" cy="20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5827700" y="1169039"/>
            <a:ext cx="1405800" cy="1081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/>
          <p:nvPr>
            <p:ph idx="3" type="pic"/>
          </p:nvPr>
        </p:nvSpPr>
        <p:spPr>
          <a:xfrm>
            <a:off x="743125" y="711150"/>
            <a:ext cx="3721200" cy="37212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28" name="Google Shape;28;p3"/>
          <p:cNvSpPr/>
          <p:nvPr/>
        </p:nvSpPr>
        <p:spPr>
          <a:xfrm flipH="1" rot="2700000">
            <a:off x="9033702" y="3325032"/>
            <a:ext cx="345456" cy="2155111"/>
          </a:xfrm>
          <a:custGeom>
            <a:rect b="b" l="l" r="r" t="t"/>
            <a:pathLst>
              <a:path extrusionOk="0" h="15508" w="2486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353611" y="2036847"/>
            <a:ext cx="105587" cy="155942"/>
            <a:chOff x="3741475" y="3250502"/>
            <a:chExt cx="58855" cy="86924"/>
          </a:xfrm>
        </p:grpSpPr>
        <p:sp>
          <p:nvSpPr>
            <p:cNvPr id="30" name="Google Shape;30;p3"/>
            <p:cNvSpPr/>
            <p:nvPr/>
          </p:nvSpPr>
          <p:spPr>
            <a:xfrm>
              <a:off x="3741475" y="3289902"/>
              <a:ext cx="58855" cy="11820"/>
            </a:xfrm>
            <a:custGeom>
              <a:rect b="b" l="l" r="r" t="t"/>
              <a:pathLst>
                <a:path extrusionOk="0" h="387" w="1927">
                  <a:moveTo>
                    <a:pt x="911" y="0"/>
                  </a:moveTo>
                  <a:cubicBezTo>
                    <a:pt x="688" y="0"/>
                    <a:pt x="463" y="10"/>
                    <a:pt x="237" y="15"/>
                  </a:cubicBezTo>
                  <a:cubicBezTo>
                    <a:pt x="1" y="15"/>
                    <a:pt x="1" y="375"/>
                    <a:pt x="237" y="375"/>
                  </a:cubicBezTo>
                  <a:cubicBezTo>
                    <a:pt x="442" y="380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6"/>
                    <a:pt x="1927" y="115"/>
                    <a:pt x="1815" y="90"/>
                  </a:cubicBezTo>
                  <a:cubicBezTo>
                    <a:pt x="1514" y="18"/>
                    <a:pt x="1214" y="0"/>
                    <a:pt x="9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3761603" y="3250502"/>
              <a:ext cx="18997" cy="86924"/>
            </a:xfrm>
            <a:custGeom>
              <a:rect b="b" l="l" r="r" t="t"/>
              <a:pathLst>
                <a:path extrusionOk="0" h="2846" w="622">
                  <a:moveTo>
                    <a:pt x="316" y="0"/>
                  </a:moveTo>
                  <a:cubicBezTo>
                    <a:pt x="249" y="0"/>
                    <a:pt x="180" y="38"/>
                    <a:pt x="162" y="112"/>
                  </a:cubicBezTo>
                  <a:cubicBezTo>
                    <a:pt x="0" y="1007"/>
                    <a:pt x="75" y="1877"/>
                    <a:pt x="212" y="2771"/>
                  </a:cubicBezTo>
                  <a:cubicBezTo>
                    <a:pt x="218" y="2821"/>
                    <a:pt x="264" y="2846"/>
                    <a:pt x="312" y="2846"/>
                  </a:cubicBezTo>
                  <a:cubicBezTo>
                    <a:pt x="361" y="2846"/>
                    <a:pt x="410" y="2821"/>
                    <a:pt x="423" y="2771"/>
                  </a:cubicBezTo>
                  <a:cubicBezTo>
                    <a:pt x="559" y="1877"/>
                    <a:pt x="622" y="1007"/>
                    <a:pt x="460" y="112"/>
                  </a:cubicBezTo>
                  <a:cubicBezTo>
                    <a:pt x="448" y="38"/>
                    <a:pt x="382" y="0"/>
                    <a:pt x="3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390961" y="3324512"/>
            <a:ext cx="127033" cy="187617"/>
            <a:chOff x="4820760" y="3853535"/>
            <a:chExt cx="58855" cy="86924"/>
          </a:xfrm>
        </p:grpSpPr>
        <p:sp>
          <p:nvSpPr>
            <p:cNvPr id="33" name="Google Shape;33;p3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3"/>
          <p:cNvSpPr/>
          <p:nvPr/>
        </p:nvSpPr>
        <p:spPr>
          <a:xfrm>
            <a:off x="490919" y="4092963"/>
            <a:ext cx="80297" cy="62299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27101" y="2986923"/>
            <a:ext cx="80363" cy="62365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 rot="4372398">
            <a:off x="8076403" y="3408750"/>
            <a:ext cx="1773266" cy="1987657"/>
          </a:xfrm>
          <a:custGeom>
            <a:rect b="b" l="l" r="r" t="t"/>
            <a:pathLst>
              <a:path extrusionOk="0" h="21435" w="19123">
                <a:moveTo>
                  <a:pt x="1193" y="0"/>
                </a:moveTo>
                <a:lnTo>
                  <a:pt x="1193" y="0"/>
                </a:lnTo>
                <a:cubicBezTo>
                  <a:pt x="833" y="186"/>
                  <a:pt x="485" y="385"/>
                  <a:pt x="137" y="547"/>
                </a:cubicBezTo>
                <a:cubicBezTo>
                  <a:pt x="1" y="2498"/>
                  <a:pt x="162" y="4411"/>
                  <a:pt x="1019" y="6076"/>
                </a:cubicBezTo>
                <a:cubicBezTo>
                  <a:pt x="1603" y="7207"/>
                  <a:pt x="2846" y="7654"/>
                  <a:pt x="3977" y="8039"/>
                </a:cubicBezTo>
                <a:cubicBezTo>
                  <a:pt x="4784" y="8313"/>
                  <a:pt x="5629" y="8549"/>
                  <a:pt x="6263" y="9145"/>
                </a:cubicBezTo>
                <a:cubicBezTo>
                  <a:pt x="6996" y="9791"/>
                  <a:pt x="7095" y="11046"/>
                  <a:pt x="7145" y="11966"/>
                </a:cubicBezTo>
                <a:cubicBezTo>
                  <a:pt x="7244" y="13742"/>
                  <a:pt x="7145" y="15519"/>
                  <a:pt x="7928" y="17184"/>
                </a:cubicBezTo>
                <a:cubicBezTo>
                  <a:pt x="8698" y="18849"/>
                  <a:pt x="10040" y="20216"/>
                  <a:pt x="11755" y="20912"/>
                </a:cubicBezTo>
                <a:cubicBezTo>
                  <a:pt x="12624" y="21260"/>
                  <a:pt x="13531" y="21421"/>
                  <a:pt x="14463" y="21433"/>
                </a:cubicBezTo>
                <a:cubicBezTo>
                  <a:pt x="14493" y="21434"/>
                  <a:pt x="14522" y="21434"/>
                  <a:pt x="14552" y="21434"/>
                </a:cubicBezTo>
                <a:cubicBezTo>
                  <a:pt x="15678" y="21434"/>
                  <a:pt x="16803" y="20981"/>
                  <a:pt x="17893" y="20775"/>
                </a:cubicBezTo>
                <a:cubicBezTo>
                  <a:pt x="18091" y="20738"/>
                  <a:pt x="18278" y="20713"/>
                  <a:pt x="18452" y="20700"/>
                </a:cubicBezTo>
                <a:cubicBezTo>
                  <a:pt x="18675" y="20116"/>
                  <a:pt x="18899" y="19532"/>
                  <a:pt x="19123" y="18936"/>
                </a:cubicBezTo>
                <a:cubicBezTo>
                  <a:pt x="19026" y="18929"/>
                  <a:pt x="18928" y="18926"/>
                  <a:pt x="18831" y="18926"/>
                </a:cubicBezTo>
                <a:cubicBezTo>
                  <a:pt x="17291" y="18926"/>
                  <a:pt x="15778" y="19707"/>
                  <a:pt x="14200" y="19707"/>
                </a:cubicBezTo>
                <a:cubicBezTo>
                  <a:pt x="14188" y="19707"/>
                  <a:pt x="14177" y="19706"/>
                  <a:pt x="14165" y="19706"/>
                </a:cubicBezTo>
                <a:cubicBezTo>
                  <a:pt x="12326" y="19706"/>
                  <a:pt x="10699" y="18563"/>
                  <a:pt x="9742" y="17047"/>
                </a:cubicBezTo>
                <a:cubicBezTo>
                  <a:pt x="8723" y="15445"/>
                  <a:pt x="8860" y="13519"/>
                  <a:pt x="8723" y="11692"/>
                </a:cubicBezTo>
                <a:cubicBezTo>
                  <a:pt x="8599" y="10027"/>
                  <a:pt x="8040" y="8710"/>
                  <a:pt x="6660" y="7704"/>
                </a:cubicBezTo>
                <a:cubicBezTo>
                  <a:pt x="5480" y="6859"/>
                  <a:pt x="3877" y="7045"/>
                  <a:pt x="2647" y="6325"/>
                </a:cubicBezTo>
                <a:cubicBezTo>
                  <a:pt x="1044" y="5393"/>
                  <a:pt x="1131" y="2460"/>
                  <a:pt x="1156" y="882"/>
                </a:cubicBezTo>
                <a:cubicBezTo>
                  <a:pt x="1168" y="584"/>
                  <a:pt x="1168" y="286"/>
                  <a:pt x="119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720000" y="1092875"/>
            <a:ext cx="7704000" cy="26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1" name="Google Shape;41;p4"/>
          <p:cNvGrpSpPr/>
          <p:nvPr/>
        </p:nvGrpSpPr>
        <p:grpSpPr>
          <a:xfrm>
            <a:off x="109061" y="4022121"/>
            <a:ext cx="109412" cy="161592"/>
            <a:chOff x="3741475" y="3250502"/>
            <a:chExt cx="58855" cy="86924"/>
          </a:xfrm>
        </p:grpSpPr>
        <p:sp>
          <p:nvSpPr>
            <p:cNvPr id="42" name="Google Shape;42;p4"/>
            <p:cNvSpPr/>
            <p:nvPr/>
          </p:nvSpPr>
          <p:spPr>
            <a:xfrm>
              <a:off x="3741475" y="3289902"/>
              <a:ext cx="58855" cy="11820"/>
            </a:xfrm>
            <a:custGeom>
              <a:rect b="b" l="l" r="r" t="t"/>
              <a:pathLst>
                <a:path extrusionOk="0" h="387" w="1927">
                  <a:moveTo>
                    <a:pt x="911" y="0"/>
                  </a:moveTo>
                  <a:cubicBezTo>
                    <a:pt x="688" y="0"/>
                    <a:pt x="463" y="10"/>
                    <a:pt x="237" y="15"/>
                  </a:cubicBezTo>
                  <a:cubicBezTo>
                    <a:pt x="1" y="15"/>
                    <a:pt x="1" y="375"/>
                    <a:pt x="237" y="375"/>
                  </a:cubicBezTo>
                  <a:cubicBezTo>
                    <a:pt x="442" y="380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6"/>
                    <a:pt x="1927" y="115"/>
                    <a:pt x="1815" y="90"/>
                  </a:cubicBezTo>
                  <a:cubicBezTo>
                    <a:pt x="1514" y="18"/>
                    <a:pt x="1214" y="0"/>
                    <a:pt x="9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3761603" y="3250502"/>
              <a:ext cx="18997" cy="86924"/>
            </a:xfrm>
            <a:custGeom>
              <a:rect b="b" l="l" r="r" t="t"/>
              <a:pathLst>
                <a:path extrusionOk="0" h="2846" w="622">
                  <a:moveTo>
                    <a:pt x="316" y="0"/>
                  </a:moveTo>
                  <a:cubicBezTo>
                    <a:pt x="249" y="0"/>
                    <a:pt x="180" y="38"/>
                    <a:pt x="162" y="112"/>
                  </a:cubicBezTo>
                  <a:cubicBezTo>
                    <a:pt x="0" y="1007"/>
                    <a:pt x="75" y="1877"/>
                    <a:pt x="212" y="2771"/>
                  </a:cubicBezTo>
                  <a:cubicBezTo>
                    <a:pt x="218" y="2821"/>
                    <a:pt x="264" y="2846"/>
                    <a:pt x="312" y="2846"/>
                  </a:cubicBezTo>
                  <a:cubicBezTo>
                    <a:pt x="361" y="2846"/>
                    <a:pt x="410" y="2821"/>
                    <a:pt x="423" y="2771"/>
                  </a:cubicBezTo>
                  <a:cubicBezTo>
                    <a:pt x="559" y="1877"/>
                    <a:pt x="622" y="1007"/>
                    <a:pt x="460" y="112"/>
                  </a:cubicBezTo>
                  <a:cubicBezTo>
                    <a:pt x="448" y="38"/>
                    <a:pt x="382" y="0"/>
                    <a:pt x="3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402788" y="4790623"/>
            <a:ext cx="109412" cy="161592"/>
            <a:chOff x="4820760" y="3853535"/>
            <a:chExt cx="58855" cy="86924"/>
          </a:xfrm>
        </p:grpSpPr>
        <p:sp>
          <p:nvSpPr>
            <p:cNvPr id="45" name="Google Shape;45;p4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/>
          <p:nvPr/>
        </p:nvSpPr>
        <p:spPr>
          <a:xfrm>
            <a:off x="218484" y="3501088"/>
            <a:ext cx="69155" cy="53655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29154" y="4678605"/>
            <a:ext cx="69212" cy="53712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4"/>
          <p:cNvGrpSpPr/>
          <p:nvPr/>
        </p:nvGrpSpPr>
        <p:grpSpPr>
          <a:xfrm>
            <a:off x="7727182" y="243254"/>
            <a:ext cx="244955" cy="361964"/>
            <a:chOff x="5446181" y="2529085"/>
            <a:chExt cx="138174" cy="204177"/>
          </a:xfrm>
        </p:grpSpPr>
        <p:sp>
          <p:nvSpPr>
            <p:cNvPr id="50" name="Google Shape;50;p4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4"/>
          <p:cNvSpPr/>
          <p:nvPr/>
        </p:nvSpPr>
        <p:spPr>
          <a:xfrm>
            <a:off x="8397450" y="205698"/>
            <a:ext cx="66656" cy="51221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 rot="-7200040">
            <a:off x="8581831" y="106487"/>
            <a:ext cx="567648" cy="249609"/>
          </a:xfrm>
          <a:custGeom>
            <a:rect b="b" l="l" r="r" t="t"/>
            <a:pathLst>
              <a:path extrusionOk="0" h="3530" w="8028">
                <a:moveTo>
                  <a:pt x="2832" y="1"/>
                </a:moveTo>
                <a:cubicBezTo>
                  <a:pt x="2446" y="1"/>
                  <a:pt x="2058" y="56"/>
                  <a:pt x="1678" y="175"/>
                </a:cubicBezTo>
                <a:cubicBezTo>
                  <a:pt x="982" y="386"/>
                  <a:pt x="423" y="784"/>
                  <a:pt x="1" y="1293"/>
                </a:cubicBezTo>
                <a:cubicBezTo>
                  <a:pt x="435" y="1666"/>
                  <a:pt x="920" y="1977"/>
                  <a:pt x="1442" y="2250"/>
                </a:cubicBezTo>
                <a:cubicBezTo>
                  <a:pt x="1591" y="2126"/>
                  <a:pt x="1740" y="2001"/>
                  <a:pt x="1902" y="1914"/>
                </a:cubicBezTo>
                <a:cubicBezTo>
                  <a:pt x="2185" y="1735"/>
                  <a:pt x="2498" y="1660"/>
                  <a:pt x="2818" y="1660"/>
                </a:cubicBezTo>
                <a:cubicBezTo>
                  <a:pt x="3607" y="1660"/>
                  <a:pt x="4442" y="2113"/>
                  <a:pt x="5008" y="2573"/>
                </a:cubicBezTo>
                <a:cubicBezTo>
                  <a:pt x="5331" y="2834"/>
                  <a:pt x="5617" y="3120"/>
                  <a:pt x="5890" y="3430"/>
                </a:cubicBezTo>
                <a:cubicBezTo>
                  <a:pt x="6598" y="3492"/>
                  <a:pt x="7307" y="3517"/>
                  <a:pt x="8027" y="3530"/>
                </a:cubicBezTo>
                <a:cubicBezTo>
                  <a:pt x="7518" y="2834"/>
                  <a:pt x="7008" y="2126"/>
                  <a:pt x="6375" y="1529"/>
                </a:cubicBezTo>
                <a:cubicBezTo>
                  <a:pt x="5426" y="628"/>
                  <a:pt x="4136" y="1"/>
                  <a:pt x="283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 rot="5400000">
            <a:off x="-213210" y="-928313"/>
            <a:ext cx="1701788" cy="2685095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245898" y="-532326"/>
            <a:ext cx="1299462" cy="2296237"/>
          </a:xfrm>
          <a:custGeom>
            <a:rect b="b" l="l" r="r" t="t"/>
            <a:pathLst>
              <a:path extrusionOk="0" h="32474" w="18378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-116966" y="230036"/>
            <a:ext cx="460447" cy="771517"/>
          </a:xfrm>
          <a:custGeom>
            <a:rect b="b" l="l" r="r" t="t"/>
            <a:pathLst>
              <a:path extrusionOk="0" h="10911" w="6512">
                <a:moveTo>
                  <a:pt x="1" y="1"/>
                </a:moveTo>
                <a:lnTo>
                  <a:pt x="1" y="1"/>
                </a:lnTo>
                <a:cubicBezTo>
                  <a:pt x="125" y="336"/>
                  <a:pt x="249" y="672"/>
                  <a:pt x="361" y="995"/>
                </a:cubicBezTo>
                <a:cubicBezTo>
                  <a:pt x="374" y="1020"/>
                  <a:pt x="386" y="1044"/>
                  <a:pt x="386" y="1057"/>
                </a:cubicBezTo>
                <a:cubicBezTo>
                  <a:pt x="1169" y="1392"/>
                  <a:pt x="1927" y="1753"/>
                  <a:pt x="2598" y="2287"/>
                </a:cubicBezTo>
                <a:cubicBezTo>
                  <a:pt x="3530" y="3045"/>
                  <a:pt x="4921" y="4437"/>
                  <a:pt x="4598" y="5778"/>
                </a:cubicBezTo>
                <a:cubicBezTo>
                  <a:pt x="4350" y="6760"/>
                  <a:pt x="2821" y="6648"/>
                  <a:pt x="2076" y="6698"/>
                </a:cubicBezTo>
                <a:cubicBezTo>
                  <a:pt x="1542" y="6723"/>
                  <a:pt x="970" y="6909"/>
                  <a:pt x="535" y="7245"/>
                </a:cubicBezTo>
                <a:cubicBezTo>
                  <a:pt x="486" y="7965"/>
                  <a:pt x="461" y="8698"/>
                  <a:pt x="535" y="9444"/>
                </a:cubicBezTo>
                <a:cubicBezTo>
                  <a:pt x="585" y="9966"/>
                  <a:pt x="672" y="10450"/>
                  <a:pt x="821" y="10910"/>
                </a:cubicBezTo>
                <a:cubicBezTo>
                  <a:pt x="933" y="10699"/>
                  <a:pt x="1032" y="10488"/>
                  <a:pt x="1107" y="10276"/>
                </a:cubicBezTo>
                <a:cubicBezTo>
                  <a:pt x="1268" y="9779"/>
                  <a:pt x="1194" y="9257"/>
                  <a:pt x="1281" y="8760"/>
                </a:cubicBezTo>
                <a:cubicBezTo>
                  <a:pt x="1417" y="7965"/>
                  <a:pt x="2759" y="8102"/>
                  <a:pt x="3343" y="8027"/>
                </a:cubicBezTo>
                <a:cubicBezTo>
                  <a:pt x="4250" y="7928"/>
                  <a:pt x="5108" y="7394"/>
                  <a:pt x="5592" y="6623"/>
                </a:cubicBezTo>
                <a:cubicBezTo>
                  <a:pt x="6512" y="5145"/>
                  <a:pt x="5145" y="3244"/>
                  <a:pt x="4151" y="2225"/>
                </a:cubicBezTo>
                <a:cubicBezTo>
                  <a:pt x="3455" y="1517"/>
                  <a:pt x="2573" y="920"/>
                  <a:pt x="1666" y="547"/>
                </a:cubicBezTo>
                <a:cubicBezTo>
                  <a:pt x="1119" y="324"/>
                  <a:pt x="560" y="162"/>
                  <a:pt x="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4815550" y="2019491"/>
            <a:ext cx="2743200" cy="13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2" type="subTitle"/>
          </p:nvPr>
        </p:nvSpPr>
        <p:spPr>
          <a:xfrm>
            <a:off x="1585250" y="2019491"/>
            <a:ext cx="2743200" cy="13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3" type="subTitle"/>
          </p:nvPr>
        </p:nvSpPr>
        <p:spPr>
          <a:xfrm>
            <a:off x="1585250" y="1583015"/>
            <a:ext cx="2743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4" type="subTitle"/>
          </p:nvPr>
        </p:nvSpPr>
        <p:spPr>
          <a:xfrm>
            <a:off x="4815550" y="1583025"/>
            <a:ext cx="2743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3" name="Google Shape;63;p5"/>
          <p:cNvGrpSpPr/>
          <p:nvPr/>
        </p:nvGrpSpPr>
        <p:grpSpPr>
          <a:xfrm rot="-1180855">
            <a:off x="8194004" y="-672620"/>
            <a:ext cx="1197812" cy="2808006"/>
            <a:chOff x="-4364077" y="4930852"/>
            <a:chExt cx="679012" cy="1591794"/>
          </a:xfrm>
        </p:grpSpPr>
        <p:sp>
          <p:nvSpPr>
            <p:cNvPr id="64" name="Google Shape;64;p5"/>
            <p:cNvSpPr/>
            <p:nvPr/>
          </p:nvSpPr>
          <p:spPr>
            <a:xfrm>
              <a:off x="-4364077" y="4930852"/>
              <a:ext cx="679012" cy="1591794"/>
            </a:xfrm>
            <a:custGeom>
              <a:rect b="b" l="l" r="r" t="t"/>
              <a:pathLst>
                <a:path extrusionOk="0" h="31983" w="13643">
                  <a:moveTo>
                    <a:pt x="9642" y="1"/>
                  </a:moveTo>
                  <a:cubicBezTo>
                    <a:pt x="8201" y="88"/>
                    <a:pt x="6784" y="398"/>
                    <a:pt x="5591" y="1131"/>
                  </a:cubicBezTo>
                  <a:cubicBezTo>
                    <a:pt x="3454" y="2461"/>
                    <a:pt x="1541" y="4362"/>
                    <a:pt x="758" y="6810"/>
                  </a:cubicBezTo>
                  <a:cubicBezTo>
                    <a:pt x="0" y="9183"/>
                    <a:pt x="944" y="11630"/>
                    <a:pt x="2485" y="13457"/>
                  </a:cubicBezTo>
                  <a:cubicBezTo>
                    <a:pt x="3256" y="14364"/>
                    <a:pt x="4324" y="15010"/>
                    <a:pt x="4672" y="16203"/>
                  </a:cubicBezTo>
                  <a:cubicBezTo>
                    <a:pt x="5082" y="17595"/>
                    <a:pt x="3802" y="18862"/>
                    <a:pt x="2995" y="19794"/>
                  </a:cubicBezTo>
                  <a:cubicBezTo>
                    <a:pt x="1727" y="21260"/>
                    <a:pt x="435" y="22987"/>
                    <a:pt x="1205" y="24987"/>
                  </a:cubicBezTo>
                  <a:cubicBezTo>
                    <a:pt x="1901" y="26789"/>
                    <a:pt x="3566" y="28119"/>
                    <a:pt x="5107" y="29175"/>
                  </a:cubicBezTo>
                  <a:cubicBezTo>
                    <a:pt x="6735" y="30281"/>
                    <a:pt x="8350" y="30852"/>
                    <a:pt x="10313" y="31014"/>
                  </a:cubicBezTo>
                  <a:cubicBezTo>
                    <a:pt x="11406" y="31101"/>
                    <a:pt x="12413" y="31188"/>
                    <a:pt x="13370" y="31796"/>
                  </a:cubicBezTo>
                  <a:cubicBezTo>
                    <a:pt x="13457" y="31846"/>
                    <a:pt x="13556" y="31921"/>
                    <a:pt x="13643" y="31983"/>
                  </a:cubicBezTo>
                  <a:cubicBezTo>
                    <a:pt x="13631" y="31399"/>
                    <a:pt x="13606" y="30802"/>
                    <a:pt x="13581" y="30218"/>
                  </a:cubicBezTo>
                  <a:cubicBezTo>
                    <a:pt x="11966" y="29361"/>
                    <a:pt x="10015" y="29771"/>
                    <a:pt x="8313" y="29200"/>
                  </a:cubicBezTo>
                  <a:cubicBezTo>
                    <a:pt x="6561" y="28616"/>
                    <a:pt x="4945" y="27398"/>
                    <a:pt x="3653" y="26093"/>
                  </a:cubicBezTo>
                  <a:cubicBezTo>
                    <a:pt x="3057" y="25484"/>
                    <a:pt x="2510" y="24764"/>
                    <a:pt x="2324" y="23907"/>
                  </a:cubicBezTo>
                  <a:cubicBezTo>
                    <a:pt x="2100" y="22838"/>
                    <a:pt x="3119" y="21695"/>
                    <a:pt x="3728" y="20949"/>
                  </a:cubicBezTo>
                  <a:cubicBezTo>
                    <a:pt x="5020" y="19409"/>
                    <a:pt x="6498" y="17806"/>
                    <a:pt x="5828" y="15631"/>
                  </a:cubicBezTo>
                  <a:cubicBezTo>
                    <a:pt x="5542" y="14675"/>
                    <a:pt x="4759" y="13942"/>
                    <a:pt x="4051" y="13295"/>
                  </a:cubicBezTo>
                  <a:cubicBezTo>
                    <a:pt x="2957" y="12289"/>
                    <a:pt x="2025" y="11133"/>
                    <a:pt x="1541" y="9717"/>
                  </a:cubicBezTo>
                  <a:cubicBezTo>
                    <a:pt x="559" y="6810"/>
                    <a:pt x="2883" y="3803"/>
                    <a:pt x="5169" y="2287"/>
                  </a:cubicBezTo>
                  <a:cubicBezTo>
                    <a:pt x="6213" y="1603"/>
                    <a:pt x="7642" y="1218"/>
                    <a:pt x="8834" y="908"/>
                  </a:cubicBezTo>
                  <a:cubicBezTo>
                    <a:pt x="9344" y="771"/>
                    <a:pt x="9878" y="721"/>
                    <a:pt x="10400" y="696"/>
                  </a:cubicBezTo>
                  <a:cubicBezTo>
                    <a:pt x="10288" y="572"/>
                    <a:pt x="10164" y="448"/>
                    <a:pt x="10027" y="324"/>
                  </a:cubicBezTo>
                  <a:cubicBezTo>
                    <a:pt x="9903" y="212"/>
                    <a:pt x="9779" y="100"/>
                    <a:pt x="9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-4080233" y="5080811"/>
              <a:ext cx="384075" cy="1206226"/>
            </a:xfrm>
            <a:custGeom>
              <a:rect b="b" l="l" r="r" t="t"/>
              <a:pathLst>
                <a:path extrusionOk="0" h="24236" w="7717">
                  <a:moveTo>
                    <a:pt x="5190" y="1"/>
                  </a:moveTo>
                  <a:cubicBezTo>
                    <a:pt x="5172" y="1"/>
                    <a:pt x="5152" y="3"/>
                    <a:pt x="5132" y="7"/>
                  </a:cubicBezTo>
                  <a:cubicBezTo>
                    <a:pt x="3715" y="280"/>
                    <a:pt x="2001" y="814"/>
                    <a:pt x="1094" y="2020"/>
                  </a:cubicBezTo>
                  <a:cubicBezTo>
                    <a:pt x="75" y="3386"/>
                    <a:pt x="0" y="4989"/>
                    <a:pt x="709" y="6518"/>
                  </a:cubicBezTo>
                  <a:cubicBezTo>
                    <a:pt x="1504" y="8220"/>
                    <a:pt x="2634" y="9636"/>
                    <a:pt x="3119" y="11488"/>
                  </a:cubicBezTo>
                  <a:cubicBezTo>
                    <a:pt x="3703" y="13761"/>
                    <a:pt x="3367" y="15849"/>
                    <a:pt x="2150" y="17837"/>
                  </a:cubicBezTo>
                  <a:cubicBezTo>
                    <a:pt x="1442" y="18980"/>
                    <a:pt x="795" y="20073"/>
                    <a:pt x="1094" y="21465"/>
                  </a:cubicBezTo>
                  <a:cubicBezTo>
                    <a:pt x="1417" y="22931"/>
                    <a:pt x="3044" y="23503"/>
                    <a:pt x="4287" y="23913"/>
                  </a:cubicBezTo>
                  <a:cubicBezTo>
                    <a:pt x="5306" y="24236"/>
                    <a:pt x="6536" y="24149"/>
                    <a:pt x="7716" y="24186"/>
                  </a:cubicBezTo>
                  <a:cubicBezTo>
                    <a:pt x="7679" y="23689"/>
                    <a:pt x="7642" y="23180"/>
                    <a:pt x="7617" y="22683"/>
                  </a:cubicBezTo>
                  <a:cubicBezTo>
                    <a:pt x="7381" y="22670"/>
                    <a:pt x="7182" y="22658"/>
                    <a:pt x="7020" y="22645"/>
                  </a:cubicBezTo>
                  <a:cubicBezTo>
                    <a:pt x="5840" y="22596"/>
                    <a:pt x="4722" y="22583"/>
                    <a:pt x="3604" y="22099"/>
                  </a:cubicBezTo>
                  <a:cubicBezTo>
                    <a:pt x="2013" y="21391"/>
                    <a:pt x="2398" y="19974"/>
                    <a:pt x="3131" y="18732"/>
                  </a:cubicBezTo>
                  <a:cubicBezTo>
                    <a:pt x="4038" y="17191"/>
                    <a:pt x="4647" y="15687"/>
                    <a:pt x="4697" y="13886"/>
                  </a:cubicBezTo>
                  <a:cubicBezTo>
                    <a:pt x="4734" y="12208"/>
                    <a:pt x="4225" y="10444"/>
                    <a:pt x="3430" y="8978"/>
                  </a:cubicBezTo>
                  <a:cubicBezTo>
                    <a:pt x="2622" y="7499"/>
                    <a:pt x="1292" y="6170"/>
                    <a:pt x="1206" y="4393"/>
                  </a:cubicBezTo>
                  <a:cubicBezTo>
                    <a:pt x="1094" y="2194"/>
                    <a:pt x="3492" y="964"/>
                    <a:pt x="5256" y="454"/>
                  </a:cubicBezTo>
                  <a:cubicBezTo>
                    <a:pt x="5534" y="373"/>
                    <a:pt x="5445" y="1"/>
                    <a:pt x="5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5"/>
          <p:cNvGrpSpPr/>
          <p:nvPr/>
        </p:nvGrpSpPr>
        <p:grpSpPr>
          <a:xfrm>
            <a:off x="7067735" y="209110"/>
            <a:ext cx="226827" cy="335176"/>
            <a:chOff x="5446181" y="2529085"/>
            <a:chExt cx="138174" cy="204177"/>
          </a:xfrm>
        </p:grpSpPr>
        <p:sp>
          <p:nvSpPr>
            <p:cNvPr id="67" name="Google Shape;67;p5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" name="Google Shape;69;p5"/>
          <p:cNvGrpSpPr/>
          <p:nvPr/>
        </p:nvGrpSpPr>
        <p:grpSpPr>
          <a:xfrm>
            <a:off x="7522865" y="105483"/>
            <a:ext cx="140187" cy="206721"/>
            <a:chOff x="5738779" y="2391033"/>
            <a:chExt cx="85397" cy="125927"/>
          </a:xfrm>
        </p:grpSpPr>
        <p:sp>
          <p:nvSpPr>
            <p:cNvPr id="70" name="Google Shape;70;p5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6704504" y="134886"/>
            <a:ext cx="95362" cy="74203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" name="Google Shape;73;p5"/>
          <p:cNvGrpSpPr/>
          <p:nvPr/>
        </p:nvGrpSpPr>
        <p:grpSpPr>
          <a:xfrm rot="10800000">
            <a:off x="2676613" y="4559516"/>
            <a:ext cx="226827" cy="335176"/>
            <a:chOff x="5446181" y="2529085"/>
            <a:chExt cx="138174" cy="204177"/>
          </a:xfrm>
        </p:grpSpPr>
        <p:sp>
          <p:nvSpPr>
            <p:cNvPr id="74" name="Google Shape;74;p5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5"/>
          <p:cNvGrpSpPr/>
          <p:nvPr/>
        </p:nvGrpSpPr>
        <p:grpSpPr>
          <a:xfrm rot="10800000">
            <a:off x="2282924" y="4914598"/>
            <a:ext cx="140187" cy="206721"/>
            <a:chOff x="5738779" y="2391033"/>
            <a:chExt cx="85397" cy="125927"/>
          </a:xfrm>
        </p:grpSpPr>
        <p:sp>
          <p:nvSpPr>
            <p:cNvPr id="77" name="Google Shape;77;p5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5"/>
          <p:cNvSpPr/>
          <p:nvPr/>
        </p:nvSpPr>
        <p:spPr>
          <a:xfrm rot="10800000">
            <a:off x="1824035" y="4705913"/>
            <a:ext cx="95362" cy="7420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 rot="10800000">
            <a:off x="1972341" y="5031109"/>
            <a:ext cx="61719" cy="47430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6"/>
          <p:cNvSpPr/>
          <p:nvPr/>
        </p:nvSpPr>
        <p:spPr>
          <a:xfrm flipH="1">
            <a:off x="-408914" y="-269301"/>
            <a:ext cx="1040040" cy="2438144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 flipH="1">
            <a:off x="-502409" y="4200"/>
            <a:ext cx="806711" cy="1891155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424010" y="3576766"/>
            <a:ext cx="1037769" cy="1974172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688807" y="3868541"/>
            <a:ext cx="386467" cy="735471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6"/>
          <p:cNvGrpSpPr/>
          <p:nvPr/>
        </p:nvGrpSpPr>
        <p:grpSpPr>
          <a:xfrm flipH="1">
            <a:off x="8641140" y="549906"/>
            <a:ext cx="296937" cy="438796"/>
            <a:chOff x="5446181" y="2529085"/>
            <a:chExt cx="138174" cy="204177"/>
          </a:xfrm>
        </p:grpSpPr>
        <p:sp>
          <p:nvSpPr>
            <p:cNvPr id="88" name="Google Shape;88;p6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6"/>
          <p:cNvGrpSpPr/>
          <p:nvPr/>
        </p:nvGrpSpPr>
        <p:grpSpPr>
          <a:xfrm flipH="1">
            <a:off x="8430777" y="100792"/>
            <a:ext cx="183518" cy="270629"/>
            <a:chOff x="5738779" y="2391033"/>
            <a:chExt cx="85397" cy="125927"/>
          </a:xfrm>
        </p:grpSpPr>
        <p:sp>
          <p:nvSpPr>
            <p:cNvPr id="91" name="Google Shape;91;p6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6"/>
          <p:cNvSpPr/>
          <p:nvPr/>
        </p:nvSpPr>
        <p:spPr>
          <a:xfrm flipH="1">
            <a:off x="8611946" y="2523176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 flipH="1">
            <a:off x="8058305" y="20506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6"/>
          <p:cNvGrpSpPr/>
          <p:nvPr/>
        </p:nvGrpSpPr>
        <p:grpSpPr>
          <a:xfrm flipH="1">
            <a:off x="798266" y="4212"/>
            <a:ext cx="235200" cy="347570"/>
            <a:chOff x="5446181" y="2529085"/>
            <a:chExt cx="138174" cy="204177"/>
          </a:xfrm>
        </p:grpSpPr>
        <p:sp>
          <p:nvSpPr>
            <p:cNvPr id="96" name="Google Shape;96;p6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" name="Google Shape;98;p6"/>
          <p:cNvGrpSpPr/>
          <p:nvPr/>
        </p:nvGrpSpPr>
        <p:grpSpPr>
          <a:xfrm flipH="1">
            <a:off x="270615" y="2718481"/>
            <a:ext cx="296937" cy="438796"/>
            <a:chOff x="5446181" y="2529085"/>
            <a:chExt cx="138174" cy="204177"/>
          </a:xfrm>
        </p:grpSpPr>
        <p:sp>
          <p:nvSpPr>
            <p:cNvPr id="99" name="Google Shape;99;p6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6"/>
          <p:cNvSpPr/>
          <p:nvPr/>
        </p:nvSpPr>
        <p:spPr>
          <a:xfrm flipH="1">
            <a:off x="8652133" y="3182476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 flipH="1">
            <a:off x="378693" y="337991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6"/>
          <p:cNvGrpSpPr/>
          <p:nvPr/>
        </p:nvGrpSpPr>
        <p:grpSpPr>
          <a:xfrm flipH="1">
            <a:off x="8922415" y="2588092"/>
            <a:ext cx="183518" cy="270629"/>
            <a:chOff x="5738779" y="2391033"/>
            <a:chExt cx="85397" cy="125927"/>
          </a:xfrm>
        </p:grpSpPr>
        <p:sp>
          <p:nvSpPr>
            <p:cNvPr id="104" name="Google Shape;104;p6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6"/>
          <p:cNvSpPr/>
          <p:nvPr/>
        </p:nvSpPr>
        <p:spPr>
          <a:xfrm flipH="1">
            <a:off x="314271" y="2258339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6"/>
          <p:cNvGrpSpPr/>
          <p:nvPr/>
        </p:nvGrpSpPr>
        <p:grpSpPr>
          <a:xfrm rot="-699281">
            <a:off x="121903" y="4133298"/>
            <a:ext cx="508801" cy="470743"/>
            <a:chOff x="9444725" y="1971600"/>
            <a:chExt cx="877000" cy="811400"/>
          </a:xfrm>
        </p:grpSpPr>
        <p:sp>
          <p:nvSpPr>
            <p:cNvPr id="108" name="Google Shape;108;p6"/>
            <p:cNvSpPr/>
            <p:nvPr/>
          </p:nvSpPr>
          <p:spPr>
            <a:xfrm>
              <a:off x="9444725" y="1971600"/>
              <a:ext cx="877000" cy="811400"/>
            </a:xfrm>
            <a:custGeom>
              <a:rect b="b" l="l" r="r" t="t"/>
              <a:pathLst>
                <a:path extrusionOk="0" h="32456" w="3508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9885175" y="2544725"/>
              <a:ext cx="144225" cy="117075"/>
            </a:xfrm>
            <a:custGeom>
              <a:rect b="b" l="l" r="r" t="t"/>
              <a:pathLst>
                <a:path extrusionOk="0" h="4683" w="5769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9731175" y="2566075"/>
              <a:ext cx="128150" cy="106425"/>
            </a:xfrm>
            <a:custGeom>
              <a:rect b="b" l="l" r="r" t="t"/>
              <a:pathLst>
                <a:path extrusionOk="0" h="4257" w="5126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9760150" y="2401650"/>
              <a:ext cx="129350" cy="62075"/>
            </a:xfrm>
            <a:custGeom>
              <a:rect b="b" l="l" r="r" t="t"/>
              <a:pathLst>
                <a:path extrusionOk="0" h="2483" w="5174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9628100" y="2462200"/>
              <a:ext cx="61550" cy="25800"/>
            </a:xfrm>
            <a:custGeom>
              <a:rect b="b" l="l" r="r" t="t"/>
              <a:pathLst>
                <a:path extrusionOk="0" h="1032" w="2462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9555600" y="2375200"/>
              <a:ext cx="39625" cy="22825"/>
            </a:xfrm>
            <a:custGeom>
              <a:rect b="b" l="l" r="r" t="t"/>
              <a:pathLst>
                <a:path extrusionOk="0" h="913" w="1585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9614400" y="2396050"/>
              <a:ext cx="25475" cy="38150"/>
            </a:xfrm>
            <a:custGeom>
              <a:rect b="b" l="l" r="r" t="t"/>
              <a:pathLst>
                <a:path extrusionOk="0" h="1526" w="1019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10159850" y="2401375"/>
              <a:ext cx="16875" cy="13675"/>
            </a:xfrm>
            <a:custGeom>
              <a:rect b="b" l="l" r="r" t="t"/>
              <a:pathLst>
                <a:path extrusionOk="0" h="547" w="675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9794650" y="2005925"/>
              <a:ext cx="105825" cy="70675"/>
            </a:xfrm>
            <a:custGeom>
              <a:rect b="b" l="l" r="r" t="t"/>
              <a:pathLst>
                <a:path extrusionOk="0" h="2827" w="4233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9889475" y="2226100"/>
              <a:ext cx="9425" cy="8375"/>
            </a:xfrm>
            <a:custGeom>
              <a:rect b="b" l="l" r="r" t="t"/>
              <a:pathLst>
                <a:path extrusionOk="0" h="335" w="377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6"/>
          <p:cNvGrpSpPr/>
          <p:nvPr/>
        </p:nvGrpSpPr>
        <p:grpSpPr>
          <a:xfrm rot="1025902">
            <a:off x="8727218" y="1531284"/>
            <a:ext cx="310388" cy="630698"/>
            <a:chOff x="7642550" y="2045675"/>
            <a:chExt cx="534925" cy="1086950"/>
          </a:xfrm>
        </p:grpSpPr>
        <p:sp>
          <p:nvSpPr>
            <p:cNvPr id="119" name="Google Shape;119;p6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713225" y="1347763"/>
            <a:ext cx="3678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7"/>
          <p:cNvSpPr txBox="1"/>
          <p:nvPr>
            <p:ph idx="1" type="subTitle"/>
          </p:nvPr>
        </p:nvSpPr>
        <p:spPr>
          <a:xfrm>
            <a:off x="713225" y="1863150"/>
            <a:ext cx="3678000" cy="17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29" name="Google Shape;129;p7"/>
          <p:cNvSpPr/>
          <p:nvPr>
            <p:ph idx="2" type="pic"/>
          </p:nvPr>
        </p:nvSpPr>
        <p:spPr>
          <a:xfrm>
            <a:off x="4956175" y="913950"/>
            <a:ext cx="3474600" cy="34746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grpSp>
        <p:nvGrpSpPr>
          <p:cNvPr id="130" name="Google Shape;130;p7"/>
          <p:cNvGrpSpPr/>
          <p:nvPr/>
        </p:nvGrpSpPr>
        <p:grpSpPr>
          <a:xfrm rot="631620">
            <a:off x="8356904" y="3790961"/>
            <a:ext cx="573946" cy="987354"/>
            <a:chOff x="10448650" y="2345625"/>
            <a:chExt cx="651300" cy="1120425"/>
          </a:xfrm>
        </p:grpSpPr>
        <p:sp>
          <p:nvSpPr>
            <p:cNvPr id="131" name="Google Shape;131;p7"/>
            <p:cNvSpPr/>
            <p:nvPr/>
          </p:nvSpPr>
          <p:spPr>
            <a:xfrm>
              <a:off x="10448650" y="2376200"/>
              <a:ext cx="651300" cy="1089850"/>
            </a:xfrm>
            <a:custGeom>
              <a:rect b="b" l="l" r="r" t="t"/>
              <a:pathLst>
                <a:path extrusionOk="0" h="43594" w="26052">
                  <a:moveTo>
                    <a:pt x="3760" y="0"/>
                  </a:moveTo>
                  <a:cubicBezTo>
                    <a:pt x="3503" y="0"/>
                    <a:pt x="3263" y="109"/>
                    <a:pt x="3042" y="331"/>
                  </a:cubicBezTo>
                  <a:cubicBezTo>
                    <a:pt x="2603" y="754"/>
                    <a:pt x="2164" y="1162"/>
                    <a:pt x="1741" y="1585"/>
                  </a:cubicBezTo>
                  <a:cubicBezTo>
                    <a:pt x="1443" y="1867"/>
                    <a:pt x="1270" y="2243"/>
                    <a:pt x="1067" y="2604"/>
                  </a:cubicBezTo>
                  <a:cubicBezTo>
                    <a:pt x="487" y="3717"/>
                    <a:pt x="471" y="4986"/>
                    <a:pt x="48" y="6146"/>
                  </a:cubicBezTo>
                  <a:cubicBezTo>
                    <a:pt x="16" y="6256"/>
                    <a:pt x="1" y="6366"/>
                    <a:pt x="16" y="6475"/>
                  </a:cubicBezTo>
                  <a:cubicBezTo>
                    <a:pt x="189" y="7353"/>
                    <a:pt x="189" y="8278"/>
                    <a:pt x="518" y="9124"/>
                  </a:cubicBezTo>
                  <a:cubicBezTo>
                    <a:pt x="753" y="9720"/>
                    <a:pt x="863" y="10347"/>
                    <a:pt x="847" y="10990"/>
                  </a:cubicBezTo>
                  <a:cubicBezTo>
                    <a:pt x="847" y="11366"/>
                    <a:pt x="926" y="11711"/>
                    <a:pt x="1035" y="12071"/>
                  </a:cubicBezTo>
                  <a:cubicBezTo>
                    <a:pt x="1364" y="13074"/>
                    <a:pt x="1772" y="14046"/>
                    <a:pt x="1835" y="15096"/>
                  </a:cubicBezTo>
                  <a:cubicBezTo>
                    <a:pt x="1913" y="16272"/>
                    <a:pt x="2352" y="17291"/>
                    <a:pt x="2916" y="18262"/>
                  </a:cubicBezTo>
                  <a:cubicBezTo>
                    <a:pt x="3230" y="18811"/>
                    <a:pt x="3386" y="19360"/>
                    <a:pt x="3339" y="19971"/>
                  </a:cubicBezTo>
                  <a:cubicBezTo>
                    <a:pt x="3324" y="20410"/>
                    <a:pt x="3324" y="20849"/>
                    <a:pt x="3418" y="21303"/>
                  </a:cubicBezTo>
                  <a:cubicBezTo>
                    <a:pt x="3669" y="22573"/>
                    <a:pt x="3684" y="23811"/>
                    <a:pt x="3151" y="25049"/>
                  </a:cubicBezTo>
                  <a:cubicBezTo>
                    <a:pt x="2712" y="26053"/>
                    <a:pt x="2650" y="27134"/>
                    <a:pt x="2744" y="28247"/>
                  </a:cubicBezTo>
                  <a:cubicBezTo>
                    <a:pt x="2853" y="29360"/>
                    <a:pt x="3010" y="30473"/>
                    <a:pt x="2822" y="31601"/>
                  </a:cubicBezTo>
                  <a:cubicBezTo>
                    <a:pt x="2571" y="33090"/>
                    <a:pt x="2603" y="34579"/>
                    <a:pt x="2900" y="36053"/>
                  </a:cubicBezTo>
                  <a:cubicBezTo>
                    <a:pt x="3042" y="36790"/>
                    <a:pt x="3167" y="37542"/>
                    <a:pt x="3496" y="38200"/>
                  </a:cubicBezTo>
                  <a:cubicBezTo>
                    <a:pt x="4013" y="39282"/>
                    <a:pt x="4813" y="40191"/>
                    <a:pt x="5832" y="40865"/>
                  </a:cubicBezTo>
                  <a:cubicBezTo>
                    <a:pt x="6145" y="41084"/>
                    <a:pt x="6474" y="41257"/>
                    <a:pt x="6866" y="41272"/>
                  </a:cubicBezTo>
                  <a:cubicBezTo>
                    <a:pt x="7368" y="41288"/>
                    <a:pt x="7854" y="41445"/>
                    <a:pt x="8230" y="41727"/>
                  </a:cubicBezTo>
                  <a:cubicBezTo>
                    <a:pt x="9013" y="42291"/>
                    <a:pt x="10001" y="42338"/>
                    <a:pt x="10816" y="42793"/>
                  </a:cubicBezTo>
                  <a:cubicBezTo>
                    <a:pt x="10894" y="42840"/>
                    <a:pt x="10985" y="42859"/>
                    <a:pt x="11077" y="42859"/>
                  </a:cubicBezTo>
                  <a:cubicBezTo>
                    <a:pt x="11169" y="42859"/>
                    <a:pt x="11263" y="42840"/>
                    <a:pt x="11349" y="42808"/>
                  </a:cubicBezTo>
                  <a:cubicBezTo>
                    <a:pt x="11709" y="42683"/>
                    <a:pt x="12070" y="42589"/>
                    <a:pt x="12415" y="42448"/>
                  </a:cubicBezTo>
                  <a:cubicBezTo>
                    <a:pt x="12808" y="42322"/>
                    <a:pt x="13200" y="42208"/>
                    <a:pt x="13604" y="42208"/>
                  </a:cubicBezTo>
                  <a:cubicBezTo>
                    <a:pt x="13652" y="42208"/>
                    <a:pt x="13699" y="42210"/>
                    <a:pt x="13747" y="42213"/>
                  </a:cubicBezTo>
                  <a:cubicBezTo>
                    <a:pt x="13968" y="42232"/>
                    <a:pt x="14189" y="42249"/>
                    <a:pt x="14408" y="42249"/>
                  </a:cubicBezTo>
                  <a:cubicBezTo>
                    <a:pt x="14887" y="42249"/>
                    <a:pt x="15354" y="42169"/>
                    <a:pt x="15785" y="41868"/>
                  </a:cubicBezTo>
                  <a:cubicBezTo>
                    <a:pt x="16412" y="41868"/>
                    <a:pt x="16804" y="41476"/>
                    <a:pt x="17258" y="41116"/>
                  </a:cubicBezTo>
                  <a:cubicBezTo>
                    <a:pt x="17713" y="40755"/>
                    <a:pt x="18152" y="40348"/>
                    <a:pt x="18826" y="40316"/>
                  </a:cubicBezTo>
                  <a:cubicBezTo>
                    <a:pt x="19123" y="40301"/>
                    <a:pt x="19359" y="40081"/>
                    <a:pt x="19484" y="39768"/>
                  </a:cubicBezTo>
                  <a:cubicBezTo>
                    <a:pt x="19578" y="39564"/>
                    <a:pt x="19672" y="39360"/>
                    <a:pt x="19797" y="39188"/>
                  </a:cubicBezTo>
                  <a:cubicBezTo>
                    <a:pt x="20268" y="38561"/>
                    <a:pt x="20299" y="37887"/>
                    <a:pt x="20189" y="37150"/>
                  </a:cubicBezTo>
                  <a:cubicBezTo>
                    <a:pt x="20064" y="36304"/>
                    <a:pt x="19970" y="35442"/>
                    <a:pt x="20330" y="34611"/>
                  </a:cubicBezTo>
                  <a:cubicBezTo>
                    <a:pt x="20362" y="34517"/>
                    <a:pt x="20393" y="34391"/>
                    <a:pt x="20377" y="34282"/>
                  </a:cubicBezTo>
                  <a:cubicBezTo>
                    <a:pt x="20236" y="33184"/>
                    <a:pt x="20534" y="32040"/>
                    <a:pt x="19986" y="30974"/>
                  </a:cubicBezTo>
                  <a:cubicBezTo>
                    <a:pt x="19829" y="30677"/>
                    <a:pt x="19735" y="30363"/>
                    <a:pt x="19500" y="30128"/>
                  </a:cubicBezTo>
                  <a:cubicBezTo>
                    <a:pt x="19312" y="29940"/>
                    <a:pt x="19155" y="29720"/>
                    <a:pt x="19014" y="29517"/>
                  </a:cubicBezTo>
                  <a:cubicBezTo>
                    <a:pt x="18841" y="29250"/>
                    <a:pt x="18653" y="29015"/>
                    <a:pt x="18371" y="28890"/>
                  </a:cubicBezTo>
                  <a:cubicBezTo>
                    <a:pt x="18026" y="28717"/>
                    <a:pt x="17791" y="28451"/>
                    <a:pt x="17540" y="28153"/>
                  </a:cubicBezTo>
                  <a:cubicBezTo>
                    <a:pt x="17133" y="27651"/>
                    <a:pt x="16584" y="27385"/>
                    <a:pt x="15910" y="27275"/>
                  </a:cubicBezTo>
                  <a:cubicBezTo>
                    <a:pt x="15429" y="27198"/>
                    <a:pt x="14960" y="27127"/>
                    <a:pt x="14489" y="27127"/>
                  </a:cubicBezTo>
                  <a:cubicBezTo>
                    <a:pt x="14192" y="27127"/>
                    <a:pt x="13893" y="27155"/>
                    <a:pt x="13590" y="27228"/>
                  </a:cubicBezTo>
                  <a:cubicBezTo>
                    <a:pt x="13445" y="27270"/>
                    <a:pt x="13293" y="27296"/>
                    <a:pt x="13143" y="27296"/>
                  </a:cubicBezTo>
                  <a:cubicBezTo>
                    <a:pt x="12954" y="27296"/>
                    <a:pt x="12769" y="27255"/>
                    <a:pt x="12603" y="27150"/>
                  </a:cubicBezTo>
                  <a:cubicBezTo>
                    <a:pt x="12441" y="27052"/>
                    <a:pt x="12292" y="27009"/>
                    <a:pt x="12152" y="27009"/>
                  </a:cubicBezTo>
                  <a:cubicBezTo>
                    <a:pt x="11912" y="27009"/>
                    <a:pt x="11698" y="27134"/>
                    <a:pt x="11490" y="27322"/>
                  </a:cubicBezTo>
                  <a:cubicBezTo>
                    <a:pt x="10957" y="27808"/>
                    <a:pt x="10393" y="28231"/>
                    <a:pt x="9766" y="28576"/>
                  </a:cubicBezTo>
                  <a:cubicBezTo>
                    <a:pt x="9546" y="28717"/>
                    <a:pt x="9358" y="28905"/>
                    <a:pt x="9170" y="29078"/>
                  </a:cubicBezTo>
                  <a:cubicBezTo>
                    <a:pt x="8653" y="29579"/>
                    <a:pt x="8198" y="30128"/>
                    <a:pt x="7650" y="30583"/>
                  </a:cubicBezTo>
                  <a:cubicBezTo>
                    <a:pt x="7117" y="31037"/>
                    <a:pt x="6929" y="31617"/>
                    <a:pt x="6866" y="32260"/>
                  </a:cubicBezTo>
                  <a:cubicBezTo>
                    <a:pt x="6803" y="32840"/>
                    <a:pt x="6850" y="33435"/>
                    <a:pt x="6929" y="34047"/>
                  </a:cubicBezTo>
                  <a:cubicBezTo>
                    <a:pt x="7023" y="34658"/>
                    <a:pt x="7211" y="35191"/>
                    <a:pt x="7603" y="35677"/>
                  </a:cubicBezTo>
                  <a:cubicBezTo>
                    <a:pt x="7854" y="36006"/>
                    <a:pt x="8089" y="36351"/>
                    <a:pt x="8245" y="36727"/>
                  </a:cubicBezTo>
                  <a:cubicBezTo>
                    <a:pt x="8590" y="37620"/>
                    <a:pt x="9311" y="38043"/>
                    <a:pt x="10142" y="38357"/>
                  </a:cubicBezTo>
                  <a:cubicBezTo>
                    <a:pt x="10562" y="38514"/>
                    <a:pt x="11006" y="38623"/>
                    <a:pt x="11439" y="38623"/>
                  </a:cubicBezTo>
                  <a:cubicBezTo>
                    <a:pt x="11782" y="38623"/>
                    <a:pt x="12119" y="38555"/>
                    <a:pt x="12430" y="38388"/>
                  </a:cubicBezTo>
                  <a:cubicBezTo>
                    <a:pt x="13622" y="37761"/>
                    <a:pt x="14876" y="37213"/>
                    <a:pt x="15706" y="36084"/>
                  </a:cubicBezTo>
                  <a:cubicBezTo>
                    <a:pt x="16271" y="35332"/>
                    <a:pt x="16757" y="34548"/>
                    <a:pt x="16616" y="33514"/>
                  </a:cubicBezTo>
                  <a:cubicBezTo>
                    <a:pt x="16537" y="32887"/>
                    <a:pt x="16192" y="32416"/>
                    <a:pt x="15895" y="31899"/>
                  </a:cubicBezTo>
                  <a:cubicBezTo>
                    <a:pt x="15550" y="31272"/>
                    <a:pt x="15001" y="31006"/>
                    <a:pt x="14327" y="30974"/>
                  </a:cubicBezTo>
                  <a:cubicBezTo>
                    <a:pt x="14275" y="30972"/>
                    <a:pt x="14222" y="30971"/>
                    <a:pt x="14170" y="30971"/>
                  </a:cubicBezTo>
                  <a:cubicBezTo>
                    <a:pt x="13846" y="30971"/>
                    <a:pt x="13524" y="31008"/>
                    <a:pt x="13214" y="31021"/>
                  </a:cubicBezTo>
                  <a:cubicBezTo>
                    <a:pt x="12462" y="31053"/>
                    <a:pt x="11835" y="31304"/>
                    <a:pt x="11459" y="32009"/>
                  </a:cubicBezTo>
                  <a:cubicBezTo>
                    <a:pt x="11380" y="32166"/>
                    <a:pt x="11239" y="32307"/>
                    <a:pt x="11114" y="32448"/>
                  </a:cubicBezTo>
                  <a:cubicBezTo>
                    <a:pt x="10095" y="33514"/>
                    <a:pt x="10346" y="33357"/>
                    <a:pt x="10753" y="34846"/>
                  </a:cubicBezTo>
                  <a:cubicBezTo>
                    <a:pt x="10785" y="34940"/>
                    <a:pt x="10847" y="35050"/>
                    <a:pt x="10910" y="35144"/>
                  </a:cubicBezTo>
                  <a:cubicBezTo>
                    <a:pt x="11082" y="35395"/>
                    <a:pt x="11318" y="35583"/>
                    <a:pt x="11615" y="35661"/>
                  </a:cubicBezTo>
                  <a:cubicBezTo>
                    <a:pt x="11679" y="35674"/>
                    <a:pt x="11742" y="35697"/>
                    <a:pt x="11797" y="35697"/>
                  </a:cubicBezTo>
                  <a:cubicBezTo>
                    <a:pt x="11810" y="35697"/>
                    <a:pt x="11823" y="35695"/>
                    <a:pt x="11835" y="35692"/>
                  </a:cubicBezTo>
                  <a:cubicBezTo>
                    <a:pt x="11992" y="35677"/>
                    <a:pt x="12148" y="35630"/>
                    <a:pt x="12180" y="35457"/>
                  </a:cubicBezTo>
                  <a:cubicBezTo>
                    <a:pt x="12195" y="35379"/>
                    <a:pt x="12148" y="35206"/>
                    <a:pt x="12086" y="35175"/>
                  </a:cubicBezTo>
                  <a:cubicBezTo>
                    <a:pt x="11662" y="34956"/>
                    <a:pt x="11302" y="34658"/>
                    <a:pt x="11333" y="34156"/>
                  </a:cubicBezTo>
                  <a:cubicBezTo>
                    <a:pt x="11380" y="33482"/>
                    <a:pt x="11459" y="32793"/>
                    <a:pt x="12086" y="32369"/>
                  </a:cubicBezTo>
                  <a:cubicBezTo>
                    <a:pt x="12430" y="32134"/>
                    <a:pt x="12760" y="31868"/>
                    <a:pt x="13136" y="31727"/>
                  </a:cubicBezTo>
                  <a:cubicBezTo>
                    <a:pt x="13450" y="31604"/>
                    <a:pt x="13786" y="31523"/>
                    <a:pt x="14114" y="31523"/>
                  </a:cubicBezTo>
                  <a:cubicBezTo>
                    <a:pt x="14457" y="31523"/>
                    <a:pt x="14791" y="31612"/>
                    <a:pt x="15079" y="31836"/>
                  </a:cubicBezTo>
                  <a:cubicBezTo>
                    <a:pt x="15738" y="32369"/>
                    <a:pt x="16145" y="33153"/>
                    <a:pt x="16004" y="34015"/>
                  </a:cubicBezTo>
                  <a:cubicBezTo>
                    <a:pt x="15816" y="35112"/>
                    <a:pt x="15221" y="36037"/>
                    <a:pt x="14264" y="36664"/>
                  </a:cubicBezTo>
                  <a:cubicBezTo>
                    <a:pt x="13825" y="36946"/>
                    <a:pt x="13371" y="37197"/>
                    <a:pt x="12916" y="37479"/>
                  </a:cubicBezTo>
                  <a:cubicBezTo>
                    <a:pt x="12373" y="37807"/>
                    <a:pt x="11807" y="37965"/>
                    <a:pt x="11263" y="37965"/>
                  </a:cubicBezTo>
                  <a:cubicBezTo>
                    <a:pt x="10269" y="37965"/>
                    <a:pt x="9344" y="37437"/>
                    <a:pt x="8747" y="36445"/>
                  </a:cubicBezTo>
                  <a:cubicBezTo>
                    <a:pt x="8637" y="36241"/>
                    <a:pt x="8559" y="36037"/>
                    <a:pt x="8418" y="35849"/>
                  </a:cubicBezTo>
                  <a:cubicBezTo>
                    <a:pt x="7760" y="35018"/>
                    <a:pt x="7556" y="34031"/>
                    <a:pt x="7430" y="33028"/>
                  </a:cubicBezTo>
                  <a:cubicBezTo>
                    <a:pt x="7321" y="32040"/>
                    <a:pt x="7587" y="31209"/>
                    <a:pt x="8418" y="30551"/>
                  </a:cubicBezTo>
                  <a:cubicBezTo>
                    <a:pt x="9311" y="29861"/>
                    <a:pt x="10236" y="29219"/>
                    <a:pt x="11035" y="28435"/>
                  </a:cubicBezTo>
                  <a:cubicBezTo>
                    <a:pt x="11204" y="28281"/>
                    <a:pt x="11397" y="28114"/>
                    <a:pt x="11637" y="28114"/>
                  </a:cubicBezTo>
                  <a:cubicBezTo>
                    <a:pt x="11666" y="28114"/>
                    <a:pt x="11695" y="28117"/>
                    <a:pt x="11725" y="28122"/>
                  </a:cubicBezTo>
                  <a:cubicBezTo>
                    <a:pt x="11793" y="28132"/>
                    <a:pt x="11860" y="28136"/>
                    <a:pt x="11926" y="28136"/>
                  </a:cubicBezTo>
                  <a:cubicBezTo>
                    <a:pt x="12274" y="28136"/>
                    <a:pt x="12603" y="28015"/>
                    <a:pt x="12932" y="27949"/>
                  </a:cubicBezTo>
                  <a:cubicBezTo>
                    <a:pt x="13227" y="27897"/>
                    <a:pt x="13521" y="27878"/>
                    <a:pt x="13815" y="27878"/>
                  </a:cubicBezTo>
                  <a:cubicBezTo>
                    <a:pt x="14491" y="27878"/>
                    <a:pt x="15165" y="27979"/>
                    <a:pt x="15832" y="28012"/>
                  </a:cubicBezTo>
                  <a:cubicBezTo>
                    <a:pt x="16365" y="28028"/>
                    <a:pt x="16851" y="28247"/>
                    <a:pt x="17195" y="28702"/>
                  </a:cubicBezTo>
                  <a:cubicBezTo>
                    <a:pt x="17321" y="28874"/>
                    <a:pt x="17525" y="29031"/>
                    <a:pt x="17713" y="29109"/>
                  </a:cubicBezTo>
                  <a:cubicBezTo>
                    <a:pt x="18590" y="29485"/>
                    <a:pt x="18982" y="30300"/>
                    <a:pt x="19280" y="31068"/>
                  </a:cubicBezTo>
                  <a:cubicBezTo>
                    <a:pt x="19719" y="32181"/>
                    <a:pt x="19923" y="33373"/>
                    <a:pt x="19578" y="34579"/>
                  </a:cubicBezTo>
                  <a:cubicBezTo>
                    <a:pt x="19453" y="35018"/>
                    <a:pt x="19468" y="35473"/>
                    <a:pt x="19515" y="35927"/>
                  </a:cubicBezTo>
                  <a:cubicBezTo>
                    <a:pt x="19562" y="36445"/>
                    <a:pt x="19578" y="36962"/>
                    <a:pt x="19578" y="37495"/>
                  </a:cubicBezTo>
                  <a:cubicBezTo>
                    <a:pt x="19578" y="38247"/>
                    <a:pt x="19343" y="38890"/>
                    <a:pt x="18575" y="39219"/>
                  </a:cubicBezTo>
                  <a:cubicBezTo>
                    <a:pt x="18355" y="39297"/>
                    <a:pt x="18183" y="39438"/>
                    <a:pt x="18089" y="39658"/>
                  </a:cubicBezTo>
                  <a:cubicBezTo>
                    <a:pt x="17807" y="40269"/>
                    <a:pt x="17242" y="40489"/>
                    <a:pt x="16678" y="40661"/>
                  </a:cubicBezTo>
                  <a:cubicBezTo>
                    <a:pt x="16208" y="40818"/>
                    <a:pt x="15753" y="41006"/>
                    <a:pt x="15377" y="41304"/>
                  </a:cubicBezTo>
                  <a:cubicBezTo>
                    <a:pt x="15073" y="41553"/>
                    <a:pt x="14745" y="41704"/>
                    <a:pt x="14381" y="41704"/>
                  </a:cubicBezTo>
                  <a:cubicBezTo>
                    <a:pt x="14332" y="41704"/>
                    <a:pt x="14283" y="41701"/>
                    <a:pt x="14233" y="41696"/>
                  </a:cubicBezTo>
                  <a:cubicBezTo>
                    <a:pt x="14124" y="41685"/>
                    <a:pt x="14017" y="41680"/>
                    <a:pt x="13912" y="41680"/>
                  </a:cubicBezTo>
                  <a:cubicBezTo>
                    <a:pt x="13258" y="41680"/>
                    <a:pt x="12664" y="41878"/>
                    <a:pt x="12070" y="42134"/>
                  </a:cubicBezTo>
                  <a:cubicBezTo>
                    <a:pt x="11840" y="42226"/>
                    <a:pt x="11614" y="42270"/>
                    <a:pt x="11384" y="42270"/>
                  </a:cubicBezTo>
                  <a:cubicBezTo>
                    <a:pt x="11144" y="42270"/>
                    <a:pt x="10900" y="42223"/>
                    <a:pt x="10644" y="42134"/>
                  </a:cubicBezTo>
                  <a:cubicBezTo>
                    <a:pt x="10048" y="41931"/>
                    <a:pt x="9437" y="41774"/>
                    <a:pt x="8872" y="41460"/>
                  </a:cubicBezTo>
                  <a:cubicBezTo>
                    <a:pt x="8339" y="41178"/>
                    <a:pt x="7775" y="40975"/>
                    <a:pt x="7180" y="40849"/>
                  </a:cubicBezTo>
                  <a:cubicBezTo>
                    <a:pt x="6850" y="40786"/>
                    <a:pt x="6537" y="40677"/>
                    <a:pt x="6255" y="40473"/>
                  </a:cubicBezTo>
                  <a:cubicBezTo>
                    <a:pt x="5408" y="39909"/>
                    <a:pt x="4672" y="39235"/>
                    <a:pt x="4186" y="38310"/>
                  </a:cubicBezTo>
                  <a:cubicBezTo>
                    <a:pt x="3935" y="37840"/>
                    <a:pt x="3747" y="37369"/>
                    <a:pt x="3622" y="36852"/>
                  </a:cubicBezTo>
                  <a:cubicBezTo>
                    <a:pt x="3402" y="35896"/>
                    <a:pt x="3214" y="34956"/>
                    <a:pt x="3167" y="33984"/>
                  </a:cubicBezTo>
                  <a:cubicBezTo>
                    <a:pt x="3104" y="32699"/>
                    <a:pt x="3637" y="31554"/>
                    <a:pt x="4217" y="30473"/>
                  </a:cubicBezTo>
                  <a:cubicBezTo>
                    <a:pt x="4719" y="29532"/>
                    <a:pt x="5393" y="28764"/>
                    <a:pt x="6302" y="28153"/>
                  </a:cubicBezTo>
                  <a:cubicBezTo>
                    <a:pt x="6913" y="27730"/>
                    <a:pt x="7540" y="27338"/>
                    <a:pt x="8198" y="26977"/>
                  </a:cubicBezTo>
                  <a:cubicBezTo>
                    <a:pt x="8434" y="26852"/>
                    <a:pt x="8700" y="26742"/>
                    <a:pt x="8857" y="26570"/>
                  </a:cubicBezTo>
                  <a:cubicBezTo>
                    <a:pt x="10064" y="25206"/>
                    <a:pt x="11678" y="24752"/>
                    <a:pt x="13387" y="24689"/>
                  </a:cubicBezTo>
                  <a:cubicBezTo>
                    <a:pt x="13523" y="24684"/>
                    <a:pt x="13660" y="24681"/>
                    <a:pt x="13797" y="24681"/>
                  </a:cubicBezTo>
                  <a:cubicBezTo>
                    <a:pt x="14836" y="24681"/>
                    <a:pt x="15886" y="24815"/>
                    <a:pt x="16936" y="24815"/>
                  </a:cubicBezTo>
                  <a:cubicBezTo>
                    <a:pt x="16986" y="24815"/>
                    <a:pt x="17036" y="24815"/>
                    <a:pt x="17086" y="24814"/>
                  </a:cubicBezTo>
                  <a:cubicBezTo>
                    <a:pt x="17337" y="24814"/>
                    <a:pt x="17587" y="24924"/>
                    <a:pt x="17838" y="24987"/>
                  </a:cubicBezTo>
                  <a:cubicBezTo>
                    <a:pt x="18136" y="25065"/>
                    <a:pt x="18418" y="25175"/>
                    <a:pt x="18700" y="25238"/>
                  </a:cubicBezTo>
                  <a:cubicBezTo>
                    <a:pt x="19672" y="25394"/>
                    <a:pt x="20456" y="25943"/>
                    <a:pt x="21130" y="26570"/>
                  </a:cubicBezTo>
                  <a:cubicBezTo>
                    <a:pt x="22211" y="27573"/>
                    <a:pt x="22979" y="28858"/>
                    <a:pt x="23434" y="30238"/>
                  </a:cubicBezTo>
                  <a:cubicBezTo>
                    <a:pt x="23732" y="31162"/>
                    <a:pt x="24108" y="32056"/>
                    <a:pt x="24437" y="32965"/>
                  </a:cubicBezTo>
                  <a:cubicBezTo>
                    <a:pt x="24609" y="33435"/>
                    <a:pt x="24735" y="33874"/>
                    <a:pt x="24735" y="34376"/>
                  </a:cubicBezTo>
                  <a:cubicBezTo>
                    <a:pt x="24735" y="34626"/>
                    <a:pt x="24766" y="34893"/>
                    <a:pt x="24782" y="35159"/>
                  </a:cubicBezTo>
                  <a:cubicBezTo>
                    <a:pt x="24860" y="36272"/>
                    <a:pt x="24954" y="37385"/>
                    <a:pt x="25017" y="38498"/>
                  </a:cubicBezTo>
                  <a:cubicBezTo>
                    <a:pt x="25111" y="39909"/>
                    <a:pt x="24970" y="41633"/>
                    <a:pt x="23653" y="42432"/>
                  </a:cubicBezTo>
                  <a:cubicBezTo>
                    <a:pt x="22823" y="42934"/>
                    <a:pt x="21819" y="43059"/>
                    <a:pt x="20848" y="43106"/>
                  </a:cubicBezTo>
                  <a:cubicBezTo>
                    <a:pt x="20599" y="43120"/>
                    <a:pt x="20346" y="43129"/>
                    <a:pt x="20093" y="43129"/>
                  </a:cubicBezTo>
                  <a:cubicBezTo>
                    <a:pt x="18926" y="43129"/>
                    <a:pt x="17748" y="42939"/>
                    <a:pt x="16898" y="42166"/>
                  </a:cubicBezTo>
                  <a:lnTo>
                    <a:pt x="16898" y="42166"/>
                  </a:lnTo>
                  <a:cubicBezTo>
                    <a:pt x="17007" y="43091"/>
                    <a:pt x="18152" y="43467"/>
                    <a:pt x="19076" y="43545"/>
                  </a:cubicBezTo>
                  <a:cubicBezTo>
                    <a:pt x="19488" y="43577"/>
                    <a:pt x="19901" y="43593"/>
                    <a:pt x="20313" y="43593"/>
                  </a:cubicBezTo>
                  <a:cubicBezTo>
                    <a:pt x="21315" y="43593"/>
                    <a:pt x="22316" y="43499"/>
                    <a:pt x="23293" y="43310"/>
                  </a:cubicBezTo>
                  <a:cubicBezTo>
                    <a:pt x="23826" y="43200"/>
                    <a:pt x="24390" y="43044"/>
                    <a:pt x="24750" y="42652"/>
                  </a:cubicBezTo>
                  <a:cubicBezTo>
                    <a:pt x="25095" y="42260"/>
                    <a:pt x="25205" y="41727"/>
                    <a:pt x="25299" y="41210"/>
                  </a:cubicBezTo>
                  <a:cubicBezTo>
                    <a:pt x="25534" y="39909"/>
                    <a:pt x="25769" y="38608"/>
                    <a:pt x="25989" y="37307"/>
                  </a:cubicBezTo>
                  <a:cubicBezTo>
                    <a:pt x="26020" y="37134"/>
                    <a:pt x="26051" y="36962"/>
                    <a:pt x="26004" y="36790"/>
                  </a:cubicBezTo>
                  <a:cubicBezTo>
                    <a:pt x="25957" y="36617"/>
                    <a:pt x="25832" y="36476"/>
                    <a:pt x="25738" y="36335"/>
                  </a:cubicBezTo>
                  <a:cubicBezTo>
                    <a:pt x="25377" y="35818"/>
                    <a:pt x="25283" y="35191"/>
                    <a:pt x="25174" y="34579"/>
                  </a:cubicBezTo>
                  <a:cubicBezTo>
                    <a:pt x="25142" y="34391"/>
                    <a:pt x="25111" y="34203"/>
                    <a:pt x="25080" y="34015"/>
                  </a:cubicBezTo>
                  <a:cubicBezTo>
                    <a:pt x="24703" y="32009"/>
                    <a:pt x="24186" y="30018"/>
                    <a:pt x="23136" y="28278"/>
                  </a:cubicBezTo>
                  <a:cubicBezTo>
                    <a:pt x="21192" y="25049"/>
                    <a:pt x="18418" y="24422"/>
                    <a:pt x="14923" y="24250"/>
                  </a:cubicBezTo>
                  <a:cubicBezTo>
                    <a:pt x="14789" y="24250"/>
                    <a:pt x="14656" y="24254"/>
                    <a:pt x="14525" y="24254"/>
                  </a:cubicBezTo>
                  <a:cubicBezTo>
                    <a:pt x="14394" y="24254"/>
                    <a:pt x="14264" y="24250"/>
                    <a:pt x="14139" y="24234"/>
                  </a:cubicBezTo>
                  <a:cubicBezTo>
                    <a:pt x="13834" y="24186"/>
                    <a:pt x="13534" y="24164"/>
                    <a:pt x="13237" y="24164"/>
                  </a:cubicBezTo>
                  <a:cubicBezTo>
                    <a:pt x="11995" y="24164"/>
                    <a:pt x="10823" y="24553"/>
                    <a:pt x="9672" y="25034"/>
                  </a:cubicBezTo>
                  <a:cubicBezTo>
                    <a:pt x="9076" y="25285"/>
                    <a:pt x="8481" y="25676"/>
                    <a:pt x="8010" y="26131"/>
                  </a:cubicBezTo>
                  <a:cubicBezTo>
                    <a:pt x="7446" y="26695"/>
                    <a:pt x="6819" y="27166"/>
                    <a:pt x="6161" y="27573"/>
                  </a:cubicBezTo>
                  <a:cubicBezTo>
                    <a:pt x="5205" y="28169"/>
                    <a:pt x="4531" y="28984"/>
                    <a:pt x="3935" y="29893"/>
                  </a:cubicBezTo>
                  <a:cubicBezTo>
                    <a:pt x="3872" y="29987"/>
                    <a:pt x="3825" y="30097"/>
                    <a:pt x="3747" y="30159"/>
                  </a:cubicBezTo>
                  <a:cubicBezTo>
                    <a:pt x="3723" y="30183"/>
                    <a:pt x="3688" y="30191"/>
                    <a:pt x="3651" y="30191"/>
                  </a:cubicBezTo>
                  <a:cubicBezTo>
                    <a:pt x="3614" y="30191"/>
                    <a:pt x="3574" y="30183"/>
                    <a:pt x="3543" y="30175"/>
                  </a:cubicBezTo>
                  <a:cubicBezTo>
                    <a:pt x="3512" y="30175"/>
                    <a:pt x="3480" y="30144"/>
                    <a:pt x="3465" y="30112"/>
                  </a:cubicBezTo>
                  <a:cubicBezTo>
                    <a:pt x="3449" y="30081"/>
                    <a:pt x="3418" y="30050"/>
                    <a:pt x="3418" y="30003"/>
                  </a:cubicBezTo>
                  <a:cubicBezTo>
                    <a:pt x="3308" y="28216"/>
                    <a:pt x="3089" y="26429"/>
                    <a:pt x="3794" y="24689"/>
                  </a:cubicBezTo>
                  <a:cubicBezTo>
                    <a:pt x="3825" y="24626"/>
                    <a:pt x="3857" y="24548"/>
                    <a:pt x="3872" y="24485"/>
                  </a:cubicBezTo>
                  <a:cubicBezTo>
                    <a:pt x="4154" y="22589"/>
                    <a:pt x="4201" y="23137"/>
                    <a:pt x="5361" y="21695"/>
                  </a:cubicBezTo>
                  <a:cubicBezTo>
                    <a:pt x="5499" y="21527"/>
                    <a:pt x="5621" y="21344"/>
                    <a:pt x="5743" y="21176"/>
                  </a:cubicBezTo>
                  <a:lnTo>
                    <a:pt x="5743" y="21176"/>
                  </a:lnTo>
                  <a:cubicBezTo>
                    <a:pt x="5752" y="21176"/>
                    <a:pt x="5760" y="21177"/>
                    <a:pt x="5769" y="21178"/>
                  </a:cubicBezTo>
                  <a:lnTo>
                    <a:pt x="5753" y="21162"/>
                  </a:lnTo>
                  <a:cubicBezTo>
                    <a:pt x="5750" y="21167"/>
                    <a:pt x="5747" y="21171"/>
                    <a:pt x="5743" y="21176"/>
                  </a:cubicBezTo>
                  <a:lnTo>
                    <a:pt x="5743" y="21176"/>
                  </a:lnTo>
                  <a:cubicBezTo>
                    <a:pt x="5733" y="21175"/>
                    <a:pt x="5723" y="21175"/>
                    <a:pt x="5712" y="21175"/>
                  </a:cubicBezTo>
                  <a:cubicBezTo>
                    <a:pt x="5449" y="21175"/>
                    <a:pt x="5286" y="21377"/>
                    <a:pt x="5111" y="21538"/>
                  </a:cubicBezTo>
                  <a:cubicBezTo>
                    <a:pt x="4844" y="21789"/>
                    <a:pt x="4609" y="22103"/>
                    <a:pt x="4170" y="22181"/>
                  </a:cubicBezTo>
                  <a:cubicBezTo>
                    <a:pt x="3888" y="21476"/>
                    <a:pt x="3810" y="20723"/>
                    <a:pt x="3872" y="19987"/>
                  </a:cubicBezTo>
                  <a:cubicBezTo>
                    <a:pt x="3935" y="19203"/>
                    <a:pt x="3716" y="18576"/>
                    <a:pt x="3292" y="17902"/>
                  </a:cubicBezTo>
                  <a:cubicBezTo>
                    <a:pt x="2728" y="16993"/>
                    <a:pt x="2274" y="16005"/>
                    <a:pt x="2274" y="14861"/>
                  </a:cubicBezTo>
                  <a:cubicBezTo>
                    <a:pt x="2274" y="14313"/>
                    <a:pt x="2132" y="13748"/>
                    <a:pt x="1929" y="13231"/>
                  </a:cubicBezTo>
                  <a:cubicBezTo>
                    <a:pt x="1615" y="12463"/>
                    <a:pt x="1443" y="11648"/>
                    <a:pt x="1458" y="10817"/>
                  </a:cubicBezTo>
                  <a:cubicBezTo>
                    <a:pt x="1490" y="10316"/>
                    <a:pt x="1317" y="9861"/>
                    <a:pt x="1192" y="9406"/>
                  </a:cubicBezTo>
                  <a:cubicBezTo>
                    <a:pt x="1035" y="8795"/>
                    <a:pt x="784" y="8200"/>
                    <a:pt x="941" y="7541"/>
                  </a:cubicBezTo>
                  <a:cubicBezTo>
                    <a:pt x="988" y="7337"/>
                    <a:pt x="879" y="7102"/>
                    <a:pt x="847" y="6883"/>
                  </a:cubicBezTo>
                  <a:cubicBezTo>
                    <a:pt x="675" y="6021"/>
                    <a:pt x="753" y="5174"/>
                    <a:pt x="1035" y="4344"/>
                  </a:cubicBezTo>
                  <a:cubicBezTo>
                    <a:pt x="1443" y="3090"/>
                    <a:pt x="1960" y="1914"/>
                    <a:pt x="2979" y="1005"/>
                  </a:cubicBezTo>
                  <a:cubicBezTo>
                    <a:pt x="3381" y="665"/>
                    <a:pt x="3889" y="508"/>
                    <a:pt x="4234" y="113"/>
                  </a:cubicBezTo>
                  <a:lnTo>
                    <a:pt x="4234" y="113"/>
                  </a:lnTo>
                  <a:cubicBezTo>
                    <a:pt x="4244" y="118"/>
                    <a:pt x="4254" y="122"/>
                    <a:pt x="4264" y="127"/>
                  </a:cubicBezTo>
                  <a:lnTo>
                    <a:pt x="4248" y="96"/>
                  </a:lnTo>
                  <a:cubicBezTo>
                    <a:pt x="4244" y="102"/>
                    <a:pt x="4239" y="107"/>
                    <a:pt x="4234" y="113"/>
                  </a:cubicBezTo>
                  <a:lnTo>
                    <a:pt x="4234" y="113"/>
                  </a:lnTo>
                  <a:cubicBezTo>
                    <a:pt x="4070" y="38"/>
                    <a:pt x="3912" y="0"/>
                    <a:pt x="37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10555250" y="2345625"/>
              <a:ext cx="544700" cy="926425"/>
            </a:xfrm>
            <a:custGeom>
              <a:rect b="b" l="l" r="r" t="t"/>
              <a:pathLst>
                <a:path extrusionOk="0" h="37057" w="21788">
                  <a:moveTo>
                    <a:pt x="2616" y="0"/>
                  </a:moveTo>
                  <a:cubicBezTo>
                    <a:pt x="2080" y="0"/>
                    <a:pt x="1555" y="61"/>
                    <a:pt x="1082" y="394"/>
                  </a:cubicBezTo>
                  <a:cubicBezTo>
                    <a:pt x="988" y="457"/>
                    <a:pt x="862" y="473"/>
                    <a:pt x="753" y="473"/>
                  </a:cubicBezTo>
                  <a:cubicBezTo>
                    <a:pt x="740" y="472"/>
                    <a:pt x="728" y="472"/>
                    <a:pt x="716" y="472"/>
                  </a:cubicBezTo>
                  <a:cubicBezTo>
                    <a:pt x="136" y="472"/>
                    <a:pt x="16" y="843"/>
                    <a:pt x="0" y="1319"/>
                  </a:cubicBezTo>
                  <a:cubicBezTo>
                    <a:pt x="110" y="1288"/>
                    <a:pt x="220" y="1288"/>
                    <a:pt x="298" y="1225"/>
                  </a:cubicBezTo>
                  <a:cubicBezTo>
                    <a:pt x="1058" y="728"/>
                    <a:pt x="1891" y="608"/>
                    <a:pt x="2753" y="608"/>
                  </a:cubicBezTo>
                  <a:cubicBezTo>
                    <a:pt x="2870" y="608"/>
                    <a:pt x="2986" y="610"/>
                    <a:pt x="3104" y="614"/>
                  </a:cubicBezTo>
                  <a:cubicBezTo>
                    <a:pt x="5235" y="692"/>
                    <a:pt x="7336" y="974"/>
                    <a:pt x="9405" y="1570"/>
                  </a:cubicBezTo>
                  <a:cubicBezTo>
                    <a:pt x="9953" y="1726"/>
                    <a:pt x="10439" y="2009"/>
                    <a:pt x="10847" y="2385"/>
                  </a:cubicBezTo>
                  <a:cubicBezTo>
                    <a:pt x="11662" y="3153"/>
                    <a:pt x="12524" y="3890"/>
                    <a:pt x="13120" y="4861"/>
                  </a:cubicBezTo>
                  <a:cubicBezTo>
                    <a:pt x="13151" y="4924"/>
                    <a:pt x="13198" y="5002"/>
                    <a:pt x="13245" y="5034"/>
                  </a:cubicBezTo>
                  <a:cubicBezTo>
                    <a:pt x="13997" y="5488"/>
                    <a:pt x="14044" y="6256"/>
                    <a:pt x="14138" y="6993"/>
                  </a:cubicBezTo>
                  <a:cubicBezTo>
                    <a:pt x="14201" y="7589"/>
                    <a:pt x="14264" y="8184"/>
                    <a:pt x="14311" y="8780"/>
                  </a:cubicBezTo>
                  <a:cubicBezTo>
                    <a:pt x="14335" y="9079"/>
                    <a:pt x="14231" y="9232"/>
                    <a:pt x="13999" y="9232"/>
                  </a:cubicBezTo>
                  <a:cubicBezTo>
                    <a:pt x="13927" y="9232"/>
                    <a:pt x="13843" y="9217"/>
                    <a:pt x="13747" y="9187"/>
                  </a:cubicBezTo>
                  <a:cubicBezTo>
                    <a:pt x="13511" y="9125"/>
                    <a:pt x="13276" y="9046"/>
                    <a:pt x="13041" y="8984"/>
                  </a:cubicBezTo>
                  <a:lnTo>
                    <a:pt x="13041" y="8984"/>
                  </a:lnTo>
                  <a:cubicBezTo>
                    <a:pt x="13276" y="9313"/>
                    <a:pt x="13668" y="9454"/>
                    <a:pt x="13997" y="9658"/>
                  </a:cubicBezTo>
                  <a:cubicBezTo>
                    <a:pt x="14311" y="9846"/>
                    <a:pt x="14468" y="10112"/>
                    <a:pt x="14515" y="10473"/>
                  </a:cubicBezTo>
                  <a:cubicBezTo>
                    <a:pt x="14609" y="11241"/>
                    <a:pt x="14671" y="12025"/>
                    <a:pt x="14765" y="12808"/>
                  </a:cubicBezTo>
                  <a:cubicBezTo>
                    <a:pt x="14906" y="13921"/>
                    <a:pt x="15142" y="15018"/>
                    <a:pt x="15439" y="16100"/>
                  </a:cubicBezTo>
                  <a:cubicBezTo>
                    <a:pt x="15753" y="17213"/>
                    <a:pt x="16192" y="18279"/>
                    <a:pt x="16599" y="19360"/>
                  </a:cubicBezTo>
                  <a:cubicBezTo>
                    <a:pt x="17524" y="21774"/>
                    <a:pt x="18527" y="24141"/>
                    <a:pt x="19358" y="26570"/>
                  </a:cubicBezTo>
                  <a:cubicBezTo>
                    <a:pt x="19875" y="28091"/>
                    <a:pt x="20142" y="29689"/>
                    <a:pt x="20502" y="31257"/>
                  </a:cubicBezTo>
                  <a:cubicBezTo>
                    <a:pt x="20675" y="32056"/>
                    <a:pt x="20816" y="32871"/>
                    <a:pt x="20988" y="33671"/>
                  </a:cubicBezTo>
                  <a:cubicBezTo>
                    <a:pt x="21113" y="34172"/>
                    <a:pt x="21176" y="34674"/>
                    <a:pt x="21145" y="35207"/>
                  </a:cubicBezTo>
                  <a:cubicBezTo>
                    <a:pt x="21364" y="35379"/>
                    <a:pt x="21380" y="35646"/>
                    <a:pt x="21411" y="35897"/>
                  </a:cubicBezTo>
                  <a:cubicBezTo>
                    <a:pt x="21458" y="36210"/>
                    <a:pt x="21458" y="36523"/>
                    <a:pt x="21693" y="37056"/>
                  </a:cubicBezTo>
                  <a:cubicBezTo>
                    <a:pt x="21787" y="35834"/>
                    <a:pt x="21709" y="34878"/>
                    <a:pt x="21521" y="33922"/>
                  </a:cubicBezTo>
                  <a:cubicBezTo>
                    <a:pt x="21302" y="32777"/>
                    <a:pt x="21066" y="31633"/>
                    <a:pt x="20847" y="30505"/>
                  </a:cubicBezTo>
                  <a:cubicBezTo>
                    <a:pt x="20502" y="28624"/>
                    <a:pt x="20016" y="26774"/>
                    <a:pt x="19374" y="24971"/>
                  </a:cubicBezTo>
                  <a:cubicBezTo>
                    <a:pt x="18480" y="22511"/>
                    <a:pt x="17367" y="20144"/>
                    <a:pt x="16584" y="17636"/>
                  </a:cubicBezTo>
                  <a:cubicBezTo>
                    <a:pt x="16301" y="16711"/>
                    <a:pt x="15863" y="15833"/>
                    <a:pt x="15674" y="14862"/>
                  </a:cubicBezTo>
                  <a:cubicBezTo>
                    <a:pt x="15408" y="13388"/>
                    <a:pt x="15095" y="11930"/>
                    <a:pt x="15157" y="10410"/>
                  </a:cubicBezTo>
                  <a:cubicBezTo>
                    <a:pt x="15173" y="10238"/>
                    <a:pt x="15095" y="10050"/>
                    <a:pt x="15079" y="9861"/>
                  </a:cubicBezTo>
                  <a:cubicBezTo>
                    <a:pt x="15016" y="9376"/>
                    <a:pt x="14922" y="8905"/>
                    <a:pt x="14891" y="8419"/>
                  </a:cubicBezTo>
                  <a:cubicBezTo>
                    <a:pt x="14844" y="7855"/>
                    <a:pt x="14844" y="7307"/>
                    <a:pt x="14797" y="6742"/>
                  </a:cubicBezTo>
                  <a:cubicBezTo>
                    <a:pt x="14734" y="6100"/>
                    <a:pt x="14734" y="5551"/>
                    <a:pt x="14295" y="5018"/>
                  </a:cubicBezTo>
                  <a:cubicBezTo>
                    <a:pt x="13574" y="4093"/>
                    <a:pt x="12618" y="3388"/>
                    <a:pt x="11866" y="2463"/>
                  </a:cubicBezTo>
                  <a:cubicBezTo>
                    <a:pt x="11411" y="1899"/>
                    <a:pt x="10815" y="1476"/>
                    <a:pt x="10173" y="1209"/>
                  </a:cubicBezTo>
                  <a:cubicBezTo>
                    <a:pt x="9467" y="896"/>
                    <a:pt x="8684" y="692"/>
                    <a:pt x="7916" y="551"/>
                  </a:cubicBezTo>
                  <a:cubicBezTo>
                    <a:pt x="6411" y="284"/>
                    <a:pt x="4891" y="34"/>
                    <a:pt x="3354" y="18"/>
                  </a:cubicBezTo>
                  <a:cubicBezTo>
                    <a:pt x="3108" y="13"/>
                    <a:pt x="2861" y="0"/>
                    <a:pt x="2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10849925" y="2554925"/>
              <a:ext cx="30975" cy="14925"/>
            </a:xfrm>
            <a:custGeom>
              <a:rect b="b" l="l" r="r" t="t"/>
              <a:pathLst>
                <a:path extrusionOk="0" h="597" w="1239">
                  <a:moveTo>
                    <a:pt x="0" y="0"/>
                  </a:moveTo>
                  <a:lnTo>
                    <a:pt x="0" y="0"/>
                  </a:lnTo>
                  <a:cubicBezTo>
                    <a:pt x="377" y="226"/>
                    <a:pt x="724" y="510"/>
                    <a:pt x="1181" y="574"/>
                  </a:cubicBezTo>
                  <a:lnTo>
                    <a:pt x="1181" y="574"/>
                  </a:lnTo>
                  <a:cubicBezTo>
                    <a:pt x="737" y="188"/>
                    <a:pt x="723" y="185"/>
                    <a:pt x="0" y="0"/>
                  </a:cubicBezTo>
                  <a:close/>
                  <a:moveTo>
                    <a:pt x="1181" y="574"/>
                  </a:moveTo>
                  <a:cubicBezTo>
                    <a:pt x="1190" y="581"/>
                    <a:pt x="1198" y="588"/>
                    <a:pt x="1207" y="596"/>
                  </a:cubicBezTo>
                  <a:cubicBezTo>
                    <a:pt x="1223" y="596"/>
                    <a:pt x="1239" y="580"/>
                    <a:pt x="1239" y="580"/>
                  </a:cubicBezTo>
                  <a:cubicBezTo>
                    <a:pt x="1219" y="578"/>
                    <a:pt x="1200" y="576"/>
                    <a:pt x="1181" y="5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10829550" y="2545525"/>
              <a:ext cx="1975" cy="1975"/>
            </a:xfrm>
            <a:custGeom>
              <a:rect b="b" l="l" r="r" t="t"/>
              <a:pathLst>
                <a:path extrusionOk="0" h="79" w="79">
                  <a:moveTo>
                    <a:pt x="0" y="0"/>
                  </a:moveTo>
                  <a:lnTo>
                    <a:pt x="0" y="79"/>
                  </a:lnTo>
                  <a:lnTo>
                    <a:pt x="79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10604550" y="2893550"/>
              <a:ext cx="1100" cy="750"/>
            </a:xfrm>
            <a:custGeom>
              <a:rect b="b" l="l" r="r" t="t"/>
              <a:pathLst>
                <a:path extrusionOk="0" h="30" w="44">
                  <a:moveTo>
                    <a:pt x="38" y="1"/>
                  </a:moveTo>
                  <a:cubicBezTo>
                    <a:pt x="32" y="1"/>
                    <a:pt x="13" y="12"/>
                    <a:pt x="5" y="15"/>
                  </a:cubicBezTo>
                  <a:lnTo>
                    <a:pt x="5" y="15"/>
                  </a:lnTo>
                  <a:lnTo>
                    <a:pt x="3" y="14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2" y="16"/>
                    <a:pt x="3" y="16"/>
                    <a:pt x="5" y="15"/>
                  </a:cubicBezTo>
                  <a:lnTo>
                    <a:pt x="5" y="15"/>
                  </a:lnTo>
                  <a:lnTo>
                    <a:pt x="19" y="29"/>
                  </a:lnTo>
                  <a:cubicBezTo>
                    <a:pt x="41" y="7"/>
                    <a:pt x="43" y="1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10592475" y="2899750"/>
              <a:ext cx="5900" cy="5900"/>
            </a:xfrm>
            <a:custGeom>
              <a:rect b="b" l="l" r="r" t="t"/>
              <a:pathLst>
                <a:path extrusionOk="0" h="236" w="236">
                  <a:moveTo>
                    <a:pt x="220" y="1"/>
                  </a:moveTo>
                  <a:cubicBezTo>
                    <a:pt x="219" y="8"/>
                    <a:pt x="218" y="15"/>
                    <a:pt x="217" y="21"/>
                  </a:cubicBezTo>
                  <a:lnTo>
                    <a:pt x="217" y="21"/>
                  </a:lnTo>
                  <a:cubicBezTo>
                    <a:pt x="223" y="20"/>
                    <a:pt x="229" y="18"/>
                    <a:pt x="235" y="16"/>
                  </a:cubicBezTo>
                  <a:cubicBezTo>
                    <a:pt x="235" y="16"/>
                    <a:pt x="220" y="1"/>
                    <a:pt x="220" y="1"/>
                  </a:cubicBezTo>
                  <a:close/>
                  <a:moveTo>
                    <a:pt x="217" y="21"/>
                  </a:moveTo>
                  <a:cubicBezTo>
                    <a:pt x="108" y="53"/>
                    <a:pt x="38" y="110"/>
                    <a:pt x="19" y="218"/>
                  </a:cubicBezTo>
                  <a:lnTo>
                    <a:pt x="19" y="218"/>
                  </a:lnTo>
                  <a:cubicBezTo>
                    <a:pt x="127" y="199"/>
                    <a:pt x="197" y="141"/>
                    <a:pt x="217" y="21"/>
                  </a:cubicBezTo>
                  <a:close/>
                  <a:moveTo>
                    <a:pt x="19" y="218"/>
                  </a:moveTo>
                  <a:cubicBezTo>
                    <a:pt x="13" y="219"/>
                    <a:pt x="7" y="219"/>
                    <a:pt x="0" y="220"/>
                  </a:cubicBezTo>
                  <a:lnTo>
                    <a:pt x="16" y="236"/>
                  </a:lnTo>
                  <a:cubicBezTo>
                    <a:pt x="17" y="230"/>
                    <a:pt x="18" y="223"/>
                    <a:pt x="19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10597950" y="2893875"/>
              <a:ext cx="7075" cy="6300"/>
            </a:xfrm>
            <a:custGeom>
              <a:rect b="b" l="l" r="r" t="t"/>
              <a:pathLst>
                <a:path extrusionOk="0" h="252" w="283">
                  <a:moveTo>
                    <a:pt x="267" y="1"/>
                  </a:moveTo>
                  <a:cubicBezTo>
                    <a:pt x="173" y="79"/>
                    <a:pt x="95" y="157"/>
                    <a:pt x="1" y="236"/>
                  </a:cubicBezTo>
                  <a:cubicBezTo>
                    <a:pt x="1" y="236"/>
                    <a:pt x="16" y="251"/>
                    <a:pt x="16" y="251"/>
                  </a:cubicBezTo>
                  <a:cubicBezTo>
                    <a:pt x="110" y="173"/>
                    <a:pt x="189" y="95"/>
                    <a:pt x="283" y="16"/>
                  </a:cubicBezTo>
                  <a:cubicBezTo>
                    <a:pt x="283" y="16"/>
                    <a:pt x="26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10588450" y="2430175"/>
              <a:ext cx="183625" cy="33750"/>
            </a:xfrm>
            <a:custGeom>
              <a:rect b="b" l="l" r="r" t="t"/>
              <a:pathLst>
                <a:path extrusionOk="0" h="1350" w="7345">
                  <a:moveTo>
                    <a:pt x="3345" y="0"/>
                  </a:moveTo>
                  <a:cubicBezTo>
                    <a:pt x="2226" y="0"/>
                    <a:pt x="1103" y="266"/>
                    <a:pt x="83" y="790"/>
                  </a:cubicBezTo>
                  <a:cubicBezTo>
                    <a:pt x="1" y="831"/>
                    <a:pt x="62" y="955"/>
                    <a:pt x="141" y="955"/>
                  </a:cubicBezTo>
                  <a:cubicBezTo>
                    <a:pt x="153" y="955"/>
                    <a:pt x="165" y="952"/>
                    <a:pt x="177" y="946"/>
                  </a:cubicBezTo>
                  <a:cubicBezTo>
                    <a:pt x="1171" y="456"/>
                    <a:pt x="2248" y="218"/>
                    <a:pt x="3322" y="218"/>
                  </a:cubicBezTo>
                  <a:cubicBezTo>
                    <a:pt x="4686" y="218"/>
                    <a:pt x="6047" y="602"/>
                    <a:pt x="7230" y="1338"/>
                  </a:cubicBezTo>
                  <a:cubicBezTo>
                    <a:pt x="7241" y="1346"/>
                    <a:pt x="7252" y="1350"/>
                    <a:pt x="7262" y="1350"/>
                  </a:cubicBezTo>
                  <a:cubicBezTo>
                    <a:pt x="7311" y="1350"/>
                    <a:pt x="7345" y="1270"/>
                    <a:pt x="7293" y="1244"/>
                  </a:cubicBezTo>
                  <a:cubicBezTo>
                    <a:pt x="6120" y="410"/>
                    <a:pt x="4736" y="0"/>
                    <a:pt x="3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10493125" y="2474575"/>
              <a:ext cx="238775" cy="53900"/>
            </a:xfrm>
            <a:custGeom>
              <a:rect b="b" l="l" r="r" t="t"/>
              <a:pathLst>
                <a:path extrusionOk="0" h="2156" w="9551">
                  <a:moveTo>
                    <a:pt x="6721" y="0"/>
                  </a:moveTo>
                  <a:cubicBezTo>
                    <a:pt x="4344" y="0"/>
                    <a:pt x="1926" y="673"/>
                    <a:pt x="40" y="2054"/>
                  </a:cubicBezTo>
                  <a:cubicBezTo>
                    <a:pt x="0" y="2094"/>
                    <a:pt x="27" y="2156"/>
                    <a:pt x="74" y="2156"/>
                  </a:cubicBezTo>
                  <a:cubicBezTo>
                    <a:pt x="83" y="2156"/>
                    <a:pt x="93" y="2154"/>
                    <a:pt x="103" y="2149"/>
                  </a:cubicBezTo>
                  <a:cubicBezTo>
                    <a:pt x="2348" y="924"/>
                    <a:pt x="4695" y="223"/>
                    <a:pt x="7163" y="223"/>
                  </a:cubicBezTo>
                  <a:cubicBezTo>
                    <a:pt x="7917" y="223"/>
                    <a:pt x="8683" y="289"/>
                    <a:pt x="9460" y="424"/>
                  </a:cubicBezTo>
                  <a:cubicBezTo>
                    <a:pt x="9464" y="425"/>
                    <a:pt x="9468" y="426"/>
                    <a:pt x="9472" y="426"/>
                  </a:cubicBezTo>
                  <a:cubicBezTo>
                    <a:pt x="9527" y="426"/>
                    <a:pt x="9550" y="329"/>
                    <a:pt x="9492" y="315"/>
                  </a:cubicBezTo>
                  <a:cubicBezTo>
                    <a:pt x="8598" y="106"/>
                    <a:pt x="7663" y="0"/>
                    <a:pt x="67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10736400" y="2903600"/>
              <a:ext cx="174850" cy="25275"/>
            </a:xfrm>
            <a:custGeom>
              <a:rect b="b" l="l" r="r" t="t"/>
              <a:pathLst>
                <a:path extrusionOk="0" h="1011" w="6994">
                  <a:moveTo>
                    <a:pt x="2556" y="0"/>
                  </a:moveTo>
                  <a:cubicBezTo>
                    <a:pt x="1737" y="0"/>
                    <a:pt x="915" y="78"/>
                    <a:pt x="105" y="223"/>
                  </a:cubicBezTo>
                  <a:cubicBezTo>
                    <a:pt x="1" y="238"/>
                    <a:pt x="39" y="381"/>
                    <a:pt x="137" y="381"/>
                  </a:cubicBezTo>
                  <a:cubicBezTo>
                    <a:pt x="142" y="381"/>
                    <a:pt x="147" y="380"/>
                    <a:pt x="152" y="380"/>
                  </a:cubicBezTo>
                  <a:cubicBezTo>
                    <a:pt x="814" y="275"/>
                    <a:pt x="1471" y="226"/>
                    <a:pt x="2124" y="226"/>
                  </a:cubicBezTo>
                  <a:cubicBezTo>
                    <a:pt x="3716" y="226"/>
                    <a:pt x="5285" y="518"/>
                    <a:pt x="6830" y="1007"/>
                  </a:cubicBezTo>
                  <a:cubicBezTo>
                    <a:pt x="6840" y="1009"/>
                    <a:pt x="6850" y="1010"/>
                    <a:pt x="6859" y="1010"/>
                  </a:cubicBezTo>
                  <a:cubicBezTo>
                    <a:pt x="6962" y="1010"/>
                    <a:pt x="6993" y="862"/>
                    <a:pt x="6892" y="819"/>
                  </a:cubicBezTo>
                  <a:cubicBezTo>
                    <a:pt x="5510" y="254"/>
                    <a:pt x="4037" y="0"/>
                    <a:pt x="25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10798050" y="2860500"/>
              <a:ext cx="114350" cy="21075"/>
            </a:xfrm>
            <a:custGeom>
              <a:rect b="b" l="l" r="r" t="t"/>
              <a:pathLst>
                <a:path extrusionOk="0" h="843" w="4574">
                  <a:moveTo>
                    <a:pt x="1601" y="0"/>
                  </a:moveTo>
                  <a:cubicBezTo>
                    <a:pt x="1103" y="0"/>
                    <a:pt x="604" y="51"/>
                    <a:pt x="116" y="144"/>
                  </a:cubicBezTo>
                  <a:cubicBezTo>
                    <a:pt x="0" y="173"/>
                    <a:pt x="31" y="336"/>
                    <a:pt x="136" y="336"/>
                  </a:cubicBezTo>
                  <a:cubicBezTo>
                    <a:pt x="144" y="336"/>
                    <a:pt x="153" y="335"/>
                    <a:pt x="163" y="333"/>
                  </a:cubicBezTo>
                  <a:cubicBezTo>
                    <a:pt x="574" y="259"/>
                    <a:pt x="977" y="225"/>
                    <a:pt x="1374" y="225"/>
                  </a:cubicBezTo>
                  <a:cubicBezTo>
                    <a:pt x="2415" y="225"/>
                    <a:pt x="3416" y="460"/>
                    <a:pt x="4426" y="834"/>
                  </a:cubicBezTo>
                  <a:cubicBezTo>
                    <a:pt x="4438" y="840"/>
                    <a:pt x="4450" y="843"/>
                    <a:pt x="4461" y="843"/>
                  </a:cubicBezTo>
                  <a:cubicBezTo>
                    <a:pt x="4534" y="843"/>
                    <a:pt x="4573" y="718"/>
                    <a:pt x="4505" y="677"/>
                  </a:cubicBezTo>
                  <a:cubicBezTo>
                    <a:pt x="3604" y="206"/>
                    <a:pt x="2604" y="0"/>
                    <a:pt x="1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4" name="Google Shape;144;p8"/>
          <p:cNvSpPr/>
          <p:nvPr/>
        </p:nvSpPr>
        <p:spPr>
          <a:xfrm flipH="1" rot="-5400000">
            <a:off x="3963839" y="3904952"/>
            <a:ext cx="1040040" cy="2438144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 flipH="1" rot="-5400000">
            <a:off x="4080509" y="4388606"/>
            <a:ext cx="806711" cy="1891155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 rot="-3599996">
            <a:off x="8195665" y="-500536"/>
            <a:ext cx="1037767" cy="1974178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 rot="-3599996">
            <a:off x="8207197" y="7729"/>
            <a:ext cx="386467" cy="735473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8"/>
          <p:cNvGrpSpPr/>
          <p:nvPr/>
        </p:nvGrpSpPr>
        <p:grpSpPr>
          <a:xfrm flipH="1">
            <a:off x="1376040" y="4688718"/>
            <a:ext cx="296937" cy="438796"/>
            <a:chOff x="5446181" y="2529085"/>
            <a:chExt cx="138174" cy="204177"/>
          </a:xfrm>
        </p:grpSpPr>
        <p:sp>
          <p:nvSpPr>
            <p:cNvPr id="149" name="Google Shape;149;p8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8"/>
          <p:cNvGrpSpPr/>
          <p:nvPr/>
        </p:nvGrpSpPr>
        <p:grpSpPr>
          <a:xfrm flipH="1">
            <a:off x="1832977" y="4672717"/>
            <a:ext cx="183518" cy="270629"/>
            <a:chOff x="5738779" y="2391033"/>
            <a:chExt cx="85397" cy="125927"/>
          </a:xfrm>
        </p:grpSpPr>
        <p:sp>
          <p:nvSpPr>
            <p:cNvPr id="152" name="Google Shape;152;p8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8"/>
          <p:cNvSpPr/>
          <p:nvPr/>
        </p:nvSpPr>
        <p:spPr>
          <a:xfrm flipH="1">
            <a:off x="103371" y="3182476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 flipH="1">
            <a:off x="2147830" y="487706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8"/>
          <p:cNvGrpSpPr/>
          <p:nvPr/>
        </p:nvGrpSpPr>
        <p:grpSpPr>
          <a:xfrm flipH="1">
            <a:off x="798266" y="4212"/>
            <a:ext cx="235200" cy="347570"/>
            <a:chOff x="5446181" y="2529085"/>
            <a:chExt cx="138174" cy="204177"/>
          </a:xfrm>
        </p:grpSpPr>
        <p:sp>
          <p:nvSpPr>
            <p:cNvPr id="157" name="Google Shape;157;p8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8"/>
          <p:cNvGrpSpPr/>
          <p:nvPr/>
        </p:nvGrpSpPr>
        <p:grpSpPr>
          <a:xfrm flipH="1">
            <a:off x="228227" y="267156"/>
            <a:ext cx="296937" cy="438796"/>
            <a:chOff x="5446181" y="2529085"/>
            <a:chExt cx="138174" cy="204177"/>
          </a:xfrm>
        </p:grpSpPr>
        <p:sp>
          <p:nvSpPr>
            <p:cNvPr id="160" name="Google Shape;160;p8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8"/>
          <p:cNvSpPr/>
          <p:nvPr/>
        </p:nvSpPr>
        <p:spPr>
          <a:xfrm flipH="1">
            <a:off x="650808" y="4759464"/>
            <a:ext cx="124847" cy="97143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 flipH="1">
            <a:off x="525168" y="110091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8"/>
          <p:cNvGrpSpPr/>
          <p:nvPr/>
        </p:nvGrpSpPr>
        <p:grpSpPr>
          <a:xfrm flipH="1">
            <a:off x="284940" y="3279617"/>
            <a:ext cx="183518" cy="270629"/>
            <a:chOff x="5738779" y="2391033"/>
            <a:chExt cx="85397" cy="125927"/>
          </a:xfrm>
        </p:grpSpPr>
        <p:sp>
          <p:nvSpPr>
            <p:cNvPr id="165" name="Google Shape;165;p8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 flipH="1">
            <a:off x="525171" y="129414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8"/>
          <p:cNvGrpSpPr/>
          <p:nvPr/>
        </p:nvGrpSpPr>
        <p:grpSpPr>
          <a:xfrm rot="1260549">
            <a:off x="2702991" y="4672900"/>
            <a:ext cx="508807" cy="470748"/>
            <a:chOff x="9444725" y="1971600"/>
            <a:chExt cx="877000" cy="811400"/>
          </a:xfrm>
        </p:grpSpPr>
        <p:sp>
          <p:nvSpPr>
            <p:cNvPr id="169" name="Google Shape;169;p8"/>
            <p:cNvSpPr/>
            <p:nvPr/>
          </p:nvSpPr>
          <p:spPr>
            <a:xfrm>
              <a:off x="9444725" y="1971600"/>
              <a:ext cx="877000" cy="811400"/>
            </a:xfrm>
            <a:custGeom>
              <a:rect b="b" l="l" r="r" t="t"/>
              <a:pathLst>
                <a:path extrusionOk="0" h="32456" w="3508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9885175" y="2544725"/>
              <a:ext cx="144225" cy="117075"/>
            </a:xfrm>
            <a:custGeom>
              <a:rect b="b" l="l" r="r" t="t"/>
              <a:pathLst>
                <a:path extrusionOk="0" h="4683" w="5769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9731175" y="2566075"/>
              <a:ext cx="128150" cy="106425"/>
            </a:xfrm>
            <a:custGeom>
              <a:rect b="b" l="l" r="r" t="t"/>
              <a:pathLst>
                <a:path extrusionOk="0" h="4257" w="5126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9760150" y="2401650"/>
              <a:ext cx="129350" cy="62075"/>
            </a:xfrm>
            <a:custGeom>
              <a:rect b="b" l="l" r="r" t="t"/>
              <a:pathLst>
                <a:path extrusionOk="0" h="2483" w="5174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9628100" y="2462200"/>
              <a:ext cx="61550" cy="25800"/>
            </a:xfrm>
            <a:custGeom>
              <a:rect b="b" l="l" r="r" t="t"/>
              <a:pathLst>
                <a:path extrusionOk="0" h="1032" w="2462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9555600" y="2375200"/>
              <a:ext cx="39625" cy="22825"/>
            </a:xfrm>
            <a:custGeom>
              <a:rect b="b" l="l" r="r" t="t"/>
              <a:pathLst>
                <a:path extrusionOk="0" h="913" w="1585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9614400" y="2396050"/>
              <a:ext cx="25475" cy="38150"/>
            </a:xfrm>
            <a:custGeom>
              <a:rect b="b" l="l" r="r" t="t"/>
              <a:pathLst>
                <a:path extrusionOk="0" h="1526" w="1019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10159850" y="2401375"/>
              <a:ext cx="16875" cy="13675"/>
            </a:xfrm>
            <a:custGeom>
              <a:rect b="b" l="l" r="r" t="t"/>
              <a:pathLst>
                <a:path extrusionOk="0" h="547" w="675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9794650" y="2005925"/>
              <a:ext cx="105825" cy="70675"/>
            </a:xfrm>
            <a:custGeom>
              <a:rect b="b" l="l" r="r" t="t"/>
              <a:pathLst>
                <a:path extrusionOk="0" h="2827" w="4233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9889475" y="2226100"/>
              <a:ext cx="9425" cy="8375"/>
            </a:xfrm>
            <a:custGeom>
              <a:rect b="b" l="l" r="r" t="t"/>
              <a:pathLst>
                <a:path extrusionOk="0" h="335" w="377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 rot="-1036576">
            <a:off x="339461" y="3772031"/>
            <a:ext cx="310350" cy="630621"/>
            <a:chOff x="7642550" y="2045675"/>
            <a:chExt cx="534925" cy="1086950"/>
          </a:xfrm>
        </p:grpSpPr>
        <p:sp>
          <p:nvSpPr>
            <p:cNvPr id="180" name="Google Shape;180;p8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9" name="Google Shape;189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0" name="Google Shape;190;p9"/>
          <p:cNvSpPr/>
          <p:nvPr/>
        </p:nvSpPr>
        <p:spPr>
          <a:xfrm flipH="1" rot="4500019">
            <a:off x="7770119" y="-1221683"/>
            <a:ext cx="1040039" cy="2438142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 flipH="1" rot="4499939">
            <a:off x="7832377" y="-1151162"/>
            <a:ext cx="806712" cy="1891157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 flipH="1" rot="-8100000">
            <a:off x="8425770" y="3390371"/>
            <a:ext cx="1037767" cy="1974146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 flipH="1" rot="-8100000">
            <a:off x="8476766" y="4198308"/>
            <a:ext cx="386467" cy="735461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 flipH="1" rot="10800000">
            <a:off x="1225028" y="4917342"/>
            <a:ext cx="124847" cy="97143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 flipH="1" rot="10800000">
            <a:off x="820263" y="5014481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9"/>
          <p:cNvGrpSpPr/>
          <p:nvPr/>
        </p:nvGrpSpPr>
        <p:grpSpPr>
          <a:xfrm flipH="1" rot="10800000">
            <a:off x="7589905" y="4792131"/>
            <a:ext cx="235200" cy="347570"/>
            <a:chOff x="5446181" y="2529085"/>
            <a:chExt cx="138174" cy="204177"/>
          </a:xfrm>
        </p:grpSpPr>
        <p:sp>
          <p:nvSpPr>
            <p:cNvPr id="197" name="Google Shape;197;p9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" name="Google Shape;199;p9"/>
          <p:cNvGrpSpPr/>
          <p:nvPr/>
        </p:nvGrpSpPr>
        <p:grpSpPr>
          <a:xfrm flipH="1" rot="10800000">
            <a:off x="30569" y="3385798"/>
            <a:ext cx="296937" cy="438796"/>
            <a:chOff x="5446181" y="2529085"/>
            <a:chExt cx="138174" cy="204177"/>
          </a:xfrm>
        </p:grpSpPr>
        <p:sp>
          <p:nvSpPr>
            <p:cNvPr id="200" name="Google Shape;200;p9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" name="Google Shape;202;p9"/>
          <p:cNvSpPr/>
          <p:nvPr/>
        </p:nvSpPr>
        <p:spPr>
          <a:xfrm flipH="1" rot="10800000">
            <a:off x="414590" y="4072242"/>
            <a:ext cx="124847" cy="97143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 flipH="1" rot="10800000">
            <a:off x="8008825" y="4934868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 flipH="1" rot="10800000">
            <a:off x="222578" y="2926155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9"/>
          <p:cNvGrpSpPr/>
          <p:nvPr/>
        </p:nvGrpSpPr>
        <p:grpSpPr>
          <a:xfrm rot="-1095605">
            <a:off x="30745" y="4368549"/>
            <a:ext cx="508851" cy="470788"/>
            <a:chOff x="9444725" y="1971600"/>
            <a:chExt cx="877000" cy="811400"/>
          </a:xfrm>
        </p:grpSpPr>
        <p:sp>
          <p:nvSpPr>
            <p:cNvPr id="206" name="Google Shape;206;p9"/>
            <p:cNvSpPr/>
            <p:nvPr/>
          </p:nvSpPr>
          <p:spPr>
            <a:xfrm>
              <a:off x="9444725" y="1971600"/>
              <a:ext cx="877000" cy="811400"/>
            </a:xfrm>
            <a:custGeom>
              <a:rect b="b" l="l" r="r" t="t"/>
              <a:pathLst>
                <a:path extrusionOk="0" h="32456" w="3508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9885175" y="2544725"/>
              <a:ext cx="144225" cy="117075"/>
            </a:xfrm>
            <a:custGeom>
              <a:rect b="b" l="l" r="r" t="t"/>
              <a:pathLst>
                <a:path extrusionOk="0" h="4683" w="5769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9731175" y="2566075"/>
              <a:ext cx="128150" cy="106425"/>
            </a:xfrm>
            <a:custGeom>
              <a:rect b="b" l="l" r="r" t="t"/>
              <a:pathLst>
                <a:path extrusionOk="0" h="4257" w="5126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9760150" y="2401650"/>
              <a:ext cx="129350" cy="62075"/>
            </a:xfrm>
            <a:custGeom>
              <a:rect b="b" l="l" r="r" t="t"/>
              <a:pathLst>
                <a:path extrusionOk="0" h="2483" w="5174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9628100" y="2462200"/>
              <a:ext cx="61550" cy="25800"/>
            </a:xfrm>
            <a:custGeom>
              <a:rect b="b" l="l" r="r" t="t"/>
              <a:pathLst>
                <a:path extrusionOk="0" h="1032" w="2462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9555600" y="2375200"/>
              <a:ext cx="39625" cy="22825"/>
            </a:xfrm>
            <a:custGeom>
              <a:rect b="b" l="l" r="r" t="t"/>
              <a:pathLst>
                <a:path extrusionOk="0" h="913" w="1585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9614400" y="2396050"/>
              <a:ext cx="25475" cy="38150"/>
            </a:xfrm>
            <a:custGeom>
              <a:rect b="b" l="l" r="r" t="t"/>
              <a:pathLst>
                <a:path extrusionOk="0" h="1526" w="1019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10159850" y="2401375"/>
              <a:ext cx="16875" cy="13675"/>
            </a:xfrm>
            <a:custGeom>
              <a:rect b="b" l="l" r="r" t="t"/>
              <a:pathLst>
                <a:path extrusionOk="0" h="547" w="675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9794650" y="2005925"/>
              <a:ext cx="105825" cy="70675"/>
            </a:xfrm>
            <a:custGeom>
              <a:rect b="b" l="l" r="r" t="t"/>
              <a:pathLst>
                <a:path extrusionOk="0" h="2827" w="4233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9889475" y="2226100"/>
              <a:ext cx="9425" cy="8375"/>
            </a:xfrm>
            <a:custGeom>
              <a:rect b="b" l="l" r="r" t="t"/>
              <a:pathLst>
                <a:path extrusionOk="0" h="335" w="377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9"/>
          <p:cNvGrpSpPr/>
          <p:nvPr/>
        </p:nvGrpSpPr>
        <p:grpSpPr>
          <a:xfrm rot="-741702">
            <a:off x="8514407" y="2926232"/>
            <a:ext cx="310337" cy="630595"/>
            <a:chOff x="7642550" y="2045675"/>
            <a:chExt cx="534925" cy="1086950"/>
          </a:xfrm>
        </p:grpSpPr>
        <p:sp>
          <p:nvSpPr>
            <p:cNvPr id="217" name="Google Shape;217;p9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" name="Google Shape;224;p9"/>
          <p:cNvSpPr/>
          <p:nvPr/>
        </p:nvSpPr>
        <p:spPr>
          <a:xfrm flipH="1">
            <a:off x="-340982" y="-124958"/>
            <a:ext cx="1040040" cy="2438144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7" name="Google Shape;227;p10"/>
          <p:cNvGrpSpPr/>
          <p:nvPr/>
        </p:nvGrpSpPr>
        <p:grpSpPr>
          <a:xfrm flipH="1" rot="10800000">
            <a:off x="564757" y="3877435"/>
            <a:ext cx="296937" cy="438796"/>
            <a:chOff x="5446181" y="2529085"/>
            <a:chExt cx="138174" cy="204177"/>
          </a:xfrm>
        </p:grpSpPr>
        <p:sp>
          <p:nvSpPr>
            <p:cNvPr id="228" name="Google Shape;228;p10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10"/>
          <p:cNvGrpSpPr/>
          <p:nvPr/>
        </p:nvGrpSpPr>
        <p:grpSpPr>
          <a:xfrm flipH="1" rot="10800000">
            <a:off x="1062776" y="3549366"/>
            <a:ext cx="183518" cy="270629"/>
            <a:chOff x="5738779" y="2391033"/>
            <a:chExt cx="85397" cy="125927"/>
          </a:xfrm>
        </p:grpSpPr>
        <p:sp>
          <p:nvSpPr>
            <p:cNvPr id="231" name="Google Shape;231;p10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" name="Google Shape;233;p10"/>
          <p:cNvGrpSpPr/>
          <p:nvPr/>
        </p:nvGrpSpPr>
        <p:grpSpPr>
          <a:xfrm flipH="1" rot="10800000">
            <a:off x="8339013" y="4333366"/>
            <a:ext cx="183518" cy="270629"/>
            <a:chOff x="5738779" y="2391033"/>
            <a:chExt cx="85397" cy="125927"/>
          </a:xfrm>
        </p:grpSpPr>
        <p:sp>
          <p:nvSpPr>
            <p:cNvPr id="234" name="Google Shape;234;p10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hasCustomPrompt="1" type="title"/>
          </p:nvPr>
        </p:nvSpPr>
        <p:spPr>
          <a:xfrm>
            <a:off x="1849200" y="1938713"/>
            <a:ext cx="5445600" cy="7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8" name="Google Shape;238;p11"/>
          <p:cNvSpPr txBox="1"/>
          <p:nvPr>
            <p:ph idx="1" type="subTitle"/>
          </p:nvPr>
        </p:nvSpPr>
        <p:spPr>
          <a:xfrm>
            <a:off x="1847100" y="2787176"/>
            <a:ext cx="5449800" cy="4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9" name="Google Shape;239;p11"/>
          <p:cNvSpPr/>
          <p:nvPr/>
        </p:nvSpPr>
        <p:spPr>
          <a:xfrm>
            <a:off x="6305242" y="-156685"/>
            <a:ext cx="2532367" cy="653790"/>
          </a:xfrm>
          <a:custGeom>
            <a:rect b="b" l="l" r="r" t="t"/>
            <a:pathLst>
              <a:path extrusionOk="0" h="4588" w="17771">
                <a:moveTo>
                  <a:pt x="10347" y="0"/>
                </a:moveTo>
                <a:cubicBezTo>
                  <a:pt x="9938" y="0"/>
                  <a:pt x="9531" y="49"/>
                  <a:pt x="9160" y="122"/>
                </a:cubicBezTo>
                <a:cubicBezTo>
                  <a:pt x="8069" y="330"/>
                  <a:pt x="4812" y="1448"/>
                  <a:pt x="2558" y="1448"/>
                </a:cubicBezTo>
                <a:cubicBezTo>
                  <a:pt x="1449" y="1448"/>
                  <a:pt x="584" y="1178"/>
                  <a:pt x="338" y="395"/>
                </a:cubicBezTo>
                <a:cubicBezTo>
                  <a:pt x="226" y="420"/>
                  <a:pt x="127" y="458"/>
                  <a:pt x="27" y="482"/>
                </a:cubicBezTo>
                <a:cubicBezTo>
                  <a:pt x="0" y="1861"/>
                  <a:pt x="1213" y="2276"/>
                  <a:pt x="2751" y="2276"/>
                </a:cubicBezTo>
                <a:cubicBezTo>
                  <a:pt x="4762" y="2276"/>
                  <a:pt x="7330" y="1567"/>
                  <a:pt x="8414" y="1377"/>
                </a:cubicBezTo>
                <a:cubicBezTo>
                  <a:pt x="9088" y="1262"/>
                  <a:pt x="9679" y="1064"/>
                  <a:pt x="10310" y="1064"/>
                </a:cubicBezTo>
                <a:cubicBezTo>
                  <a:pt x="10564" y="1064"/>
                  <a:pt x="10824" y="1096"/>
                  <a:pt x="11098" y="1178"/>
                </a:cubicBezTo>
                <a:cubicBezTo>
                  <a:pt x="12005" y="1439"/>
                  <a:pt x="12378" y="2334"/>
                  <a:pt x="12800" y="3067"/>
                </a:cubicBezTo>
                <a:cubicBezTo>
                  <a:pt x="13279" y="3910"/>
                  <a:pt x="13872" y="4588"/>
                  <a:pt x="14782" y="4588"/>
                </a:cubicBezTo>
                <a:cubicBezTo>
                  <a:pt x="14958" y="4588"/>
                  <a:pt x="15146" y="4563"/>
                  <a:pt x="15347" y="4508"/>
                </a:cubicBezTo>
                <a:cubicBezTo>
                  <a:pt x="16379" y="4235"/>
                  <a:pt x="16888" y="3042"/>
                  <a:pt x="17211" y="2135"/>
                </a:cubicBezTo>
                <a:cubicBezTo>
                  <a:pt x="17398" y="1638"/>
                  <a:pt x="17646" y="979"/>
                  <a:pt x="17770" y="321"/>
                </a:cubicBezTo>
                <a:cubicBezTo>
                  <a:pt x="17398" y="209"/>
                  <a:pt x="17000" y="110"/>
                  <a:pt x="16602" y="23"/>
                </a:cubicBezTo>
                <a:cubicBezTo>
                  <a:pt x="16528" y="371"/>
                  <a:pt x="16478" y="731"/>
                  <a:pt x="16391" y="1042"/>
                </a:cubicBezTo>
                <a:cubicBezTo>
                  <a:pt x="16167" y="1849"/>
                  <a:pt x="15844" y="3216"/>
                  <a:pt x="14900" y="3464"/>
                </a:cubicBezTo>
                <a:cubicBezTo>
                  <a:pt x="14859" y="3475"/>
                  <a:pt x="14817" y="3480"/>
                  <a:pt x="14776" y="3480"/>
                </a:cubicBezTo>
                <a:cubicBezTo>
                  <a:pt x="13962" y="3480"/>
                  <a:pt x="13176" y="1475"/>
                  <a:pt x="12751" y="955"/>
                </a:cubicBezTo>
                <a:cubicBezTo>
                  <a:pt x="12169" y="236"/>
                  <a:pt x="11251" y="0"/>
                  <a:pt x="103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 flipH="1">
            <a:off x="1" y="4128000"/>
            <a:ext cx="699001" cy="1087578"/>
          </a:xfrm>
          <a:custGeom>
            <a:rect b="b" l="l" r="r" t="t"/>
            <a:pathLst>
              <a:path extrusionOk="0" h="6390" w="4107">
                <a:moveTo>
                  <a:pt x="770" y="1"/>
                </a:moveTo>
                <a:cubicBezTo>
                  <a:pt x="597" y="1"/>
                  <a:pt x="413" y="17"/>
                  <a:pt x="217" y="53"/>
                </a:cubicBezTo>
                <a:cubicBezTo>
                  <a:pt x="0" y="89"/>
                  <a:pt x="40" y="452"/>
                  <a:pt x="258" y="452"/>
                </a:cubicBezTo>
                <a:cubicBezTo>
                  <a:pt x="265" y="452"/>
                  <a:pt x="272" y="451"/>
                  <a:pt x="279" y="451"/>
                </a:cubicBezTo>
                <a:cubicBezTo>
                  <a:pt x="353" y="445"/>
                  <a:pt x="424" y="442"/>
                  <a:pt x="493" y="442"/>
                </a:cubicBezTo>
                <a:cubicBezTo>
                  <a:pt x="2743" y="442"/>
                  <a:pt x="2599" y="3323"/>
                  <a:pt x="2888" y="4998"/>
                </a:cubicBezTo>
                <a:cubicBezTo>
                  <a:pt x="2963" y="5458"/>
                  <a:pt x="3050" y="5942"/>
                  <a:pt x="3224" y="6390"/>
                </a:cubicBezTo>
                <a:lnTo>
                  <a:pt x="4106" y="6390"/>
                </a:lnTo>
                <a:cubicBezTo>
                  <a:pt x="4007" y="6241"/>
                  <a:pt x="3932" y="6092"/>
                  <a:pt x="3845" y="5955"/>
                </a:cubicBezTo>
                <a:cubicBezTo>
                  <a:pt x="3373" y="5110"/>
                  <a:pt x="3386" y="3892"/>
                  <a:pt x="3236" y="2960"/>
                </a:cubicBezTo>
                <a:cubicBezTo>
                  <a:pt x="2979" y="1415"/>
                  <a:pt x="2348" y="1"/>
                  <a:pt x="7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 rot="-5400000">
            <a:off x="2112788" y="-243475"/>
            <a:ext cx="372144" cy="708184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 rot="-6300056">
            <a:off x="7424883" y="2642267"/>
            <a:ext cx="1999662" cy="3154861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 rot="-6300056">
            <a:off x="7955180" y="3089006"/>
            <a:ext cx="1526915" cy="2698065"/>
          </a:xfrm>
          <a:custGeom>
            <a:rect b="b" l="l" r="r" t="t"/>
            <a:pathLst>
              <a:path extrusionOk="0" h="32474" w="18378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11"/>
          <p:cNvGrpSpPr/>
          <p:nvPr/>
        </p:nvGrpSpPr>
        <p:grpSpPr>
          <a:xfrm>
            <a:off x="5531508" y="4527890"/>
            <a:ext cx="230935" cy="341547"/>
            <a:chOff x="4510355" y="4299794"/>
            <a:chExt cx="138144" cy="204299"/>
          </a:xfrm>
        </p:grpSpPr>
        <p:sp>
          <p:nvSpPr>
            <p:cNvPr id="245" name="Google Shape;245;p11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11"/>
          <p:cNvGrpSpPr/>
          <p:nvPr/>
        </p:nvGrpSpPr>
        <p:grpSpPr>
          <a:xfrm>
            <a:off x="8606437" y="2700335"/>
            <a:ext cx="98389" cy="145319"/>
            <a:chOff x="4820760" y="3853535"/>
            <a:chExt cx="58855" cy="86924"/>
          </a:xfrm>
        </p:grpSpPr>
        <p:sp>
          <p:nvSpPr>
            <p:cNvPr id="248" name="Google Shape;248;p11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11"/>
          <p:cNvSpPr/>
          <p:nvPr/>
        </p:nvSpPr>
        <p:spPr>
          <a:xfrm>
            <a:off x="6552658" y="4787616"/>
            <a:ext cx="97111" cy="7556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330655" y="4596040"/>
            <a:ext cx="62188" cy="48252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 flipH="1">
            <a:off x="2934124" y="501729"/>
            <a:ext cx="97111" cy="7556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6" name="Google Shape;256;p13"/>
          <p:cNvSpPr/>
          <p:nvPr/>
        </p:nvSpPr>
        <p:spPr>
          <a:xfrm flipH="1" rot="5400000">
            <a:off x="6148139" y="-1469904"/>
            <a:ext cx="1040040" cy="2438144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 flipH="1" rot="-5400000">
            <a:off x="238472" y="4186682"/>
            <a:ext cx="806711" cy="1891155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8495285" y="3770766"/>
            <a:ext cx="1037769" cy="1974172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8682407" y="4164116"/>
            <a:ext cx="386467" cy="735471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13"/>
          <p:cNvGrpSpPr/>
          <p:nvPr/>
        </p:nvGrpSpPr>
        <p:grpSpPr>
          <a:xfrm flipH="1">
            <a:off x="8641140" y="549906"/>
            <a:ext cx="296937" cy="438796"/>
            <a:chOff x="5446181" y="2529085"/>
            <a:chExt cx="138174" cy="204177"/>
          </a:xfrm>
        </p:grpSpPr>
        <p:sp>
          <p:nvSpPr>
            <p:cNvPr id="261" name="Google Shape;261;p13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13"/>
          <p:cNvGrpSpPr/>
          <p:nvPr/>
        </p:nvGrpSpPr>
        <p:grpSpPr>
          <a:xfrm flipH="1">
            <a:off x="8922427" y="1029442"/>
            <a:ext cx="183518" cy="270629"/>
            <a:chOff x="5738779" y="2391033"/>
            <a:chExt cx="85397" cy="125927"/>
          </a:xfrm>
        </p:grpSpPr>
        <p:sp>
          <p:nvSpPr>
            <p:cNvPr id="264" name="Google Shape;264;p13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13"/>
          <p:cNvSpPr/>
          <p:nvPr/>
        </p:nvSpPr>
        <p:spPr>
          <a:xfrm flipH="1">
            <a:off x="8641146" y="3846376"/>
            <a:ext cx="124847" cy="97143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 flipH="1">
            <a:off x="8670880" y="10256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13"/>
          <p:cNvGrpSpPr/>
          <p:nvPr/>
        </p:nvGrpSpPr>
        <p:grpSpPr>
          <a:xfrm flipH="1">
            <a:off x="66760" y="-1954"/>
            <a:ext cx="183495" cy="271147"/>
            <a:chOff x="5446181" y="2529085"/>
            <a:chExt cx="138174" cy="204177"/>
          </a:xfrm>
        </p:grpSpPr>
        <p:sp>
          <p:nvSpPr>
            <p:cNvPr id="269" name="Google Shape;269;p13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13"/>
          <p:cNvGrpSpPr/>
          <p:nvPr/>
        </p:nvGrpSpPr>
        <p:grpSpPr>
          <a:xfrm flipH="1">
            <a:off x="142177" y="445018"/>
            <a:ext cx="296937" cy="438796"/>
            <a:chOff x="5446181" y="2529085"/>
            <a:chExt cx="138174" cy="204177"/>
          </a:xfrm>
        </p:grpSpPr>
        <p:sp>
          <p:nvSpPr>
            <p:cNvPr id="272" name="Google Shape;272;p13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13"/>
          <p:cNvSpPr/>
          <p:nvPr/>
        </p:nvSpPr>
        <p:spPr>
          <a:xfrm flipH="1">
            <a:off x="8951758" y="3095314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 flipH="1">
            <a:off x="250243" y="113371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13"/>
          <p:cNvGrpSpPr/>
          <p:nvPr/>
        </p:nvGrpSpPr>
        <p:grpSpPr>
          <a:xfrm flipH="1">
            <a:off x="8783890" y="3346292"/>
            <a:ext cx="183518" cy="270629"/>
            <a:chOff x="5738779" y="2391033"/>
            <a:chExt cx="85397" cy="125927"/>
          </a:xfrm>
        </p:grpSpPr>
        <p:sp>
          <p:nvSpPr>
            <p:cNvPr id="277" name="Google Shape;277;p13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3"/>
          <p:cNvSpPr/>
          <p:nvPr/>
        </p:nvSpPr>
        <p:spPr>
          <a:xfrm flipH="1">
            <a:off x="488871" y="85039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" name="Google Shape;280;p13"/>
          <p:cNvGrpSpPr/>
          <p:nvPr/>
        </p:nvGrpSpPr>
        <p:grpSpPr>
          <a:xfrm rot="1067253">
            <a:off x="8585611" y="2333667"/>
            <a:ext cx="857092" cy="342716"/>
            <a:chOff x="8704100" y="2958950"/>
            <a:chExt cx="925200" cy="369950"/>
          </a:xfrm>
        </p:grpSpPr>
        <p:sp>
          <p:nvSpPr>
            <p:cNvPr id="281" name="Google Shape;281;p13"/>
            <p:cNvSpPr/>
            <p:nvPr/>
          </p:nvSpPr>
          <p:spPr>
            <a:xfrm>
              <a:off x="8704100" y="3016350"/>
              <a:ext cx="558025" cy="278850"/>
            </a:xfrm>
            <a:custGeom>
              <a:rect b="b" l="l" r="r" t="t"/>
              <a:pathLst>
                <a:path extrusionOk="0" h="11154" w="22321">
                  <a:moveTo>
                    <a:pt x="13653" y="556"/>
                  </a:moveTo>
                  <a:cubicBezTo>
                    <a:pt x="14130" y="673"/>
                    <a:pt x="14615" y="737"/>
                    <a:pt x="15109" y="737"/>
                  </a:cubicBezTo>
                  <a:cubicBezTo>
                    <a:pt x="15281" y="737"/>
                    <a:pt x="15454" y="729"/>
                    <a:pt x="15628" y="713"/>
                  </a:cubicBezTo>
                  <a:cubicBezTo>
                    <a:pt x="15637" y="712"/>
                    <a:pt x="15646" y="712"/>
                    <a:pt x="15655" y="712"/>
                  </a:cubicBezTo>
                  <a:cubicBezTo>
                    <a:pt x="15785" y="712"/>
                    <a:pt x="15898" y="816"/>
                    <a:pt x="15957" y="948"/>
                  </a:cubicBezTo>
                  <a:cubicBezTo>
                    <a:pt x="16020" y="1058"/>
                    <a:pt x="16004" y="1230"/>
                    <a:pt x="15910" y="1246"/>
                  </a:cubicBezTo>
                  <a:cubicBezTo>
                    <a:pt x="15205" y="1340"/>
                    <a:pt x="14609" y="1732"/>
                    <a:pt x="13966" y="1983"/>
                  </a:cubicBezTo>
                  <a:cubicBezTo>
                    <a:pt x="13852" y="2029"/>
                    <a:pt x="13740" y="2050"/>
                    <a:pt x="13632" y="2050"/>
                  </a:cubicBezTo>
                  <a:cubicBezTo>
                    <a:pt x="13342" y="2050"/>
                    <a:pt x="13074" y="1903"/>
                    <a:pt x="12822" y="1732"/>
                  </a:cubicBezTo>
                  <a:cubicBezTo>
                    <a:pt x="12634" y="1622"/>
                    <a:pt x="12571" y="1168"/>
                    <a:pt x="12666" y="901"/>
                  </a:cubicBezTo>
                  <a:cubicBezTo>
                    <a:pt x="12744" y="713"/>
                    <a:pt x="12901" y="635"/>
                    <a:pt x="13089" y="603"/>
                  </a:cubicBezTo>
                  <a:cubicBezTo>
                    <a:pt x="13277" y="572"/>
                    <a:pt x="13465" y="572"/>
                    <a:pt x="13653" y="556"/>
                  </a:cubicBezTo>
                  <a:close/>
                  <a:moveTo>
                    <a:pt x="18429" y="3571"/>
                  </a:moveTo>
                  <a:cubicBezTo>
                    <a:pt x="18486" y="3571"/>
                    <a:pt x="18545" y="3574"/>
                    <a:pt x="18606" y="3581"/>
                  </a:cubicBezTo>
                  <a:cubicBezTo>
                    <a:pt x="18779" y="3597"/>
                    <a:pt x="18857" y="3738"/>
                    <a:pt x="18904" y="3958"/>
                  </a:cubicBezTo>
                  <a:cubicBezTo>
                    <a:pt x="18873" y="4036"/>
                    <a:pt x="18857" y="4193"/>
                    <a:pt x="18779" y="4318"/>
                  </a:cubicBezTo>
                  <a:cubicBezTo>
                    <a:pt x="18418" y="4929"/>
                    <a:pt x="18057" y="5541"/>
                    <a:pt x="17681" y="6136"/>
                  </a:cubicBezTo>
                  <a:cubicBezTo>
                    <a:pt x="17405" y="6575"/>
                    <a:pt x="17105" y="6788"/>
                    <a:pt x="16750" y="6788"/>
                  </a:cubicBezTo>
                  <a:cubicBezTo>
                    <a:pt x="16521" y="6788"/>
                    <a:pt x="16271" y="6700"/>
                    <a:pt x="15988" y="6528"/>
                  </a:cubicBezTo>
                  <a:cubicBezTo>
                    <a:pt x="15628" y="6309"/>
                    <a:pt x="15393" y="5980"/>
                    <a:pt x="15126" y="5666"/>
                  </a:cubicBezTo>
                  <a:cubicBezTo>
                    <a:pt x="15026" y="5543"/>
                    <a:pt x="14907" y="5484"/>
                    <a:pt x="14791" y="5484"/>
                  </a:cubicBezTo>
                  <a:cubicBezTo>
                    <a:pt x="14672" y="5484"/>
                    <a:pt x="14556" y="5547"/>
                    <a:pt x="14468" y="5666"/>
                  </a:cubicBezTo>
                  <a:cubicBezTo>
                    <a:pt x="14233" y="5948"/>
                    <a:pt x="14014" y="6246"/>
                    <a:pt x="13778" y="6544"/>
                  </a:cubicBezTo>
                  <a:cubicBezTo>
                    <a:pt x="13738" y="6605"/>
                    <a:pt x="13677" y="6646"/>
                    <a:pt x="13610" y="6646"/>
                  </a:cubicBezTo>
                  <a:cubicBezTo>
                    <a:pt x="13573" y="6646"/>
                    <a:pt x="13535" y="6634"/>
                    <a:pt x="13496" y="6607"/>
                  </a:cubicBezTo>
                  <a:cubicBezTo>
                    <a:pt x="13418" y="6544"/>
                    <a:pt x="13277" y="6434"/>
                    <a:pt x="13292" y="6356"/>
                  </a:cubicBezTo>
                  <a:cubicBezTo>
                    <a:pt x="13324" y="5964"/>
                    <a:pt x="13261" y="5541"/>
                    <a:pt x="13481" y="5196"/>
                  </a:cubicBezTo>
                  <a:cubicBezTo>
                    <a:pt x="13841" y="4616"/>
                    <a:pt x="14358" y="4177"/>
                    <a:pt x="15032" y="3989"/>
                  </a:cubicBezTo>
                  <a:cubicBezTo>
                    <a:pt x="15339" y="3901"/>
                    <a:pt x="15653" y="3875"/>
                    <a:pt x="15967" y="3875"/>
                  </a:cubicBezTo>
                  <a:cubicBezTo>
                    <a:pt x="16327" y="3875"/>
                    <a:pt x="16687" y="3910"/>
                    <a:pt x="17039" y="3926"/>
                  </a:cubicBezTo>
                  <a:cubicBezTo>
                    <a:pt x="17164" y="3926"/>
                    <a:pt x="17274" y="4083"/>
                    <a:pt x="17399" y="4177"/>
                  </a:cubicBezTo>
                  <a:cubicBezTo>
                    <a:pt x="17456" y="4217"/>
                    <a:pt x="17509" y="4236"/>
                    <a:pt x="17555" y="4236"/>
                  </a:cubicBezTo>
                  <a:cubicBezTo>
                    <a:pt x="17637" y="4236"/>
                    <a:pt x="17698" y="4177"/>
                    <a:pt x="17728" y="4067"/>
                  </a:cubicBezTo>
                  <a:cubicBezTo>
                    <a:pt x="17862" y="3694"/>
                    <a:pt x="18108" y="3571"/>
                    <a:pt x="18429" y="3571"/>
                  </a:cubicBezTo>
                  <a:close/>
                  <a:moveTo>
                    <a:pt x="19632" y="4310"/>
                  </a:moveTo>
                  <a:cubicBezTo>
                    <a:pt x="19735" y="4310"/>
                    <a:pt x="19841" y="4361"/>
                    <a:pt x="19970" y="4459"/>
                  </a:cubicBezTo>
                  <a:cubicBezTo>
                    <a:pt x="20628" y="4977"/>
                    <a:pt x="20863" y="5729"/>
                    <a:pt x="21036" y="6497"/>
                  </a:cubicBezTo>
                  <a:cubicBezTo>
                    <a:pt x="21067" y="6622"/>
                    <a:pt x="21036" y="6795"/>
                    <a:pt x="20957" y="6920"/>
                  </a:cubicBezTo>
                  <a:cubicBezTo>
                    <a:pt x="20800" y="7140"/>
                    <a:pt x="20659" y="7343"/>
                    <a:pt x="20942" y="7578"/>
                  </a:cubicBezTo>
                  <a:cubicBezTo>
                    <a:pt x="21098" y="7704"/>
                    <a:pt x="20957" y="7861"/>
                    <a:pt x="20879" y="7970"/>
                  </a:cubicBezTo>
                  <a:cubicBezTo>
                    <a:pt x="20518" y="8503"/>
                    <a:pt x="20111" y="8973"/>
                    <a:pt x="19594" y="9350"/>
                  </a:cubicBezTo>
                  <a:cubicBezTo>
                    <a:pt x="19343" y="9522"/>
                    <a:pt x="19108" y="9710"/>
                    <a:pt x="18888" y="9898"/>
                  </a:cubicBezTo>
                  <a:cubicBezTo>
                    <a:pt x="18689" y="10084"/>
                    <a:pt x="18468" y="10191"/>
                    <a:pt x="18214" y="10191"/>
                  </a:cubicBezTo>
                  <a:cubicBezTo>
                    <a:pt x="18168" y="10191"/>
                    <a:pt x="18121" y="10188"/>
                    <a:pt x="18073" y="10180"/>
                  </a:cubicBezTo>
                  <a:cubicBezTo>
                    <a:pt x="17807" y="10133"/>
                    <a:pt x="17556" y="10102"/>
                    <a:pt x="17305" y="10024"/>
                  </a:cubicBezTo>
                  <a:cubicBezTo>
                    <a:pt x="16443" y="9757"/>
                    <a:pt x="15550" y="9663"/>
                    <a:pt x="14656" y="9600"/>
                  </a:cubicBezTo>
                  <a:cubicBezTo>
                    <a:pt x="13935" y="9553"/>
                    <a:pt x="13261" y="9365"/>
                    <a:pt x="12603" y="9115"/>
                  </a:cubicBezTo>
                  <a:cubicBezTo>
                    <a:pt x="12336" y="9005"/>
                    <a:pt x="12289" y="8817"/>
                    <a:pt x="12540" y="8613"/>
                  </a:cubicBezTo>
                  <a:cubicBezTo>
                    <a:pt x="12885" y="8315"/>
                    <a:pt x="13120" y="7970"/>
                    <a:pt x="13355" y="7578"/>
                  </a:cubicBezTo>
                  <a:cubicBezTo>
                    <a:pt x="13622" y="7093"/>
                    <a:pt x="14170" y="6842"/>
                    <a:pt x="14640" y="6528"/>
                  </a:cubicBezTo>
                  <a:cubicBezTo>
                    <a:pt x="14685" y="6498"/>
                    <a:pt x="14734" y="6486"/>
                    <a:pt x="14781" y="6486"/>
                  </a:cubicBezTo>
                  <a:cubicBezTo>
                    <a:pt x="14884" y="6486"/>
                    <a:pt x="14984" y="6543"/>
                    <a:pt x="15048" y="6607"/>
                  </a:cubicBezTo>
                  <a:cubicBezTo>
                    <a:pt x="15471" y="7046"/>
                    <a:pt x="16098" y="7171"/>
                    <a:pt x="16568" y="7531"/>
                  </a:cubicBezTo>
                  <a:cubicBezTo>
                    <a:pt x="16672" y="7615"/>
                    <a:pt x="16765" y="7654"/>
                    <a:pt x="16854" y="7654"/>
                  </a:cubicBezTo>
                  <a:cubicBezTo>
                    <a:pt x="16982" y="7654"/>
                    <a:pt x="17104" y="7576"/>
                    <a:pt x="17242" y="7437"/>
                  </a:cubicBezTo>
                  <a:cubicBezTo>
                    <a:pt x="17540" y="7140"/>
                    <a:pt x="17760" y="6795"/>
                    <a:pt x="17963" y="6434"/>
                  </a:cubicBezTo>
                  <a:cubicBezTo>
                    <a:pt x="18355" y="5760"/>
                    <a:pt x="18731" y="5055"/>
                    <a:pt x="19296" y="4491"/>
                  </a:cubicBezTo>
                  <a:cubicBezTo>
                    <a:pt x="19418" y="4369"/>
                    <a:pt x="19522" y="4310"/>
                    <a:pt x="19632" y="4310"/>
                  </a:cubicBezTo>
                  <a:close/>
                  <a:moveTo>
                    <a:pt x="12648" y="0"/>
                  </a:moveTo>
                  <a:cubicBezTo>
                    <a:pt x="12293" y="0"/>
                    <a:pt x="12028" y="190"/>
                    <a:pt x="11819" y="478"/>
                  </a:cubicBezTo>
                  <a:cubicBezTo>
                    <a:pt x="11365" y="1089"/>
                    <a:pt x="10800" y="1575"/>
                    <a:pt x="10283" y="2124"/>
                  </a:cubicBezTo>
                  <a:cubicBezTo>
                    <a:pt x="10079" y="2328"/>
                    <a:pt x="9891" y="2563"/>
                    <a:pt x="9703" y="2798"/>
                  </a:cubicBezTo>
                  <a:cubicBezTo>
                    <a:pt x="9814" y="2818"/>
                    <a:pt x="9918" y="2833"/>
                    <a:pt x="10017" y="2833"/>
                  </a:cubicBezTo>
                  <a:cubicBezTo>
                    <a:pt x="10226" y="2833"/>
                    <a:pt x="10411" y="2765"/>
                    <a:pt x="10581" y="2531"/>
                  </a:cubicBezTo>
                  <a:cubicBezTo>
                    <a:pt x="10926" y="2045"/>
                    <a:pt x="11349" y="1622"/>
                    <a:pt x="11835" y="1309"/>
                  </a:cubicBezTo>
                  <a:cubicBezTo>
                    <a:pt x="11944" y="1387"/>
                    <a:pt x="12007" y="1418"/>
                    <a:pt x="12054" y="1465"/>
                  </a:cubicBezTo>
                  <a:cubicBezTo>
                    <a:pt x="12242" y="1763"/>
                    <a:pt x="12227" y="2233"/>
                    <a:pt x="12681" y="2328"/>
                  </a:cubicBezTo>
                  <a:cubicBezTo>
                    <a:pt x="13045" y="2406"/>
                    <a:pt x="13403" y="2540"/>
                    <a:pt x="13766" y="2540"/>
                  </a:cubicBezTo>
                  <a:cubicBezTo>
                    <a:pt x="13982" y="2540"/>
                    <a:pt x="14199" y="2493"/>
                    <a:pt x="14421" y="2359"/>
                  </a:cubicBezTo>
                  <a:cubicBezTo>
                    <a:pt x="14609" y="2233"/>
                    <a:pt x="14844" y="2202"/>
                    <a:pt x="15064" y="2139"/>
                  </a:cubicBezTo>
                  <a:cubicBezTo>
                    <a:pt x="15214" y="2100"/>
                    <a:pt x="15349" y="2079"/>
                    <a:pt x="15469" y="2079"/>
                  </a:cubicBezTo>
                  <a:cubicBezTo>
                    <a:pt x="15875" y="2079"/>
                    <a:pt x="16124" y="2313"/>
                    <a:pt x="16318" y="2845"/>
                  </a:cubicBezTo>
                  <a:cubicBezTo>
                    <a:pt x="16365" y="2955"/>
                    <a:pt x="16380" y="3064"/>
                    <a:pt x="16412" y="3158"/>
                  </a:cubicBezTo>
                  <a:cubicBezTo>
                    <a:pt x="16259" y="3321"/>
                    <a:pt x="16082" y="3343"/>
                    <a:pt x="15904" y="3343"/>
                  </a:cubicBezTo>
                  <a:cubicBezTo>
                    <a:pt x="15836" y="3343"/>
                    <a:pt x="15767" y="3340"/>
                    <a:pt x="15699" y="3340"/>
                  </a:cubicBezTo>
                  <a:cubicBezTo>
                    <a:pt x="15654" y="3340"/>
                    <a:pt x="15609" y="3342"/>
                    <a:pt x="15565" y="3346"/>
                  </a:cubicBezTo>
                  <a:cubicBezTo>
                    <a:pt x="14296" y="3503"/>
                    <a:pt x="13434" y="4193"/>
                    <a:pt x="12807" y="5243"/>
                  </a:cubicBezTo>
                  <a:cubicBezTo>
                    <a:pt x="12571" y="5635"/>
                    <a:pt x="12603" y="6074"/>
                    <a:pt x="12681" y="6434"/>
                  </a:cubicBezTo>
                  <a:cubicBezTo>
                    <a:pt x="12822" y="7046"/>
                    <a:pt x="12571" y="7453"/>
                    <a:pt x="12227" y="7861"/>
                  </a:cubicBezTo>
                  <a:cubicBezTo>
                    <a:pt x="12039" y="8080"/>
                    <a:pt x="11819" y="8284"/>
                    <a:pt x="11553" y="8441"/>
                  </a:cubicBezTo>
                  <a:cubicBezTo>
                    <a:pt x="11035" y="8738"/>
                    <a:pt x="10581" y="9115"/>
                    <a:pt x="10252" y="9647"/>
                  </a:cubicBezTo>
                  <a:cubicBezTo>
                    <a:pt x="9889" y="10205"/>
                    <a:pt x="9386" y="10483"/>
                    <a:pt x="8798" y="10483"/>
                  </a:cubicBezTo>
                  <a:cubicBezTo>
                    <a:pt x="8675" y="10483"/>
                    <a:pt x="8548" y="10471"/>
                    <a:pt x="8418" y="10447"/>
                  </a:cubicBezTo>
                  <a:cubicBezTo>
                    <a:pt x="8210" y="10409"/>
                    <a:pt x="8006" y="10394"/>
                    <a:pt x="7803" y="10394"/>
                  </a:cubicBezTo>
                  <a:cubicBezTo>
                    <a:pt x="7332" y="10394"/>
                    <a:pt x="6872" y="10475"/>
                    <a:pt x="6411" y="10541"/>
                  </a:cubicBezTo>
                  <a:cubicBezTo>
                    <a:pt x="6160" y="10580"/>
                    <a:pt x="5908" y="10606"/>
                    <a:pt x="5656" y="10606"/>
                  </a:cubicBezTo>
                  <a:cubicBezTo>
                    <a:pt x="5500" y="10606"/>
                    <a:pt x="5345" y="10596"/>
                    <a:pt x="5189" y="10572"/>
                  </a:cubicBezTo>
                  <a:cubicBezTo>
                    <a:pt x="4750" y="10494"/>
                    <a:pt x="4295" y="10478"/>
                    <a:pt x="3841" y="10463"/>
                  </a:cubicBezTo>
                  <a:cubicBezTo>
                    <a:pt x="3230" y="10431"/>
                    <a:pt x="2665" y="10274"/>
                    <a:pt x="2101" y="10055"/>
                  </a:cubicBezTo>
                  <a:cubicBezTo>
                    <a:pt x="1490" y="9789"/>
                    <a:pt x="1114" y="9162"/>
                    <a:pt x="1145" y="8535"/>
                  </a:cubicBezTo>
                  <a:cubicBezTo>
                    <a:pt x="1161" y="8190"/>
                    <a:pt x="1270" y="7876"/>
                    <a:pt x="1537" y="7641"/>
                  </a:cubicBezTo>
                  <a:cubicBezTo>
                    <a:pt x="1646" y="7531"/>
                    <a:pt x="1756" y="7422"/>
                    <a:pt x="1882" y="7343"/>
                  </a:cubicBezTo>
                  <a:cubicBezTo>
                    <a:pt x="3621" y="6121"/>
                    <a:pt x="5236" y="4710"/>
                    <a:pt x="7321" y="4052"/>
                  </a:cubicBezTo>
                  <a:cubicBezTo>
                    <a:pt x="7759" y="3926"/>
                    <a:pt x="8151" y="3707"/>
                    <a:pt x="8575" y="3534"/>
                  </a:cubicBezTo>
                  <a:cubicBezTo>
                    <a:pt x="8720" y="3472"/>
                    <a:pt x="8865" y="3434"/>
                    <a:pt x="9006" y="3434"/>
                  </a:cubicBezTo>
                  <a:cubicBezTo>
                    <a:pt x="9185" y="3434"/>
                    <a:pt x="9357" y="3495"/>
                    <a:pt x="9515" y="3644"/>
                  </a:cubicBezTo>
                  <a:cubicBezTo>
                    <a:pt x="9923" y="4052"/>
                    <a:pt x="10502" y="4161"/>
                    <a:pt x="10957" y="4506"/>
                  </a:cubicBezTo>
                  <a:cubicBezTo>
                    <a:pt x="11161" y="4663"/>
                    <a:pt x="11192" y="4835"/>
                    <a:pt x="10973" y="5039"/>
                  </a:cubicBezTo>
                  <a:cubicBezTo>
                    <a:pt x="10706" y="5306"/>
                    <a:pt x="10534" y="5635"/>
                    <a:pt x="10330" y="5964"/>
                  </a:cubicBezTo>
                  <a:cubicBezTo>
                    <a:pt x="10220" y="6152"/>
                    <a:pt x="10095" y="6340"/>
                    <a:pt x="9938" y="6497"/>
                  </a:cubicBezTo>
                  <a:cubicBezTo>
                    <a:pt x="9812" y="6634"/>
                    <a:pt x="9657" y="6714"/>
                    <a:pt x="9489" y="6714"/>
                  </a:cubicBezTo>
                  <a:cubicBezTo>
                    <a:pt x="9406" y="6714"/>
                    <a:pt x="9320" y="6695"/>
                    <a:pt x="9233" y="6654"/>
                  </a:cubicBezTo>
                  <a:cubicBezTo>
                    <a:pt x="9123" y="6591"/>
                    <a:pt x="9045" y="6513"/>
                    <a:pt x="8935" y="6466"/>
                  </a:cubicBezTo>
                  <a:cubicBezTo>
                    <a:pt x="8563" y="6320"/>
                    <a:pt x="8204" y="6211"/>
                    <a:pt x="7856" y="6211"/>
                  </a:cubicBezTo>
                  <a:cubicBezTo>
                    <a:pt x="7456" y="6211"/>
                    <a:pt x="7071" y="6354"/>
                    <a:pt x="6694" y="6748"/>
                  </a:cubicBezTo>
                  <a:cubicBezTo>
                    <a:pt x="6255" y="7202"/>
                    <a:pt x="5690" y="7516"/>
                    <a:pt x="5189" y="7923"/>
                  </a:cubicBezTo>
                  <a:cubicBezTo>
                    <a:pt x="5063" y="8017"/>
                    <a:pt x="5016" y="8174"/>
                    <a:pt x="5158" y="8299"/>
                  </a:cubicBezTo>
                  <a:cubicBezTo>
                    <a:pt x="5218" y="8360"/>
                    <a:pt x="5286" y="8388"/>
                    <a:pt x="5354" y="8388"/>
                  </a:cubicBezTo>
                  <a:cubicBezTo>
                    <a:pt x="5427" y="8388"/>
                    <a:pt x="5500" y="8356"/>
                    <a:pt x="5565" y="8299"/>
                  </a:cubicBezTo>
                  <a:cubicBezTo>
                    <a:pt x="5926" y="7970"/>
                    <a:pt x="6255" y="7625"/>
                    <a:pt x="6615" y="7312"/>
                  </a:cubicBezTo>
                  <a:cubicBezTo>
                    <a:pt x="7015" y="6973"/>
                    <a:pt x="7420" y="6808"/>
                    <a:pt x="7840" y="6808"/>
                  </a:cubicBezTo>
                  <a:cubicBezTo>
                    <a:pt x="8177" y="6808"/>
                    <a:pt x="8525" y="6914"/>
                    <a:pt x="8888" y="7124"/>
                  </a:cubicBezTo>
                  <a:cubicBezTo>
                    <a:pt x="8982" y="7171"/>
                    <a:pt x="9060" y="7265"/>
                    <a:pt x="9170" y="7312"/>
                  </a:cubicBezTo>
                  <a:cubicBezTo>
                    <a:pt x="9305" y="7385"/>
                    <a:pt x="9429" y="7423"/>
                    <a:pt x="9548" y="7423"/>
                  </a:cubicBezTo>
                  <a:cubicBezTo>
                    <a:pt x="9733" y="7423"/>
                    <a:pt x="9901" y="7331"/>
                    <a:pt x="10064" y="7140"/>
                  </a:cubicBezTo>
                  <a:cubicBezTo>
                    <a:pt x="10283" y="6889"/>
                    <a:pt x="10518" y="6622"/>
                    <a:pt x="10691" y="6340"/>
                  </a:cubicBezTo>
                  <a:cubicBezTo>
                    <a:pt x="11004" y="5823"/>
                    <a:pt x="11396" y="5525"/>
                    <a:pt x="12039" y="5509"/>
                  </a:cubicBezTo>
                  <a:cubicBezTo>
                    <a:pt x="12399" y="5509"/>
                    <a:pt x="12509" y="5133"/>
                    <a:pt x="12258" y="4867"/>
                  </a:cubicBezTo>
                  <a:cubicBezTo>
                    <a:pt x="11803" y="4412"/>
                    <a:pt x="11286" y="4067"/>
                    <a:pt x="10706" y="3770"/>
                  </a:cubicBezTo>
                  <a:cubicBezTo>
                    <a:pt x="10283" y="3550"/>
                    <a:pt x="9828" y="3346"/>
                    <a:pt x="9687" y="2813"/>
                  </a:cubicBezTo>
                  <a:cubicBezTo>
                    <a:pt x="9547" y="2789"/>
                    <a:pt x="9410" y="2776"/>
                    <a:pt x="9276" y="2776"/>
                  </a:cubicBezTo>
                  <a:cubicBezTo>
                    <a:pt x="8900" y="2776"/>
                    <a:pt x="8545" y="2876"/>
                    <a:pt x="8198" y="3096"/>
                  </a:cubicBezTo>
                  <a:cubicBezTo>
                    <a:pt x="7885" y="3284"/>
                    <a:pt x="7509" y="3393"/>
                    <a:pt x="7164" y="3534"/>
                  </a:cubicBezTo>
                  <a:cubicBezTo>
                    <a:pt x="5737" y="4099"/>
                    <a:pt x="4327" y="4710"/>
                    <a:pt x="3214" y="5807"/>
                  </a:cubicBezTo>
                  <a:cubicBezTo>
                    <a:pt x="3057" y="5964"/>
                    <a:pt x="2838" y="6058"/>
                    <a:pt x="2650" y="6168"/>
                  </a:cubicBezTo>
                  <a:cubicBezTo>
                    <a:pt x="2258" y="6403"/>
                    <a:pt x="1850" y="6607"/>
                    <a:pt x="1490" y="6857"/>
                  </a:cubicBezTo>
                  <a:cubicBezTo>
                    <a:pt x="330" y="7704"/>
                    <a:pt x="1" y="9350"/>
                    <a:pt x="1302" y="10384"/>
                  </a:cubicBezTo>
                  <a:cubicBezTo>
                    <a:pt x="1631" y="10651"/>
                    <a:pt x="1991" y="10823"/>
                    <a:pt x="2399" y="10917"/>
                  </a:cubicBezTo>
                  <a:cubicBezTo>
                    <a:pt x="3258" y="11086"/>
                    <a:pt x="4126" y="11153"/>
                    <a:pt x="4989" y="11153"/>
                  </a:cubicBezTo>
                  <a:cubicBezTo>
                    <a:pt x="5244" y="11153"/>
                    <a:pt x="5499" y="11147"/>
                    <a:pt x="5753" y="11137"/>
                  </a:cubicBezTo>
                  <a:cubicBezTo>
                    <a:pt x="6437" y="11107"/>
                    <a:pt x="7120" y="11058"/>
                    <a:pt x="7800" y="11058"/>
                  </a:cubicBezTo>
                  <a:cubicBezTo>
                    <a:pt x="8196" y="11058"/>
                    <a:pt x="8590" y="11075"/>
                    <a:pt x="8982" y="11121"/>
                  </a:cubicBezTo>
                  <a:cubicBezTo>
                    <a:pt x="9053" y="11130"/>
                    <a:pt x="9122" y="11134"/>
                    <a:pt x="9188" y="11134"/>
                  </a:cubicBezTo>
                  <a:cubicBezTo>
                    <a:pt x="9717" y="11134"/>
                    <a:pt x="10084" y="10860"/>
                    <a:pt x="10377" y="10400"/>
                  </a:cubicBezTo>
                  <a:cubicBezTo>
                    <a:pt x="10581" y="10086"/>
                    <a:pt x="10816" y="9789"/>
                    <a:pt x="11051" y="9506"/>
                  </a:cubicBezTo>
                  <a:cubicBezTo>
                    <a:pt x="11190" y="9335"/>
                    <a:pt x="11344" y="9237"/>
                    <a:pt x="11538" y="9237"/>
                  </a:cubicBezTo>
                  <a:cubicBezTo>
                    <a:pt x="11627" y="9237"/>
                    <a:pt x="11726" y="9258"/>
                    <a:pt x="11835" y="9303"/>
                  </a:cubicBezTo>
                  <a:cubicBezTo>
                    <a:pt x="12634" y="9632"/>
                    <a:pt x="13465" y="9898"/>
                    <a:pt x="14311" y="9977"/>
                  </a:cubicBezTo>
                  <a:cubicBezTo>
                    <a:pt x="15706" y="10118"/>
                    <a:pt x="17039" y="10415"/>
                    <a:pt x="18355" y="10870"/>
                  </a:cubicBezTo>
                  <a:cubicBezTo>
                    <a:pt x="18437" y="10901"/>
                    <a:pt x="18513" y="10917"/>
                    <a:pt x="18583" y="10917"/>
                  </a:cubicBezTo>
                  <a:cubicBezTo>
                    <a:pt x="18726" y="10917"/>
                    <a:pt x="18845" y="10850"/>
                    <a:pt x="18951" y="10713"/>
                  </a:cubicBezTo>
                  <a:cubicBezTo>
                    <a:pt x="19735" y="9757"/>
                    <a:pt x="20691" y="8989"/>
                    <a:pt x="21725" y="8284"/>
                  </a:cubicBezTo>
                  <a:cubicBezTo>
                    <a:pt x="22227" y="7939"/>
                    <a:pt x="22321" y="7406"/>
                    <a:pt x="21976" y="6920"/>
                  </a:cubicBezTo>
                  <a:cubicBezTo>
                    <a:pt x="21663" y="6497"/>
                    <a:pt x="21443" y="6027"/>
                    <a:pt x="21349" y="5494"/>
                  </a:cubicBezTo>
                  <a:cubicBezTo>
                    <a:pt x="21271" y="5118"/>
                    <a:pt x="21067" y="4804"/>
                    <a:pt x="20800" y="4522"/>
                  </a:cubicBezTo>
                  <a:cubicBezTo>
                    <a:pt x="20440" y="4146"/>
                    <a:pt x="20126" y="3738"/>
                    <a:pt x="19907" y="3252"/>
                  </a:cubicBezTo>
                  <a:cubicBezTo>
                    <a:pt x="19768" y="2951"/>
                    <a:pt x="19594" y="2838"/>
                    <a:pt x="19310" y="2838"/>
                  </a:cubicBezTo>
                  <a:cubicBezTo>
                    <a:pt x="19210" y="2838"/>
                    <a:pt x="19097" y="2852"/>
                    <a:pt x="18967" y="2876"/>
                  </a:cubicBezTo>
                  <a:cubicBezTo>
                    <a:pt x="18559" y="2955"/>
                    <a:pt x="18152" y="3049"/>
                    <a:pt x="17760" y="3127"/>
                  </a:cubicBezTo>
                  <a:cubicBezTo>
                    <a:pt x="17706" y="3137"/>
                    <a:pt x="17654" y="3142"/>
                    <a:pt x="17604" y="3142"/>
                  </a:cubicBezTo>
                  <a:cubicBezTo>
                    <a:pt x="17335" y="3142"/>
                    <a:pt x="17129" y="3002"/>
                    <a:pt x="17023" y="2751"/>
                  </a:cubicBezTo>
                  <a:cubicBezTo>
                    <a:pt x="16882" y="2453"/>
                    <a:pt x="16772" y="2124"/>
                    <a:pt x="16709" y="1795"/>
                  </a:cubicBezTo>
                  <a:cubicBezTo>
                    <a:pt x="16647" y="1544"/>
                    <a:pt x="16662" y="1277"/>
                    <a:pt x="16631" y="1011"/>
                  </a:cubicBezTo>
                  <a:cubicBezTo>
                    <a:pt x="16578" y="375"/>
                    <a:pt x="16436" y="142"/>
                    <a:pt x="15957" y="142"/>
                  </a:cubicBezTo>
                  <a:cubicBezTo>
                    <a:pt x="15870" y="142"/>
                    <a:pt x="15771" y="150"/>
                    <a:pt x="15659" y="164"/>
                  </a:cubicBezTo>
                  <a:cubicBezTo>
                    <a:pt x="15461" y="192"/>
                    <a:pt x="15265" y="204"/>
                    <a:pt x="15070" y="204"/>
                  </a:cubicBezTo>
                  <a:cubicBezTo>
                    <a:pt x="14708" y="204"/>
                    <a:pt x="14348" y="163"/>
                    <a:pt x="13982" y="102"/>
                  </a:cubicBezTo>
                  <a:cubicBezTo>
                    <a:pt x="13622" y="39"/>
                    <a:pt x="13230" y="102"/>
                    <a:pt x="12869" y="23"/>
                  </a:cubicBezTo>
                  <a:cubicBezTo>
                    <a:pt x="12792" y="8"/>
                    <a:pt x="12718" y="0"/>
                    <a:pt x="12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9287200" y="2958950"/>
              <a:ext cx="282925" cy="195800"/>
            </a:xfrm>
            <a:custGeom>
              <a:rect b="b" l="l" r="r" t="t"/>
              <a:pathLst>
                <a:path extrusionOk="0" h="7832" w="11317">
                  <a:moveTo>
                    <a:pt x="4514" y="944"/>
                  </a:moveTo>
                  <a:cubicBezTo>
                    <a:pt x="4624" y="944"/>
                    <a:pt x="4734" y="964"/>
                    <a:pt x="4843" y="987"/>
                  </a:cubicBezTo>
                  <a:cubicBezTo>
                    <a:pt x="6050" y="1222"/>
                    <a:pt x="7273" y="1473"/>
                    <a:pt x="8480" y="1724"/>
                  </a:cubicBezTo>
                  <a:cubicBezTo>
                    <a:pt x="8558" y="1739"/>
                    <a:pt x="8621" y="1755"/>
                    <a:pt x="8699" y="1786"/>
                  </a:cubicBezTo>
                  <a:cubicBezTo>
                    <a:pt x="8950" y="1912"/>
                    <a:pt x="9342" y="1959"/>
                    <a:pt x="9342" y="2304"/>
                  </a:cubicBezTo>
                  <a:cubicBezTo>
                    <a:pt x="9342" y="2602"/>
                    <a:pt x="8966" y="2649"/>
                    <a:pt x="8731" y="2743"/>
                  </a:cubicBezTo>
                  <a:cubicBezTo>
                    <a:pt x="8354" y="2899"/>
                    <a:pt x="8119" y="3150"/>
                    <a:pt x="8010" y="3526"/>
                  </a:cubicBezTo>
                  <a:cubicBezTo>
                    <a:pt x="7978" y="3683"/>
                    <a:pt x="7916" y="3808"/>
                    <a:pt x="7869" y="3950"/>
                  </a:cubicBezTo>
                  <a:cubicBezTo>
                    <a:pt x="7712" y="4404"/>
                    <a:pt x="7398" y="4608"/>
                    <a:pt x="6928" y="4608"/>
                  </a:cubicBezTo>
                  <a:cubicBezTo>
                    <a:pt x="6599" y="4608"/>
                    <a:pt x="6254" y="4608"/>
                    <a:pt x="5925" y="4655"/>
                  </a:cubicBezTo>
                  <a:cubicBezTo>
                    <a:pt x="5392" y="4718"/>
                    <a:pt x="5063" y="5062"/>
                    <a:pt x="4875" y="5548"/>
                  </a:cubicBezTo>
                  <a:cubicBezTo>
                    <a:pt x="4828" y="5658"/>
                    <a:pt x="4859" y="5783"/>
                    <a:pt x="4953" y="5846"/>
                  </a:cubicBezTo>
                  <a:cubicBezTo>
                    <a:pt x="5013" y="5881"/>
                    <a:pt x="5083" y="5905"/>
                    <a:pt x="5144" y="5905"/>
                  </a:cubicBezTo>
                  <a:cubicBezTo>
                    <a:pt x="5194" y="5905"/>
                    <a:pt x="5238" y="5889"/>
                    <a:pt x="5267" y="5846"/>
                  </a:cubicBezTo>
                  <a:cubicBezTo>
                    <a:pt x="5711" y="5187"/>
                    <a:pt x="6339" y="5070"/>
                    <a:pt x="7014" y="5070"/>
                  </a:cubicBezTo>
                  <a:cubicBezTo>
                    <a:pt x="7125" y="5070"/>
                    <a:pt x="7238" y="5074"/>
                    <a:pt x="7351" y="5078"/>
                  </a:cubicBezTo>
                  <a:cubicBezTo>
                    <a:pt x="7508" y="5078"/>
                    <a:pt x="7665" y="5062"/>
                    <a:pt x="7806" y="5047"/>
                  </a:cubicBezTo>
                  <a:cubicBezTo>
                    <a:pt x="8119" y="5031"/>
                    <a:pt x="8323" y="4890"/>
                    <a:pt x="8323" y="4577"/>
                  </a:cubicBezTo>
                  <a:cubicBezTo>
                    <a:pt x="8323" y="3573"/>
                    <a:pt x="9028" y="3150"/>
                    <a:pt x="9812" y="2821"/>
                  </a:cubicBezTo>
                  <a:cubicBezTo>
                    <a:pt x="9894" y="2788"/>
                    <a:pt x="9975" y="2772"/>
                    <a:pt x="10053" y="2772"/>
                  </a:cubicBezTo>
                  <a:cubicBezTo>
                    <a:pt x="10307" y="2772"/>
                    <a:pt x="10528" y="2937"/>
                    <a:pt x="10612" y="3213"/>
                  </a:cubicBezTo>
                  <a:cubicBezTo>
                    <a:pt x="10659" y="3354"/>
                    <a:pt x="10706" y="3511"/>
                    <a:pt x="10690" y="3652"/>
                  </a:cubicBezTo>
                  <a:cubicBezTo>
                    <a:pt x="10612" y="4498"/>
                    <a:pt x="10502" y="5360"/>
                    <a:pt x="10408" y="6207"/>
                  </a:cubicBezTo>
                  <a:cubicBezTo>
                    <a:pt x="10376" y="6410"/>
                    <a:pt x="10282" y="6583"/>
                    <a:pt x="10063" y="6614"/>
                  </a:cubicBezTo>
                  <a:cubicBezTo>
                    <a:pt x="8637" y="6834"/>
                    <a:pt x="7195" y="7053"/>
                    <a:pt x="5737" y="7100"/>
                  </a:cubicBezTo>
                  <a:cubicBezTo>
                    <a:pt x="5617" y="7089"/>
                    <a:pt x="5499" y="7084"/>
                    <a:pt x="5382" y="7084"/>
                  </a:cubicBezTo>
                  <a:cubicBezTo>
                    <a:pt x="5010" y="7084"/>
                    <a:pt x="4649" y="7134"/>
                    <a:pt x="4279" y="7194"/>
                  </a:cubicBezTo>
                  <a:cubicBezTo>
                    <a:pt x="4060" y="7241"/>
                    <a:pt x="3840" y="7288"/>
                    <a:pt x="3621" y="7304"/>
                  </a:cubicBezTo>
                  <a:cubicBezTo>
                    <a:pt x="3602" y="7305"/>
                    <a:pt x="3583" y="7306"/>
                    <a:pt x="3564" y="7306"/>
                  </a:cubicBezTo>
                  <a:cubicBezTo>
                    <a:pt x="3348" y="7306"/>
                    <a:pt x="3142" y="7222"/>
                    <a:pt x="3041" y="7006"/>
                  </a:cubicBezTo>
                  <a:cubicBezTo>
                    <a:pt x="2586" y="6050"/>
                    <a:pt x="1850" y="5298"/>
                    <a:pt x="1301" y="4404"/>
                  </a:cubicBezTo>
                  <a:cubicBezTo>
                    <a:pt x="1144" y="4153"/>
                    <a:pt x="1207" y="3997"/>
                    <a:pt x="1473" y="3871"/>
                  </a:cubicBezTo>
                  <a:cubicBezTo>
                    <a:pt x="1740" y="3730"/>
                    <a:pt x="2038" y="3714"/>
                    <a:pt x="2336" y="3683"/>
                  </a:cubicBezTo>
                  <a:cubicBezTo>
                    <a:pt x="2680" y="3636"/>
                    <a:pt x="3010" y="3620"/>
                    <a:pt x="3339" y="3558"/>
                  </a:cubicBezTo>
                  <a:cubicBezTo>
                    <a:pt x="3715" y="3495"/>
                    <a:pt x="4013" y="3056"/>
                    <a:pt x="3966" y="2617"/>
                  </a:cubicBezTo>
                  <a:cubicBezTo>
                    <a:pt x="3966" y="2555"/>
                    <a:pt x="3809" y="2476"/>
                    <a:pt x="3715" y="2460"/>
                  </a:cubicBezTo>
                  <a:cubicBezTo>
                    <a:pt x="3621" y="2460"/>
                    <a:pt x="3464" y="2508"/>
                    <a:pt x="3417" y="2586"/>
                  </a:cubicBezTo>
                  <a:cubicBezTo>
                    <a:pt x="2963" y="3401"/>
                    <a:pt x="2163" y="3276"/>
                    <a:pt x="1442" y="3307"/>
                  </a:cubicBezTo>
                  <a:cubicBezTo>
                    <a:pt x="1437" y="3308"/>
                    <a:pt x="1433" y="3309"/>
                    <a:pt x="1428" y="3309"/>
                  </a:cubicBezTo>
                  <a:cubicBezTo>
                    <a:pt x="1368" y="3309"/>
                    <a:pt x="1300" y="3225"/>
                    <a:pt x="1285" y="3182"/>
                  </a:cubicBezTo>
                  <a:cubicBezTo>
                    <a:pt x="1270" y="3119"/>
                    <a:pt x="1285" y="3025"/>
                    <a:pt x="1332" y="2978"/>
                  </a:cubicBezTo>
                  <a:cubicBezTo>
                    <a:pt x="2163" y="2147"/>
                    <a:pt x="3135" y="1520"/>
                    <a:pt x="4185" y="1018"/>
                  </a:cubicBezTo>
                  <a:cubicBezTo>
                    <a:pt x="4295" y="964"/>
                    <a:pt x="4405" y="944"/>
                    <a:pt x="4514" y="944"/>
                  </a:cubicBezTo>
                  <a:close/>
                  <a:moveTo>
                    <a:pt x="4884" y="1"/>
                  </a:moveTo>
                  <a:cubicBezTo>
                    <a:pt x="4825" y="1"/>
                    <a:pt x="4762" y="21"/>
                    <a:pt x="4702" y="62"/>
                  </a:cubicBezTo>
                  <a:cubicBezTo>
                    <a:pt x="3558" y="783"/>
                    <a:pt x="2414" y="1473"/>
                    <a:pt x="1379" y="2335"/>
                  </a:cubicBezTo>
                  <a:cubicBezTo>
                    <a:pt x="1238" y="2460"/>
                    <a:pt x="1097" y="2586"/>
                    <a:pt x="972" y="2727"/>
                  </a:cubicBezTo>
                  <a:cubicBezTo>
                    <a:pt x="0" y="3918"/>
                    <a:pt x="172" y="3871"/>
                    <a:pt x="925" y="4780"/>
                  </a:cubicBezTo>
                  <a:cubicBezTo>
                    <a:pt x="1003" y="4874"/>
                    <a:pt x="1082" y="4953"/>
                    <a:pt x="1144" y="5047"/>
                  </a:cubicBezTo>
                  <a:cubicBezTo>
                    <a:pt x="1662" y="5815"/>
                    <a:pt x="2367" y="6457"/>
                    <a:pt x="2571" y="7429"/>
                  </a:cubicBezTo>
                  <a:cubicBezTo>
                    <a:pt x="2618" y="7680"/>
                    <a:pt x="2821" y="7774"/>
                    <a:pt x="3057" y="7805"/>
                  </a:cubicBezTo>
                  <a:cubicBezTo>
                    <a:pt x="3186" y="7823"/>
                    <a:pt x="3313" y="7832"/>
                    <a:pt x="3439" y="7832"/>
                  </a:cubicBezTo>
                  <a:cubicBezTo>
                    <a:pt x="3648" y="7832"/>
                    <a:pt x="3854" y="7807"/>
                    <a:pt x="4060" y="7758"/>
                  </a:cubicBezTo>
                  <a:cubicBezTo>
                    <a:pt x="4485" y="7637"/>
                    <a:pt x="4920" y="7591"/>
                    <a:pt x="5430" y="7591"/>
                  </a:cubicBezTo>
                  <a:cubicBezTo>
                    <a:pt x="5577" y="7591"/>
                    <a:pt x="5732" y="7595"/>
                    <a:pt x="5894" y="7602"/>
                  </a:cubicBezTo>
                  <a:cubicBezTo>
                    <a:pt x="7179" y="7508"/>
                    <a:pt x="8637" y="7398"/>
                    <a:pt x="10079" y="7273"/>
                  </a:cubicBezTo>
                  <a:cubicBezTo>
                    <a:pt x="10533" y="7241"/>
                    <a:pt x="11003" y="6802"/>
                    <a:pt x="10972" y="6410"/>
                  </a:cubicBezTo>
                  <a:cubicBezTo>
                    <a:pt x="10894" y="5580"/>
                    <a:pt x="11129" y="4780"/>
                    <a:pt x="11239" y="3981"/>
                  </a:cubicBezTo>
                  <a:cubicBezTo>
                    <a:pt x="11317" y="3417"/>
                    <a:pt x="11129" y="2946"/>
                    <a:pt x="10941" y="2460"/>
                  </a:cubicBezTo>
                  <a:cubicBezTo>
                    <a:pt x="10800" y="2053"/>
                    <a:pt x="10392" y="2131"/>
                    <a:pt x="10110" y="1975"/>
                  </a:cubicBezTo>
                  <a:cubicBezTo>
                    <a:pt x="10047" y="1943"/>
                    <a:pt x="9985" y="1912"/>
                    <a:pt x="9922" y="1865"/>
                  </a:cubicBezTo>
                  <a:cubicBezTo>
                    <a:pt x="9201" y="1332"/>
                    <a:pt x="8370" y="1191"/>
                    <a:pt x="7524" y="1034"/>
                  </a:cubicBezTo>
                  <a:cubicBezTo>
                    <a:pt x="6881" y="909"/>
                    <a:pt x="6254" y="877"/>
                    <a:pt x="5627" y="799"/>
                  </a:cubicBezTo>
                  <a:cubicBezTo>
                    <a:pt x="5361" y="768"/>
                    <a:pt x="5157" y="689"/>
                    <a:pt x="5141" y="313"/>
                  </a:cubicBezTo>
                  <a:cubicBezTo>
                    <a:pt x="5141" y="114"/>
                    <a:pt x="5024" y="1"/>
                    <a:pt x="4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9379675" y="3194300"/>
              <a:ext cx="249625" cy="134600"/>
            </a:xfrm>
            <a:custGeom>
              <a:rect b="b" l="l" r="r" t="t"/>
              <a:pathLst>
                <a:path extrusionOk="0" h="5384" w="9985">
                  <a:moveTo>
                    <a:pt x="6254" y="586"/>
                  </a:moveTo>
                  <a:cubicBezTo>
                    <a:pt x="6317" y="586"/>
                    <a:pt x="6427" y="649"/>
                    <a:pt x="6442" y="696"/>
                  </a:cubicBezTo>
                  <a:cubicBezTo>
                    <a:pt x="6458" y="790"/>
                    <a:pt x="6458" y="915"/>
                    <a:pt x="6395" y="993"/>
                  </a:cubicBezTo>
                  <a:cubicBezTo>
                    <a:pt x="6286" y="1134"/>
                    <a:pt x="6160" y="1276"/>
                    <a:pt x="6003" y="1370"/>
                  </a:cubicBezTo>
                  <a:cubicBezTo>
                    <a:pt x="5580" y="1605"/>
                    <a:pt x="5267" y="1840"/>
                    <a:pt x="5424" y="2420"/>
                  </a:cubicBezTo>
                  <a:cubicBezTo>
                    <a:pt x="5486" y="2655"/>
                    <a:pt x="5251" y="2890"/>
                    <a:pt x="5032" y="3047"/>
                  </a:cubicBezTo>
                  <a:cubicBezTo>
                    <a:pt x="4915" y="3133"/>
                    <a:pt x="4785" y="3173"/>
                    <a:pt x="4658" y="3173"/>
                  </a:cubicBezTo>
                  <a:cubicBezTo>
                    <a:pt x="4394" y="3173"/>
                    <a:pt x="4145" y="2998"/>
                    <a:pt x="4060" y="2702"/>
                  </a:cubicBezTo>
                  <a:cubicBezTo>
                    <a:pt x="4028" y="2639"/>
                    <a:pt x="4013" y="2561"/>
                    <a:pt x="4013" y="2482"/>
                  </a:cubicBezTo>
                  <a:cubicBezTo>
                    <a:pt x="3997" y="2263"/>
                    <a:pt x="4013" y="2044"/>
                    <a:pt x="4013" y="1824"/>
                  </a:cubicBezTo>
                  <a:lnTo>
                    <a:pt x="4028" y="1824"/>
                  </a:lnTo>
                  <a:cubicBezTo>
                    <a:pt x="4028" y="1667"/>
                    <a:pt x="4028" y="1526"/>
                    <a:pt x="3997" y="1370"/>
                  </a:cubicBezTo>
                  <a:cubicBezTo>
                    <a:pt x="3981" y="1197"/>
                    <a:pt x="4044" y="1056"/>
                    <a:pt x="4201" y="1009"/>
                  </a:cubicBezTo>
                  <a:cubicBezTo>
                    <a:pt x="4859" y="790"/>
                    <a:pt x="5549" y="617"/>
                    <a:pt x="6254" y="586"/>
                  </a:cubicBezTo>
                  <a:close/>
                  <a:moveTo>
                    <a:pt x="8006" y="3664"/>
                  </a:moveTo>
                  <a:cubicBezTo>
                    <a:pt x="8047" y="3664"/>
                    <a:pt x="8090" y="3671"/>
                    <a:pt x="8135" y="3689"/>
                  </a:cubicBezTo>
                  <a:cubicBezTo>
                    <a:pt x="8276" y="3752"/>
                    <a:pt x="8229" y="4081"/>
                    <a:pt x="8041" y="4395"/>
                  </a:cubicBezTo>
                  <a:cubicBezTo>
                    <a:pt x="7954" y="4560"/>
                    <a:pt x="7842" y="4641"/>
                    <a:pt x="7702" y="4641"/>
                  </a:cubicBezTo>
                  <a:cubicBezTo>
                    <a:pt x="7617" y="4641"/>
                    <a:pt x="7521" y="4611"/>
                    <a:pt x="7414" y="4551"/>
                  </a:cubicBezTo>
                  <a:cubicBezTo>
                    <a:pt x="7289" y="4489"/>
                    <a:pt x="7179" y="4379"/>
                    <a:pt x="6944" y="4191"/>
                  </a:cubicBezTo>
                  <a:cubicBezTo>
                    <a:pt x="7226" y="4034"/>
                    <a:pt x="7367" y="3940"/>
                    <a:pt x="7540" y="3862"/>
                  </a:cubicBezTo>
                  <a:cubicBezTo>
                    <a:pt x="7691" y="3798"/>
                    <a:pt x="7833" y="3664"/>
                    <a:pt x="8006" y="3664"/>
                  </a:cubicBezTo>
                  <a:close/>
                  <a:moveTo>
                    <a:pt x="7533" y="1239"/>
                  </a:moveTo>
                  <a:cubicBezTo>
                    <a:pt x="7761" y="1239"/>
                    <a:pt x="7989" y="1307"/>
                    <a:pt x="8214" y="1495"/>
                  </a:cubicBezTo>
                  <a:cubicBezTo>
                    <a:pt x="8323" y="1589"/>
                    <a:pt x="8480" y="1620"/>
                    <a:pt x="8605" y="1683"/>
                  </a:cubicBezTo>
                  <a:cubicBezTo>
                    <a:pt x="8856" y="1793"/>
                    <a:pt x="9123" y="1902"/>
                    <a:pt x="9076" y="2232"/>
                  </a:cubicBezTo>
                  <a:cubicBezTo>
                    <a:pt x="9013" y="2529"/>
                    <a:pt x="8841" y="2780"/>
                    <a:pt x="8527" y="2874"/>
                  </a:cubicBezTo>
                  <a:cubicBezTo>
                    <a:pt x="8276" y="2953"/>
                    <a:pt x="8010" y="3047"/>
                    <a:pt x="7759" y="3047"/>
                  </a:cubicBezTo>
                  <a:cubicBezTo>
                    <a:pt x="6928" y="3062"/>
                    <a:pt x="6615" y="3658"/>
                    <a:pt x="6317" y="4269"/>
                  </a:cubicBezTo>
                  <a:cubicBezTo>
                    <a:pt x="6085" y="4774"/>
                    <a:pt x="6019" y="4887"/>
                    <a:pt x="5551" y="4887"/>
                  </a:cubicBezTo>
                  <a:cubicBezTo>
                    <a:pt x="5481" y="4887"/>
                    <a:pt x="5403" y="4885"/>
                    <a:pt x="5314" y="4881"/>
                  </a:cubicBezTo>
                  <a:cubicBezTo>
                    <a:pt x="4985" y="4834"/>
                    <a:pt x="4499" y="4787"/>
                    <a:pt x="4028" y="4645"/>
                  </a:cubicBezTo>
                  <a:cubicBezTo>
                    <a:pt x="3104" y="4348"/>
                    <a:pt x="2195" y="4019"/>
                    <a:pt x="1270" y="3689"/>
                  </a:cubicBezTo>
                  <a:cubicBezTo>
                    <a:pt x="1144" y="3627"/>
                    <a:pt x="1003" y="3548"/>
                    <a:pt x="894" y="3454"/>
                  </a:cubicBezTo>
                  <a:cubicBezTo>
                    <a:pt x="737" y="3329"/>
                    <a:pt x="659" y="3141"/>
                    <a:pt x="784" y="2968"/>
                  </a:cubicBezTo>
                  <a:cubicBezTo>
                    <a:pt x="1270" y="2279"/>
                    <a:pt x="1912" y="1777"/>
                    <a:pt x="2743" y="1558"/>
                  </a:cubicBezTo>
                  <a:cubicBezTo>
                    <a:pt x="2784" y="1547"/>
                    <a:pt x="2825" y="1542"/>
                    <a:pt x="2865" y="1542"/>
                  </a:cubicBezTo>
                  <a:cubicBezTo>
                    <a:pt x="3130" y="1542"/>
                    <a:pt x="3357" y="1758"/>
                    <a:pt x="3370" y="2044"/>
                  </a:cubicBezTo>
                  <a:cubicBezTo>
                    <a:pt x="3370" y="2310"/>
                    <a:pt x="3323" y="2561"/>
                    <a:pt x="3307" y="2827"/>
                  </a:cubicBezTo>
                  <a:cubicBezTo>
                    <a:pt x="3229" y="3564"/>
                    <a:pt x="3386" y="3721"/>
                    <a:pt x="4154" y="3783"/>
                  </a:cubicBezTo>
                  <a:cubicBezTo>
                    <a:pt x="4224" y="3790"/>
                    <a:pt x="4292" y="3793"/>
                    <a:pt x="4359" y="3793"/>
                  </a:cubicBezTo>
                  <a:cubicBezTo>
                    <a:pt x="4789" y="3793"/>
                    <a:pt x="5165" y="3661"/>
                    <a:pt x="5518" y="3376"/>
                  </a:cubicBezTo>
                  <a:cubicBezTo>
                    <a:pt x="5878" y="3094"/>
                    <a:pt x="6207" y="2812"/>
                    <a:pt x="6145" y="2279"/>
                  </a:cubicBezTo>
                  <a:cubicBezTo>
                    <a:pt x="6082" y="1824"/>
                    <a:pt x="6364" y="1589"/>
                    <a:pt x="6740" y="1432"/>
                  </a:cubicBezTo>
                  <a:cubicBezTo>
                    <a:pt x="7002" y="1331"/>
                    <a:pt x="7268" y="1239"/>
                    <a:pt x="7533" y="1239"/>
                  </a:cubicBezTo>
                  <a:close/>
                  <a:moveTo>
                    <a:pt x="6189" y="0"/>
                  </a:moveTo>
                  <a:cubicBezTo>
                    <a:pt x="5980" y="0"/>
                    <a:pt x="5768" y="48"/>
                    <a:pt x="5549" y="147"/>
                  </a:cubicBezTo>
                  <a:cubicBezTo>
                    <a:pt x="5251" y="288"/>
                    <a:pt x="4906" y="366"/>
                    <a:pt x="4577" y="413"/>
                  </a:cubicBezTo>
                  <a:cubicBezTo>
                    <a:pt x="3386" y="617"/>
                    <a:pt x="2336" y="1197"/>
                    <a:pt x="1301" y="1793"/>
                  </a:cubicBezTo>
                  <a:cubicBezTo>
                    <a:pt x="878" y="2028"/>
                    <a:pt x="533" y="2388"/>
                    <a:pt x="235" y="2780"/>
                  </a:cubicBezTo>
                  <a:cubicBezTo>
                    <a:pt x="0" y="3125"/>
                    <a:pt x="63" y="3517"/>
                    <a:pt x="408" y="3768"/>
                  </a:cubicBezTo>
                  <a:cubicBezTo>
                    <a:pt x="611" y="3909"/>
                    <a:pt x="862" y="4019"/>
                    <a:pt x="1097" y="4113"/>
                  </a:cubicBezTo>
                  <a:cubicBezTo>
                    <a:pt x="1615" y="4316"/>
                    <a:pt x="2148" y="4489"/>
                    <a:pt x="2665" y="4708"/>
                  </a:cubicBezTo>
                  <a:cubicBezTo>
                    <a:pt x="3633" y="5144"/>
                    <a:pt x="4629" y="5383"/>
                    <a:pt x="5704" y="5383"/>
                  </a:cubicBezTo>
                  <a:cubicBezTo>
                    <a:pt x="6021" y="5383"/>
                    <a:pt x="6345" y="5362"/>
                    <a:pt x="6677" y="5319"/>
                  </a:cubicBezTo>
                  <a:lnTo>
                    <a:pt x="7947" y="5319"/>
                  </a:lnTo>
                  <a:cubicBezTo>
                    <a:pt x="8182" y="5319"/>
                    <a:pt x="8402" y="5241"/>
                    <a:pt x="8464" y="4990"/>
                  </a:cubicBezTo>
                  <a:cubicBezTo>
                    <a:pt x="8731" y="4050"/>
                    <a:pt x="9232" y="3203"/>
                    <a:pt x="9703" y="2357"/>
                  </a:cubicBezTo>
                  <a:cubicBezTo>
                    <a:pt x="9985" y="1855"/>
                    <a:pt x="9781" y="1573"/>
                    <a:pt x="9358" y="1401"/>
                  </a:cubicBezTo>
                  <a:cubicBezTo>
                    <a:pt x="8872" y="1197"/>
                    <a:pt x="8386" y="993"/>
                    <a:pt x="7947" y="727"/>
                  </a:cubicBezTo>
                  <a:cubicBezTo>
                    <a:pt x="7618" y="523"/>
                    <a:pt x="7273" y="398"/>
                    <a:pt x="6944" y="210"/>
                  </a:cubicBezTo>
                  <a:cubicBezTo>
                    <a:pt x="6694" y="72"/>
                    <a:pt x="6444" y="0"/>
                    <a:pt x="6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9167675" y="3201225"/>
              <a:ext cx="41175" cy="17525"/>
            </a:xfrm>
            <a:custGeom>
              <a:rect b="b" l="l" r="r" t="t"/>
              <a:pathLst>
                <a:path extrusionOk="0" h="701" w="1647">
                  <a:moveTo>
                    <a:pt x="995" y="1"/>
                  </a:moveTo>
                  <a:cubicBezTo>
                    <a:pt x="680" y="1"/>
                    <a:pt x="374" y="45"/>
                    <a:pt x="110" y="309"/>
                  </a:cubicBezTo>
                  <a:cubicBezTo>
                    <a:pt x="32" y="387"/>
                    <a:pt x="0" y="497"/>
                    <a:pt x="63" y="607"/>
                  </a:cubicBezTo>
                  <a:cubicBezTo>
                    <a:pt x="94" y="654"/>
                    <a:pt x="204" y="701"/>
                    <a:pt x="251" y="701"/>
                  </a:cubicBezTo>
                  <a:cubicBezTo>
                    <a:pt x="706" y="560"/>
                    <a:pt x="1145" y="403"/>
                    <a:pt x="1599" y="262"/>
                  </a:cubicBezTo>
                  <a:cubicBezTo>
                    <a:pt x="1615" y="246"/>
                    <a:pt x="1631" y="199"/>
                    <a:pt x="1646" y="168"/>
                  </a:cubicBezTo>
                  <a:cubicBezTo>
                    <a:pt x="1646" y="136"/>
                    <a:pt x="1646" y="89"/>
                    <a:pt x="1631" y="74"/>
                  </a:cubicBezTo>
                  <a:cubicBezTo>
                    <a:pt x="1631" y="42"/>
                    <a:pt x="1583" y="11"/>
                    <a:pt x="1568" y="11"/>
                  </a:cubicBezTo>
                  <a:cubicBezTo>
                    <a:pt x="1539" y="12"/>
                    <a:pt x="1510" y="12"/>
                    <a:pt x="1481" y="12"/>
                  </a:cubicBezTo>
                  <a:cubicBezTo>
                    <a:pt x="1320" y="12"/>
                    <a:pt x="1156" y="1"/>
                    <a:pt x="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9399250" y="3004700"/>
              <a:ext cx="19625" cy="13825"/>
            </a:xfrm>
            <a:custGeom>
              <a:rect b="b" l="l" r="r" t="t"/>
              <a:pathLst>
                <a:path extrusionOk="0" h="553" w="785">
                  <a:moveTo>
                    <a:pt x="432" y="0"/>
                  </a:moveTo>
                  <a:cubicBezTo>
                    <a:pt x="374" y="0"/>
                    <a:pt x="313" y="17"/>
                    <a:pt x="252" y="51"/>
                  </a:cubicBezTo>
                  <a:cubicBezTo>
                    <a:pt x="111" y="113"/>
                    <a:pt x="1" y="207"/>
                    <a:pt x="17" y="364"/>
                  </a:cubicBezTo>
                  <a:cubicBezTo>
                    <a:pt x="48" y="552"/>
                    <a:pt x="189" y="552"/>
                    <a:pt x="361" y="552"/>
                  </a:cubicBezTo>
                  <a:cubicBezTo>
                    <a:pt x="455" y="536"/>
                    <a:pt x="565" y="536"/>
                    <a:pt x="659" y="489"/>
                  </a:cubicBezTo>
                  <a:cubicBezTo>
                    <a:pt x="706" y="474"/>
                    <a:pt x="785" y="395"/>
                    <a:pt x="785" y="348"/>
                  </a:cubicBezTo>
                  <a:cubicBezTo>
                    <a:pt x="769" y="254"/>
                    <a:pt x="722" y="145"/>
                    <a:pt x="644" y="82"/>
                  </a:cubicBezTo>
                  <a:cubicBezTo>
                    <a:pt x="581" y="28"/>
                    <a:pt x="509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13"/>
          <p:cNvGrpSpPr/>
          <p:nvPr/>
        </p:nvGrpSpPr>
        <p:grpSpPr>
          <a:xfrm rot="-685486">
            <a:off x="-34858" y="3943725"/>
            <a:ext cx="386422" cy="684198"/>
            <a:chOff x="8491725" y="1639350"/>
            <a:chExt cx="580750" cy="1028275"/>
          </a:xfrm>
        </p:grpSpPr>
        <p:sp>
          <p:nvSpPr>
            <p:cNvPr id="287" name="Google Shape;287;p13"/>
            <p:cNvSpPr/>
            <p:nvPr/>
          </p:nvSpPr>
          <p:spPr>
            <a:xfrm>
              <a:off x="8491725" y="1639350"/>
              <a:ext cx="580750" cy="1028275"/>
            </a:xfrm>
            <a:custGeom>
              <a:rect b="b" l="l" r="r" t="t"/>
              <a:pathLst>
                <a:path extrusionOk="0" h="41131" w="23230">
                  <a:moveTo>
                    <a:pt x="12063" y="5717"/>
                  </a:moveTo>
                  <a:cubicBezTo>
                    <a:pt x="12848" y="5717"/>
                    <a:pt x="13631" y="5789"/>
                    <a:pt x="14421" y="5808"/>
                  </a:cubicBezTo>
                  <a:cubicBezTo>
                    <a:pt x="14718" y="5823"/>
                    <a:pt x="15016" y="5839"/>
                    <a:pt x="15251" y="6058"/>
                  </a:cubicBezTo>
                  <a:cubicBezTo>
                    <a:pt x="15471" y="6262"/>
                    <a:pt x="15439" y="6576"/>
                    <a:pt x="15173" y="6685"/>
                  </a:cubicBezTo>
                  <a:cubicBezTo>
                    <a:pt x="14332" y="7052"/>
                    <a:pt x="13467" y="7265"/>
                    <a:pt x="12548" y="7265"/>
                  </a:cubicBezTo>
                  <a:cubicBezTo>
                    <a:pt x="12406" y="7265"/>
                    <a:pt x="12262" y="7260"/>
                    <a:pt x="12116" y="7250"/>
                  </a:cubicBezTo>
                  <a:cubicBezTo>
                    <a:pt x="11962" y="7241"/>
                    <a:pt x="11798" y="7228"/>
                    <a:pt x="11636" y="7228"/>
                  </a:cubicBezTo>
                  <a:cubicBezTo>
                    <a:pt x="11501" y="7228"/>
                    <a:pt x="11367" y="7237"/>
                    <a:pt x="11239" y="7265"/>
                  </a:cubicBezTo>
                  <a:cubicBezTo>
                    <a:pt x="10897" y="7339"/>
                    <a:pt x="10564" y="7370"/>
                    <a:pt x="10233" y="7370"/>
                  </a:cubicBezTo>
                  <a:cubicBezTo>
                    <a:pt x="9790" y="7370"/>
                    <a:pt x="9352" y="7315"/>
                    <a:pt x="8903" y="7234"/>
                  </a:cubicBezTo>
                  <a:cubicBezTo>
                    <a:pt x="8276" y="7124"/>
                    <a:pt x="7634" y="7093"/>
                    <a:pt x="7007" y="7030"/>
                  </a:cubicBezTo>
                  <a:cubicBezTo>
                    <a:pt x="6972" y="7031"/>
                    <a:pt x="6938" y="7032"/>
                    <a:pt x="6903" y="7032"/>
                  </a:cubicBezTo>
                  <a:cubicBezTo>
                    <a:pt x="6684" y="7032"/>
                    <a:pt x="6466" y="7013"/>
                    <a:pt x="6249" y="7013"/>
                  </a:cubicBezTo>
                  <a:cubicBezTo>
                    <a:pt x="6018" y="7013"/>
                    <a:pt x="5790" y="7034"/>
                    <a:pt x="5565" y="7124"/>
                  </a:cubicBezTo>
                  <a:cubicBezTo>
                    <a:pt x="5515" y="7141"/>
                    <a:pt x="5463" y="7152"/>
                    <a:pt x="5412" y="7152"/>
                  </a:cubicBezTo>
                  <a:cubicBezTo>
                    <a:pt x="5320" y="7152"/>
                    <a:pt x="5233" y="7116"/>
                    <a:pt x="5173" y="7015"/>
                  </a:cubicBezTo>
                  <a:cubicBezTo>
                    <a:pt x="5063" y="6842"/>
                    <a:pt x="5047" y="6670"/>
                    <a:pt x="5141" y="6482"/>
                  </a:cubicBezTo>
                  <a:cubicBezTo>
                    <a:pt x="5267" y="6231"/>
                    <a:pt x="5486" y="6105"/>
                    <a:pt x="5737" y="5996"/>
                  </a:cubicBezTo>
                  <a:cubicBezTo>
                    <a:pt x="6201" y="5801"/>
                    <a:pt x="6683" y="5729"/>
                    <a:pt x="7178" y="5729"/>
                  </a:cubicBezTo>
                  <a:cubicBezTo>
                    <a:pt x="7318" y="5729"/>
                    <a:pt x="7460" y="5735"/>
                    <a:pt x="7602" y="5745"/>
                  </a:cubicBezTo>
                  <a:cubicBezTo>
                    <a:pt x="8088" y="5776"/>
                    <a:pt x="8574" y="5855"/>
                    <a:pt x="9060" y="5870"/>
                  </a:cubicBezTo>
                  <a:cubicBezTo>
                    <a:pt x="9321" y="5889"/>
                    <a:pt x="9594" y="5913"/>
                    <a:pt x="9861" y="5913"/>
                  </a:cubicBezTo>
                  <a:cubicBezTo>
                    <a:pt x="10042" y="5913"/>
                    <a:pt x="10221" y="5902"/>
                    <a:pt x="10392" y="5870"/>
                  </a:cubicBezTo>
                  <a:cubicBezTo>
                    <a:pt x="10951" y="5753"/>
                    <a:pt x="11507" y="5717"/>
                    <a:pt x="12063" y="5717"/>
                  </a:cubicBezTo>
                  <a:close/>
                  <a:moveTo>
                    <a:pt x="13171" y="7951"/>
                  </a:moveTo>
                  <a:cubicBezTo>
                    <a:pt x="13209" y="7951"/>
                    <a:pt x="13249" y="7958"/>
                    <a:pt x="13292" y="7971"/>
                  </a:cubicBezTo>
                  <a:cubicBezTo>
                    <a:pt x="13449" y="8018"/>
                    <a:pt x="13464" y="8174"/>
                    <a:pt x="13449" y="8410"/>
                  </a:cubicBezTo>
                  <a:cubicBezTo>
                    <a:pt x="13433" y="8472"/>
                    <a:pt x="13386" y="8613"/>
                    <a:pt x="13292" y="8723"/>
                  </a:cubicBezTo>
                  <a:cubicBezTo>
                    <a:pt x="13238" y="8804"/>
                    <a:pt x="13164" y="8838"/>
                    <a:pt x="13083" y="8838"/>
                  </a:cubicBezTo>
                  <a:cubicBezTo>
                    <a:pt x="13023" y="8838"/>
                    <a:pt x="12960" y="8819"/>
                    <a:pt x="12900" y="8786"/>
                  </a:cubicBezTo>
                  <a:cubicBezTo>
                    <a:pt x="12728" y="8692"/>
                    <a:pt x="12696" y="8441"/>
                    <a:pt x="12837" y="8190"/>
                  </a:cubicBezTo>
                  <a:cubicBezTo>
                    <a:pt x="12912" y="8041"/>
                    <a:pt x="13026" y="7951"/>
                    <a:pt x="13171" y="7951"/>
                  </a:cubicBezTo>
                  <a:close/>
                  <a:moveTo>
                    <a:pt x="11599" y="7892"/>
                  </a:moveTo>
                  <a:cubicBezTo>
                    <a:pt x="11913" y="7892"/>
                    <a:pt x="11991" y="7971"/>
                    <a:pt x="11975" y="8394"/>
                  </a:cubicBezTo>
                  <a:cubicBezTo>
                    <a:pt x="11960" y="8629"/>
                    <a:pt x="12007" y="8801"/>
                    <a:pt x="12163" y="8990"/>
                  </a:cubicBezTo>
                  <a:cubicBezTo>
                    <a:pt x="12540" y="9444"/>
                    <a:pt x="12508" y="9538"/>
                    <a:pt x="12007" y="9758"/>
                  </a:cubicBezTo>
                  <a:cubicBezTo>
                    <a:pt x="11824" y="9839"/>
                    <a:pt x="11708" y="9888"/>
                    <a:pt x="11616" y="9888"/>
                  </a:cubicBezTo>
                  <a:cubicBezTo>
                    <a:pt x="11479" y="9888"/>
                    <a:pt x="11398" y="9779"/>
                    <a:pt x="11239" y="9507"/>
                  </a:cubicBezTo>
                  <a:cubicBezTo>
                    <a:pt x="11098" y="9256"/>
                    <a:pt x="10910" y="9099"/>
                    <a:pt x="10690" y="8974"/>
                  </a:cubicBezTo>
                  <a:cubicBezTo>
                    <a:pt x="10596" y="8911"/>
                    <a:pt x="10518" y="8833"/>
                    <a:pt x="10439" y="8739"/>
                  </a:cubicBezTo>
                  <a:cubicBezTo>
                    <a:pt x="10283" y="8535"/>
                    <a:pt x="10377" y="8174"/>
                    <a:pt x="10612" y="8080"/>
                  </a:cubicBezTo>
                  <a:cubicBezTo>
                    <a:pt x="10925" y="7939"/>
                    <a:pt x="11254" y="7892"/>
                    <a:pt x="11599" y="7892"/>
                  </a:cubicBezTo>
                  <a:close/>
                  <a:moveTo>
                    <a:pt x="8484" y="7906"/>
                  </a:moveTo>
                  <a:cubicBezTo>
                    <a:pt x="8589" y="7906"/>
                    <a:pt x="8711" y="7953"/>
                    <a:pt x="8856" y="8049"/>
                  </a:cubicBezTo>
                  <a:cubicBezTo>
                    <a:pt x="9123" y="8222"/>
                    <a:pt x="9405" y="8237"/>
                    <a:pt x="9687" y="8347"/>
                  </a:cubicBezTo>
                  <a:cubicBezTo>
                    <a:pt x="9844" y="8394"/>
                    <a:pt x="9891" y="8582"/>
                    <a:pt x="9781" y="8707"/>
                  </a:cubicBezTo>
                  <a:cubicBezTo>
                    <a:pt x="9436" y="9099"/>
                    <a:pt x="9076" y="9475"/>
                    <a:pt x="8699" y="9820"/>
                  </a:cubicBezTo>
                  <a:cubicBezTo>
                    <a:pt x="8633" y="9882"/>
                    <a:pt x="8555" y="9910"/>
                    <a:pt x="8476" y="9910"/>
                  </a:cubicBezTo>
                  <a:cubicBezTo>
                    <a:pt x="8314" y="9910"/>
                    <a:pt x="8151" y="9791"/>
                    <a:pt x="8088" y="9601"/>
                  </a:cubicBezTo>
                  <a:cubicBezTo>
                    <a:pt x="8057" y="9507"/>
                    <a:pt x="8025" y="9397"/>
                    <a:pt x="8010" y="9287"/>
                  </a:cubicBezTo>
                  <a:cubicBezTo>
                    <a:pt x="7978" y="9178"/>
                    <a:pt x="7978" y="9068"/>
                    <a:pt x="7947" y="8927"/>
                  </a:cubicBezTo>
                  <a:cubicBezTo>
                    <a:pt x="7978" y="8770"/>
                    <a:pt x="8010" y="8582"/>
                    <a:pt x="8057" y="8410"/>
                  </a:cubicBezTo>
                  <a:cubicBezTo>
                    <a:pt x="8150" y="8080"/>
                    <a:pt x="8283" y="7906"/>
                    <a:pt x="8484" y="7906"/>
                  </a:cubicBezTo>
                  <a:close/>
                  <a:moveTo>
                    <a:pt x="10173" y="9428"/>
                  </a:moveTo>
                  <a:cubicBezTo>
                    <a:pt x="10392" y="9428"/>
                    <a:pt x="10690" y="9648"/>
                    <a:pt x="10659" y="9789"/>
                  </a:cubicBezTo>
                  <a:cubicBezTo>
                    <a:pt x="10596" y="10008"/>
                    <a:pt x="10408" y="10055"/>
                    <a:pt x="10220" y="10071"/>
                  </a:cubicBezTo>
                  <a:cubicBezTo>
                    <a:pt x="10079" y="10102"/>
                    <a:pt x="9922" y="10102"/>
                    <a:pt x="9812" y="10102"/>
                  </a:cubicBezTo>
                  <a:cubicBezTo>
                    <a:pt x="9718" y="10087"/>
                    <a:pt x="9640" y="10071"/>
                    <a:pt x="9577" y="10055"/>
                  </a:cubicBezTo>
                  <a:cubicBezTo>
                    <a:pt x="9420" y="9993"/>
                    <a:pt x="9467" y="9867"/>
                    <a:pt x="9514" y="9773"/>
                  </a:cubicBezTo>
                  <a:cubicBezTo>
                    <a:pt x="9671" y="9538"/>
                    <a:pt x="9891" y="9444"/>
                    <a:pt x="10173" y="9428"/>
                  </a:cubicBezTo>
                  <a:close/>
                  <a:moveTo>
                    <a:pt x="14374" y="7704"/>
                  </a:moveTo>
                  <a:cubicBezTo>
                    <a:pt x="14546" y="7704"/>
                    <a:pt x="14640" y="7798"/>
                    <a:pt x="14640" y="7986"/>
                  </a:cubicBezTo>
                  <a:cubicBezTo>
                    <a:pt x="14656" y="8425"/>
                    <a:pt x="14640" y="8880"/>
                    <a:pt x="14656" y="9319"/>
                  </a:cubicBezTo>
                  <a:cubicBezTo>
                    <a:pt x="14656" y="9507"/>
                    <a:pt x="14656" y="9711"/>
                    <a:pt x="14734" y="9867"/>
                  </a:cubicBezTo>
                  <a:cubicBezTo>
                    <a:pt x="15330" y="11090"/>
                    <a:pt x="15580" y="12422"/>
                    <a:pt x="15941" y="13708"/>
                  </a:cubicBezTo>
                  <a:cubicBezTo>
                    <a:pt x="16019" y="14037"/>
                    <a:pt x="16113" y="14366"/>
                    <a:pt x="16207" y="14679"/>
                  </a:cubicBezTo>
                  <a:cubicBezTo>
                    <a:pt x="16317" y="15009"/>
                    <a:pt x="16474" y="15353"/>
                    <a:pt x="15957" y="15479"/>
                  </a:cubicBezTo>
                  <a:cubicBezTo>
                    <a:pt x="15580" y="16262"/>
                    <a:pt x="14828" y="16341"/>
                    <a:pt x="14091" y="16435"/>
                  </a:cubicBezTo>
                  <a:cubicBezTo>
                    <a:pt x="12822" y="16592"/>
                    <a:pt x="11552" y="16670"/>
                    <a:pt x="10283" y="16717"/>
                  </a:cubicBezTo>
                  <a:cubicBezTo>
                    <a:pt x="10241" y="16719"/>
                    <a:pt x="10199" y="16720"/>
                    <a:pt x="10158" y="16720"/>
                  </a:cubicBezTo>
                  <a:cubicBezTo>
                    <a:pt x="9902" y="16720"/>
                    <a:pt x="9645" y="16683"/>
                    <a:pt x="9389" y="16670"/>
                  </a:cubicBezTo>
                  <a:cubicBezTo>
                    <a:pt x="8449" y="16576"/>
                    <a:pt x="7524" y="16498"/>
                    <a:pt x="6599" y="16404"/>
                  </a:cubicBezTo>
                  <a:cubicBezTo>
                    <a:pt x="6442" y="16388"/>
                    <a:pt x="6286" y="16372"/>
                    <a:pt x="6160" y="16325"/>
                  </a:cubicBezTo>
                  <a:cubicBezTo>
                    <a:pt x="6050" y="16294"/>
                    <a:pt x="5941" y="16215"/>
                    <a:pt x="5909" y="16137"/>
                  </a:cubicBezTo>
                  <a:cubicBezTo>
                    <a:pt x="5862" y="16027"/>
                    <a:pt x="5972" y="15949"/>
                    <a:pt x="6082" y="15918"/>
                  </a:cubicBezTo>
                  <a:cubicBezTo>
                    <a:pt x="6364" y="15839"/>
                    <a:pt x="6662" y="15777"/>
                    <a:pt x="6960" y="15714"/>
                  </a:cubicBezTo>
                  <a:cubicBezTo>
                    <a:pt x="8652" y="15416"/>
                    <a:pt x="10361" y="15244"/>
                    <a:pt x="12085" y="15244"/>
                  </a:cubicBezTo>
                  <a:cubicBezTo>
                    <a:pt x="12461" y="15244"/>
                    <a:pt x="12837" y="15212"/>
                    <a:pt x="13214" y="15181"/>
                  </a:cubicBezTo>
                  <a:cubicBezTo>
                    <a:pt x="13355" y="15165"/>
                    <a:pt x="13511" y="15150"/>
                    <a:pt x="13558" y="14930"/>
                  </a:cubicBezTo>
                  <a:lnTo>
                    <a:pt x="10878" y="14930"/>
                  </a:lnTo>
                  <a:cubicBezTo>
                    <a:pt x="9311" y="14946"/>
                    <a:pt x="7759" y="15228"/>
                    <a:pt x="6192" y="15353"/>
                  </a:cubicBezTo>
                  <a:cubicBezTo>
                    <a:pt x="6057" y="15353"/>
                    <a:pt x="5934" y="15388"/>
                    <a:pt x="5813" y="15388"/>
                  </a:cubicBezTo>
                  <a:cubicBezTo>
                    <a:pt x="5793" y="15388"/>
                    <a:pt x="5773" y="15387"/>
                    <a:pt x="5753" y="15385"/>
                  </a:cubicBezTo>
                  <a:cubicBezTo>
                    <a:pt x="5533" y="15385"/>
                    <a:pt x="5392" y="15244"/>
                    <a:pt x="5376" y="15040"/>
                  </a:cubicBezTo>
                  <a:cubicBezTo>
                    <a:pt x="5361" y="14820"/>
                    <a:pt x="5376" y="14585"/>
                    <a:pt x="5408" y="14366"/>
                  </a:cubicBezTo>
                  <a:cubicBezTo>
                    <a:pt x="5549" y="13096"/>
                    <a:pt x="5753" y="11842"/>
                    <a:pt x="6097" y="10620"/>
                  </a:cubicBezTo>
                  <a:cubicBezTo>
                    <a:pt x="6176" y="10322"/>
                    <a:pt x="6286" y="10055"/>
                    <a:pt x="6536" y="9852"/>
                  </a:cubicBezTo>
                  <a:cubicBezTo>
                    <a:pt x="6803" y="9648"/>
                    <a:pt x="6850" y="9350"/>
                    <a:pt x="6724" y="9052"/>
                  </a:cubicBezTo>
                  <a:cubicBezTo>
                    <a:pt x="6630" y="8770"/>
                    <a:pt x="6552" y="8472"/>
                    <a:pt x="6568" y="8174"/>
                  </a:cubicBezTo>
                  <a:cubicBezTo>
                    <a:pt x="6568" y="8018"/>
                    <a:pt x="6615" y="7877"/>
                    <a:pt x="6803" y="7830"/>
                  </a:cubicBezTo>
                  <a:cubicBezTo>
                    <a:pt x="6837" y="7822"/>
                    <a:pt x="6873" y="7819"/>
                    <a:pt x="6909" y="7819"/>
                  </a:cubicBezTo>
                  <a:cubicBezTo>
                    <a:pt x="7105" y="7819"/>
                    <a:pt x="7312" y="7922"/>
                    <a:pt x="7351" y="8080"/>
                  </a:cubicBezTo>
                  <a:cubicBezTo>
                    <a:pt x="7445" y="8378"/>
                    <a:pt x="7445" y="8676"/>
                    <a:pt x="7320" y="8958"/>
                  </a:cubicBezTo>
                  <a:cubicBezTo>
                    <a:pt x="7226" y="9162"/>
                    <a:pt x="7163" y="9381"/>
                    <a:pt x="7210" y="9617"/>
                  </a:cubicBezTo>
                  <a:cubicBezTo>
                    <a:pt x="7351" y="10338"/>
                    <a:pt x="7555" y="10557"/>
                    <a:pt x="8308" y="10635"/>
                  </a:cubicBezTo>
                  <a:cubicBezTo>
                    <a:pt x="8863" y="10713"/>
                    <a:pt x="9411" y="10744"/>
                    <a:pt x="9968" y="10744"/>
                  </a:cubicBezTo>
                  <a:cubicBezTo>
                    <a:pt x="10196" y="10744"/>
                    <a:pt x="10426" y="10739"/>
                    <a:pt x="10659" y="10729"/>
                  </a:cubicBezTo>
                  <a:cubicBezTo>
                    <a:pt x="11631" y="10682"/>
                    <a:pt x="12461" y="10244"/>
                    <a:pt x="13339" y="9961"/>
                  </a:cubicBezTo>
                  <a:cubicBezTo>
                    <a:pt x="13527" y="9899"/>
                    <a:pt x="13637" y="9742"/>
                    <a:pt x="13700" y="9554"/>
                  </a:cubicBezTo>
                  <a:cubicBezTo>
                    <a:pt x="13809" y="9162"/>
                    <a:pt x="14013" y="8801"/>
                    <a:pt x="13966" y="8363"/>
                  </a:cubicBezTo>
                  <a:cubicBezTo>
                    <a:pt x="13950" y="8222"/>
                    <a:pt x="13950" y="8065"/>
                    <a:pt x="13997" y="7924"/>
                  </a:cubicBezTo>
                  <a:cubicBezTo>
                    <a:pt x="14060" y="7783"/>
                    <a:pt x="14217" y="7720"/>
                    <a:pt x="14374" y="7704"/>
                  </a:cubicBezTo>
                  <a:close/>
                  <a:moveTo>
                    <a:pt x="16415" y="16600"/>
                  </a:moveTo>
                  <a:cubicBezTo>
                    <a:pt x="16602" y="16600"/>
                    <a:pt x="16697" y="16717"/>
                    <a:pt x="16772" y="16905"/>
                  </a:cubicBezTo>
                  <a:cubicBezTo>
                    <a:pt x="16881" y="17219"/>
                    <a:pt x="16975" y="17548"/>
                    <a:pt x="17054" y="17861"/>
                  </a:cubicBezTo>
                  <a:cubicBezTo>
                    <a:pt x="17775" y="20542"/>
                    <a:pt x="18512" y="23206"/>
                    <a:pt x="19217" y="25886"/>
                  </a:cubicBezTo>
                  <a:cubicBezTo>
                    <a:pt x="19656" y="27626"/>
                    <a:pt x="20063" y="29366"/>
                    <a:pt x="20487" y="31122"/>
                  </a:cubicBezTo>
                  <a:cubicBezTo>
                    <a:pt x="20581" y="31514"/>
                    <a:pt x="20690" y="31921"/>
                    <a:pt x="20769" y="32313"/>
                  </a:cubicBezTo>
                  <a:cubicBezTo>
                    <a:pt x="21004" y="33410"/>
                    <a:pt x="21239" y="34507"/>
                    <a:pt x="21458" y="35605"/>
                  </a:cubicBezTo>
                  <a:cubicBezTo>
                    <a:pt x="21505" y="35824"/>
                    <a:pt x="21521" y="36059"/>
                    <a:pt x="21458" y="36263"/>
                  </a:cubicBezTo>
                  <a:cubicBezTo>
                    <a:pt x="21364" y="36686"/>
                    <a:pt x="21364" y="37000"/>
                    <a:pt x="21897" y="37094"/>
                  </a:cubicBezTo>
                  <a:cubicBezTo>
                    <a:pt x="22164" y="37156"/>
                    <a:pt x="22305" y="37407"/>
                    <a:pt x="22367" y="37674"/>
                  </a:cubicBezTo>
                  <a:cubicBezTo>
                    <a:pt x="22446" y="37971"/>
                    <a:pt x="22367" y="38206"/>
                    <a:pt x="22101" y="38332"/>
                  </a:cubicBezTo>
                  <a:cubicBezTo>
                    <a:pt x="21317" y="38692"/>
                    <a:pt x="20534" y="39053"/>
                    <a:pt x="19734" y="39382"/>
                  </a:cubicBezTo>
                  <a:cubicBezTo>
                    <a:pt x="19280" y="39570"/>
                    <a:pt x="18794" y="39570"/>
                    <a:pt x="18308" y="39602"/>
                  </a:cubicBezTo>
                  <a:cubicBezTo>
                    <a:pt x="17320" y="39633"/>
                    <a:pt x="16380" y="39743"/>
                    <a:pt x="15424" y="40009"/>
                  </a:cubicBezTo>
                  <a:cubicBezTo>
                    <a:pt x="14530" y="40244"/>
                    <a:pt x="13574" y="40417"/>
                    <a:pt x="12649" y="40417"/>
                  </a:cubicBezTo>
                  <a:cubicBezTo>
                    <a:pt x="11584" y="40401"/>
                    <a:pt x="10502" y="40370"/>
                    <a:pt x="9420" y="40354"/>
                  </a:cubicBezTo>
                  <a:cubicBezTo>
                    <a:pt x="7696" y="40338"/>
                    <a:pt x="5972" y="40276"/>
                    <a:pt x="4264" y="40244"/>
                  </a:cubicBezTo>
                  <a:cubicBezTo>
                    <a:pt x="3590" y="40228"/>
                    <a:pt x="2931" y="40197"/>
                    <a:pt x="2273" y="39993"/>
                  </a:cubicBezTo>
                  <a:cubicBezTo>
                    <a:pt x="1865" y="39884"/>
                    <a:pt x="1489" y="39696"/>
                    <a:pt x="1160" y="39460"/>
                  </a:cubicBezTo>
                  <a:cubicBezTo>
                    <a:pt x="533" y="39006"/>
                    <a:pt x="267" y="38771"/>
                    <a:pt x="674" y="37987"/>
                  </a:cubicBezTo>
                  <a:cubicBezTo>
                    <a:pt x="815" y="37705"/>
                    <a:pt x="831" y="37407"/>
                    <a:pt x="847" y="37109"/>
                  </a:cubicBezTo>
                  <a:cubicBezTo>
                    <a:pt x="894" y="36200"/>
                    <a:pt x="1066" y="35322"/>
                    <a:pt x="1254" y="34445"/>
                  </a:cubicBezTo>
                  <a:cubicBezTo>
                    <a:pt x="1756" y="31952"/>
                    <a:pt x="2351" y="29476"/>
                    <a:pt x="2790" y="26968"/>
                  </a:cubicBezTo>
                  <a:cubicBezTo>
                    <a:pt x="3041" y="25495"/>
                    <a:pt x="3449" y="24053"/>
                    <a:pt x="3715" y="22579"/>
                  </a:cubicBezTo>
                  <a:cubicBezTo>
                    <a:pt x="3997" y="21027"/>
                    <a:pt x="4358" y="19507"/>
                    <a:pt x="4718" y="17971"/>
                  </a:cubicBezTo>
                  <a:cubicBezTo>
                    <a:pt x="4781" y="17720"/>
                    <a:pt x="4859" y="17469"/>
                    <a:pt x="4938" y="17219"/>
                  </a:cubicBezTo>
                  <a:cubicBezTo>
                    <a:pt x="5000" y="16968"/>
                    <a:pt x="5188" y="16858"/>
                    <a:pt x="5439" y="16858"/>
                  </a:cubicBezTo>
                  <a:cubicBezTo>
                    <a:pt x="5523" y="16853"/>
                    <a:pt x="5608" y="16851"/>
                    <a:pt x="5686" y="16851"/>
                  </a:cubicBezTo>
                  <a:cubicBezTo>
                    <a:pt x="5843" y="16851"/>
                    <a:pt x="5972" y="16858"/>
                    <a:pt x="6003" y="16858"/>
                  </a:cubicBezTo>
                  <a:cubicBezTo>
                    <a:pt x="7195" y="16952"/>
                    <a:pt x="8167" y="16983"/>
                    <a:pt x="9123" y="17125"/>
                  </a:cubicBezTo>
                  <a:cubicBezTo>
                    <a:pt x="9676" y="17208"/>
                    <a:pt x="10226" y="17241"/>
                    <a:pt x="10773" y="17241"/>
                  </a:cubicBezTo>
                  <a:cubicBezTo>
                    <a:pt x="11980" y="17241"/>
                    <a:pt x="13177" y="17081"/>
                    <a:pt x="14374" y="16952"/>
                  </a:cubicBezTo>
                  <a:cubicBezTo>
                    <a:pt x="15016" y="16874"/>
                    <a:pt x="15643" y="16748"/>
                    <a:pt x="16254" y="16623"/>
                  </a:cubicBezTo>
                  <a:cubicBezTo>
                    <a:pt x="16315" y="16607"/>
                    <a:pt x="16368" y="16600"/>
                    <a:pt x="16415" y="16600"/>
                  </a:cubicBezTo>
                  <a:close/>
                  <a:moveTo>
                    <a:pt x="9669" y="1"/>
                  </a:moveTo>
                  <a:cubicBezTo>
                    <a:pt x="9050" y="1"/>
                    <a:pt x="8475" y="169"/>
                    <a:pt x="7900" y="337"/>
                  </a:cubicBezTo>
                  <a:cubicBezTo>
                    <a:pt x="7367" y="478"/>
                    <a:pt x="6991" y="839"/>
                    <a:pt x="6897" y="1419"/>
                  </a:cubicBezTo>
                  <a:cubicBezTo>
                    <a:pt x="6881" y="1607"/>
                    <a:pt x="6771" y="1795"/>
                    <a:pt x="6787" y="1967"/>
                  </a:cubicBezTo>
                  <a:cubicBezTo>
                    <a:pt x="6850" y="2751"/>
                    <a:pt x="6552" y="3519"/>
                    <a:pt x="6677" y="4319"/>
                  </a:cubicBezTo>
                  <a:cubicBezTo>
                    <a:pt x="6740" y="4773"/>
                    <a:pt x="6583" y="5024"/>
                    <a:pt x="6113" y="5149"/>
                  </a:cubicBezTo>
                  <a:cubicBezTo>
                    <a:pt x="5737" y="5275"/>
                    <a:pt x="5345" y="5431"/>
                    <a:pt x="4985" y="5651"/>
                  </a:cubicBezTo>
                  <a:cubicBezTo>
                    <a:pt x="4295" y="6074"/>
                    <a:pt x="4154" y="6607"/>
                    <a:pt x="4483" y="7375"/>
                  </a:cubicBezTo>
                  <a:cubicBezTo>
                    <a:pt x="4561" y="7548"/>
                    <a:pt x="4671" y="7704"/>
                    <a:pt x="4844" y="7783"/>
                  </a:cubicBezTo>
                  <a:cubicBezTo>
                    <a:pt x="5110" y="7924"/>
                    <a:pt x="5392" y="8033"/>
                    <a:pt x="5659" y="8159"/>
                  </a:cubicBezTo>
                  <a:cubicBezTo>
                    <a:pt x="5909" y="8269"/>
                    <a:pt x="6003" y="8488"/>
                    <a:pt x="5894" y="8707"/>
                  </a:cubicBezTo>
                  <a:cubicBezTo>
                    <a:pt x="5706" y="9099"/>
                    <a:pt x="5659" y="9475"/>
                    <a:pt x="5784" y="9883"/>
                  </a:cubicBezTo>
                  <a:cubicBezTo>
                    <a:pt x="5847" y="10055"/>
                    <a:pt x="5768" y="10259"/>
                    <a:pt x="5721" y="10432"/>
                  </a:cubicBezTo>
                  <a:cubicBezTo>
                    <a:pt x="5392" y="11670"/>
                    <a:pt x="5188" y="12924"/>
                    <a:pt x="5016" y="14193"/>
                  </a:cubicBezTo>
                  <a:cubicBezTo>
                    <a:pt x="4938" y="14773"/>
                    <a:pt x="4844" y="15369"/>
                    <a:pt x="4546" y="15902"/>
                  </a:cubicBezTo>
                  <a:cubicBezTo>
                    <a:pt x="4436" y="16106"/>
                    <a:pt x="4389" y="16325"/>
                    <a:pt x="4436" y="16560"/>
                  </a:cubicBezTo>
                  <a:cubicBezTo>
                    <a:pt x="4546" y="17062"/>
                    <a:pt x="4405" y="17532"/>
                    <a:pt x="4279" y="18002"/>
                  </a:cubicBezTo>
                  <a:cubicBezTo>
                    <a:pt x="3496" y="20745"/>
                    <a:pt x="3119" y="23567"/>
                    <a:pt x="2477" y="26341"/>
                  </a:cubicBezTo>
                  <a:cubicBezTo>
                    <a:pt x="1944" y="28708"/>
                    <a:pt x="1583" y="31122"/>
                    <a:pt x="1019" y="33489"/>
                  </a:cubicBezTo>
                  <a:cubicBezTo>
                    <a:pt x="580" y="35307"/>
                    <a:pt x="361" y="37172"/>
                    <a:pt x="47" y="39006"/>
                  </a:cubicBezTo>
                  <a:cubicBezTo>
                    <a:pt x="0" y="39241"/>
                    <a:pt x="32" y="39429"/>
                    <a:pt x="235" y="39602"/>
                  </a:cubicBezTo>
                  <a:cubicBezTo>
                    <a:pt x="1210" y="40363"/>
                    <a:pt x="2274" y="40888"/>
                    <a:pt x="3528" y="40888"/>
                  </a:cubicBezTo>
                  <a:cubicBezTo>
                    <a:pt x="3564" y="40888"/>
                    <a:pt x="3600" y="40888"/>
                    <a:pt x="3637" y="40887"/>
                  </a:cubicBezTo>
                  <a:cubicBezTo>
                    <a:pt x="3757" y="40885"/>
                    <a:pt x="3877" y="40884"/>
                    <a:pt x="3997" y="40884"/>
                  </a:cubicBezTo>
                  <a:cubicBezTo>
                    <a:pt x="5976" y="40884"/>
                    <a:pt x="7965" y="41096"/>
                    <a:pt x="9944" y="41096"/>
                  </a:cubicBezTo>
                  <a:cubicBezTo>
                    <a:pt x="10119" y="41096"/>
                    <a:pt x="10295" y="41094"/>
                    <a:pt x="10471" y="41091"/>
                  </a:cubicBezTo>
                  <a:cubicBezTo>
                    <a:pt x="10753" y="41091"/>
                    <a:pt x="11028" y="41077"/>
                    <a:pt x="11301" y="41077"/>
                  </a:cubicBezTo>
                  <a:cubicBezTo>
                    <a:pt x="11437" y="41077"/>
                    <a:pt x="11573" y="41080"/>
                    <a:pt x="11709" y="41091"/>
                  </a:cubicBezTo>
                  <a:cubicBezTo>
                    <a:pt x="11965" y="41118"/>
                    <a:pt x="12219" y="41130"/>
                    <a:pt x="12473" y="41130"/>
                  </a:cubicBezTo>
                  <a:cubicBezTo>
                    <a:pt x="13382" y="41130"/>
                    <a:pt x="14274" y="40970"/>
                    <a:pt x="15157" y="40761"/>
                  </a:cubicBezTo>
                  <a:cubicBezTo>
                    <a:pt x="16082" y="40558"/>
                    <a:pt x="16991" y="40417"/>
                    <a:pt x="17932" y="40370"/>
                  </a:cubicBezTo>
                  <a:cubicBezTo>
                    <a:pt x="18480" y="40338"/>
                    <a:pt x="19060" y="40354"/>
                    <a:pt x="19593" y="40166"/>
                  </a:cubicBezTo>
                  <a:cubicBezTo>
                    <a:pt x="20361" y="39868"/>
                    <a:pt x="21129" y="39554"/>
                    <a:pt x="21913" y="39288"/>
                  </a:cubicBezTo>
                  <a:cubicBezTo>
                    <a:pt x="22728" y="39006"/>
                    <a:pt x="23230" y="38426"/>
                    <a:pt x="22932" y="37360"/>
                  </a:cubicBezTo>
                  <a:cubicBezTo>
                    <a:pt x="22900" y="37297"/>
                    <a:pt x="22916" y="37203"/>
                    <a:pt x="22885" y="37141"/>
                  </a:cubicBezTo>
                  <a:cubicBezTo>
                    <a:pt x="22540" y="36357"/>
                    <a:pt x="22477" y="35463"/>
                    <a:pt x="21944" y="34742"/>
                  </a:cubicBezTo>
                  <a:cubicBezTo>
                    <a:pt x="21819" y="34570"/>
                    <a:pt x="21756" y="34335"/>
                    <a:pt x="21725" y="34116"/>
                  </a:cubicBezTo>
                  <a:cubicBezTo>
                    <a:pt x="21552" y="32893"/>
                    <a:pt x="21113" y="31733"/>
                    <a:pt x="20863" y="30510"/>
                  </a:cubicBezTo>
                  <a:cubicBezTo>
                    <a:pt x="20581" y="29194"/>
                    <a:pt x="20110" y="27924"/>
                    <a:pt x="19938" y="26592"/>
                  </a:cubicBezTo>
                  <a:cubicBezTo>
                    <a:pt x="19922" y="26435"/>
                    <a:pt x="19860" y="26294"/>
                    <a:pt x="19813" y="26153"/>
                  </a:cubicBezTo>
                  <a:cubicBezTo>
                    <a:pt x="18903" y="22908"/>
                    <a:pt x="18010" y="19664"/>
                    <a:pt x="17211" y="16388"/>
                  </a:cubicBezTo>
                  <a:cubicBezTo>
                    <a:pt x="16646" y="14068"/>
                    <a:pt x="15972" y="11764"/>
                    <a:pt x="15345" y="9460"/>
                  </a:cubicBezTo>
                  <a:cubicBezTo>
                    <a:pt x="15126" y="8660"/>
                    <a:pt x="15048" y="7908"/>
                    <a:pt x="15753" y="7297"/>
                  </a:cubicBezTo>
                  <a:cubicBezTo>
                    <a:pt x="15831" y="7218"/>
                    <a:pt x="15878" y="7109"/>
                    <a:pt x="15941" y="7015"/>
                  </a:cubicBezTo>
                  <a:cubicBezTo>
                    <a:pt x="16427" y="6200"/>
                    <a:pt x="16004" y="5306"/>
                    <a:pt x="15079" y="5149"/>
                  </a:cubicBezTo>
                  <a:cubicBezTo>
                    <a:pt x="14938" y="5134"/>
                    <a:pt x="14781" y="5118"/>
                    <a:pt x="14640" y="5102"/>
                  </a:cubicBezTo>
                  <a:cubicBezTo>
                    <a:pt x="14044" y="5071"/>
                    <a:pt x="13433" y="5165"/>
                    <a:pt x="12916" y="4742"/>
                  </a:cubicBezTo>
                  <a:cubicBezTo>
                    <a:pt x="12865" y="4711"/>
                    <a:pt x="12775" y="4694"/>
                    <a:pt x="12697" y="4694"/>
                  </a:cubicBezTo>
                  <a:cubicBezTo>
                    <a:pt x="12654" y="4694"/>
                    <a:pt x="12614" y="4699"/>
                    <a:pt x="12587" y="4710"/>
                  </a:cubicBezTo>
                  <a:cubicBezTo>
                    <a:pt x="12423" y="4800"/>
                    <a:pt x="12287" y="4846"/>
                    <a:pt x="12174" y="4846"/>
                  </a:cubicBezTo>
                  <a:cubicBezTo>
                    <a:pt x="11951" y="4846"/>
                    <a:pt x="11813" y="4672"/>
                    <a:pt x="11709" y="4319"/>
                  </a:cubicBezTo>
                  <a:cubicBezTo>
                    <a:pt x="11646" y="4099"/>
                    <a:pt x="11411" y="3895"/>
                    <a:pt x="11207" y="3739"/>
                  </a:cubicBezTo>
                  <a:cubicBezTo>
                    <a:pt x="11083" y="3632"/>
                    <a:pt x="10950" y="3582"/>
                    <a:pt x="10822" y="3582"/>
                  </a:cubicBezTo>
                  <a:cubicBezTo>
                    <a:pt x="10609" y="3582"/>
                    <a:pt x="10409" y="3720"/>
                    <a:pt x="10283" y="3974"/>
                  </a:cubicBezTo>
                  <a:cubicBezTo>
                    <a:pt x="10220" y="4099"/>
                    <a:pt x="10173" y="4256"/>
                    <a:pt x="10141" y="4397"/>
                  </a:cubicBezTo>
                  <a:cubicBezTo>
                    <a:pt x="10141" y="4491"/>
                    <a:pt x="10141" y="4648"/>
                    <a:pt x="10204" y="4695"/>
                  </a:cubicBezTo>
                  <a:cubicBezTo>
                    <a:pt x="10249" y="4726"/>
                    <a:pt x="10291" y="4740"/>
                    <a:pt x="10329" y="4740"/>
                  </a:cubicBezTo>
                  <a:cubicBezTo>
                    <a:pt x="10423" y="4740"/>
                    <a:pt x="10498" y="4659"/>
                    <a:pt x="10565" y="4569"/>
                  </a:cubicBezTo>
                  <a:cubicBezTo>
                    <a:pt x="10627" y="4475"/>
                    <a:pt x="10706" y="4366"/>
                    <a:pt x="10784" y="4334"/>
                  </a:cubicBezTo>
                  <a:cubicBezTo>
                    <a:pt x="10809" y="4326"/>
                    <a:pt x="10838" y="4322"/>
                    <a:pt x="10867" y="4322"/>
                  </a:cubicBezTo>
                  <a:cubicBezTo>
                    <a:pt x="10948" y="4322"/>
                    <a:pt x="11036" y="4351"/>
                    <a:pt x="11082" y="4397"/>
                  </a:cubicBezTo>
                  <a:cubicBezTo>
                    <a:pt x="11145" y="4460"/>
                    <a:pt x="11176" y="4601"/>
                    <a:pt x="11145" y="4695"/>
                  </a:cubicBezTo>
                  <a:cubicBezTo>
                    <a:pt x="11082" y="4993"/>
                    <a:pt x="10847" y="5102"/>
                    <a:pt x="10565" y="5134"/>
                  </a:cubicBezTo>
                  <a:cubicBezTo>
                    <a:pt x="10187" y="5187"/>
                    <a:pt x="9807" y="5206"/>
                    <a:pt x="9426" y="5206"/>
                  </a:cubicBezTo>
                  <a:cubicBezTo>
                    <a:pt x="8906" y="5206"/>
                    <a:pt x="8385" y="5170"/>
                    <a:pt x="7869" y="5134"/>
                  </a:cubicBezTo>
                  <a:cubicBezTo>
                    <a:pt x="7445" y="5102"/>
                    <a:pt x="7304" y="4930"/>
                    <a:pt x="7242" y="4475"/>
                  </a:cubicBezTo>
                  <a:cubicBezTo>
                    <a:pt x="7101" y="3535"/>
                    <a:pt x="7304" y="2610"/>
                    <a:pt x="7508" y="1701"/>
                  </a:cubicBezTo>
                  <a:cubicBezTo>
                    <a:pt x="7571" y="1388"/>
                    <a:pt x="7775" y="1168"/>
                    <a:pt x="8057" y="1027"/>
                  </a:cubicBezTo>
                  <a:cubicBezTo>
                    <a:pt x="8503" y="815"/>
                    <a:pt x="8970" y="667"/>
                    <a:pt x="9445" y="667"/>
                  </a:cubicBezTo>
                  <a:cubicBezTo>
                    <a:pt x="9671" y="667"/>
                    <a:pt x="9898" y="700"/>
                    <a:pt x="10126" y="776"/>
                  </a:cubicBezTo>
                  <a:cubicBezTo>
                    <a:pt x="10510" y="895"/>
                    <a:pt x="10884" y="987"/>
                    <a:pt x="11263" y="987"/>
                  </a:cubicBezTo>
                  <a:cubicBezTo>
                    <a:pt x="11532" y="987"/>
                    <a:pt x="11805" y="941"/>
                    <a:pt x="12085" y="823"/>
                  </a:cubicBezTo>
                  <a:cubicBezTo>
                    <a:pt x="12217" y="768"/>
                    <a:pt x="12365" y="733"/>
                    <a:pt x="12515" y="733"/>
                  </a:cubicBezTo>
                  <a:cubicBezTo>
                    <a:pt x="12702" y="733"/>
                    <a:pt x="12891" y="787"/>
                    <a:pt x="13057" y="917"/>
                  </a:cubicBezTo>
                  <a:cubicBezTo>
                    <a:pt x="13496" y="1262"/>
                    <a:pt x="13903" y="1638"/>
                    <a:pt x="14044" y="2218"/>
                  </a:cubicBezTo>
                  <a:cubicBezTo>
                    <a:pt x="14185" y="2814"/>
                    <a:pt x="14358" y="3378"/>
                    <a:pt x="14185" y="3989"/>
                  </a:cubicBezTo>
                  <a:cubicBezTo>
                    <a:pt x="14138" y="4162"/>
                    <a:pt x="14138" y="4366"/>
                    <a:pt x="14170" y="4538"/>
                  </a:cubicBezTo>
                  <a:cubicBezTo>
                    <a:pt x="14170" y="4632"/>
                    <a:pt x="14264" y="4773"/>
                    <a:pt x="14342" y="4789"/>
                  </a:cubicBezTo>
                  <a:cubicBezTo>
                    <a:pt x="14375" y="4802"/>
                    <a:pt x="14404" y="4807"/>
                    <a:pt x="14429" y="4807"/>
                  </a:cubicBezTo>
                  <a:cubicBezTo>
                    <a:pt x="14556" y="4807"/>
                    <a:pt x="14580" y="4656"/>
                    <a:pt x="14593" y="4538"/>
                  </a:cubicBezTo>
                  <a:cubicBezTo>
                    <a:pt x="14640" y="4240"/>
                    <a:pt x="14687" y="3942"/>
                    <a:pt x="14734" y="3660"/>
                  </a:cubicBezTo>
                  <a:cubicBezTo>
                    <a:pt x="14953" y="2359"/>
                    <a:pt x="14358" y="1011"/>
                    <a:pt x="13198" y="290"/>
                  </a:cubicBezTo>
                  <a:cubicBezTo>
                    <a:pt x="12979" y="149"/>
                    <a:pt x="12743" y="71"/>
                    <a:pt x="12461" y="55"/>
                  </a:cubicBezTo>
                  <a:cubicBezTo>
                    <a:pt x="11599" y="55"/>
                    <a:pt x="10737" y="55"/>
                    <a:pt x="9891" y="8"/>
                  </a:cubicBezTo>
                  <a:cubicBezTo>
                    <a:pt x="9816" y="3"/>
                    <a:pt x="9742" y="1"/>
                    <a:pt x="9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8784425" y="1685775"/>
              <a:ext cx="40400" cy="33725"/>
            </a:xfrm>
            <a:custGeom>
              <a:rect b="b" l="l" r="r" t="t"/>
              <a:pathLst>
                <a:path extrusionOk="0" h="1349" w="1616">
                  <a:moveTo>
                    <a:pt x="644" y="1"/>
                  </a:moveTo>
                  <a:cubicBezTo>
                    <a:pt x="581" y="1"/>
                    <a:pt x="487" y="16"/>
                    <a:pt x="440" y="63"/>
                  </a:cubicBezTo>
                  <a:cubicBezTo>
                    <a:pt x="1" y="596"/>
                    <a:pt x="189" y="1223"/>
                    <a:pt x="816" y="1317"/>
                  </a:cubicBezTo>
                  <a:cubicBezTo>
                    <a:pt x="926" y="1349"/>
                    <a:pt x="1035" y="1349"/>
                    <a:pt x="1114" y="1349"/>
                  </a:cubicBezTo>
                  <a:cubicBezTo>
                    <a:pt x="1176" y="1349"/>
                    <a:pt x="1223" y="1349"/>
                    <a:pt x="1255" y="1333"/>
                  </a:cubicBezTo>
                  <a:cubicBezTo>
                    <a:pt x="1286" y="1333"/>
                    <a:pt x="1333" y="1333"/>
                    <a:pt x="1365" y="1317"/>
                  </a:cubicBezTo>
                  <a:cubicBezTo>
                    <a:pt x="1474" y="1286"/>
                    <a:pt x="1584" y="1270"/>
                    <a:pt x="1600" y="1145"/>
                  </a:cubicBezTo>
                  <a:cubicBezTo>
                    <a:pt x="1615" y="1020"/>
                    <a:pt x="1537" y="941"/>
                    <a:pt x="1412" y="926"/>
                  </a:cubicBezTo>
                  <a:cubicBezTo>
                    <a:pt x="973" y="894"/>
                    <a:pt x="706" y="737"/>
                    <a:pt x="816" y="236"/>
                  </a:cubicBezTo>
                  <a:cubicBezTo>
                    <a:pt x="816" y="189"/>
                    <a:pt x="816" y="142"/>
                    <a:pt x="800" y="126"/>
                  </a:cubicBezTo>
                  <a:cubicBezTo>
                    <a:pt x="753" y="79"/>
                    <a:pt x="691" y="16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8718200" y="1676250"/>
              <a:ext cx="24725" cy="46200"/>
            </a:xfrm>
            <a:custGeom>
              <a:rect b="b" l="l" r="r" t="t"/>
              <a:pathLst>
                <a:path extrusionOk="0" h="1848" w="989">
                  <a:moveTo>
                    <a:pt x="608" y="1"/>
                  </a:moveTo>
                  <a:cubicBezTo>
                    <a:pt x="582" y="1"/>
                    <a:pt x="556" y="7"/>
                    <a:pt x="534" y="21"/>
                  </a:cubicBezTo>
                  <a:cubicBezTo>
                    <a:pt x="393" y="115"/>
                    <a:pt x="346" y="272"/>
                    <a:pt x="408" y="413"/>
                  </a:cubicBezTo>
                  <a:cubicBezTo>
                    <a:pt x="565" y="805"/>
                    <a:pt x="503" y="1134"/>
                    <a:pt x="142" y="1385"/>
                  </a:cubicBezTo>
                  <a:cubicBezTo>
                    <a:pt x="95" y="1416"/>
                    <a:pt x="32" y="1479"/>
                    <a:pt x="17" y="1542"/>
                  </a:cubicBezTo>
                  <a:cubicBezTo>
                    <a:pt x="1" y="1604"/>
                    <a:pt x="17" y="1698"/>
                    <a:pt x="48" y="1745"/>
                  </a:cubicBezTo>
                  <a:cubicBezTo>
                    <a:pt x="95" y="1792"/>
                    <a:pt x="173" y="1824"/>
                    <a:pt x="236" y="1839"/>
                  </a:cubicBezTo>
                  <a:cubicBezTo>
                    <a:pt x="266" y="1845"/>
                    <a:pt x="294" y="1847"/>
                    <a:pt x="321" y="1847"/>
                  </a:cubicBezTo>
                  <a:cubicBezTo>
                    <a:pt x="451" y="1847"/>
                    <a:pt x="550" y="1787"/>
                    <a:pt x="628" y="1683"/>
                  </a:cubicBezTo>
                  <a:cubicBezTo>
                    <a:pt x="879" y="1385"/>
                    <a:pt x="973" y="1024"/>
                    <a:pt x="988" y="648"/>
                  </a:cubicBezTo>
                  <a:cubicBezTo>
                    <a:pt x="973" y="538"/>
                    <a:pt x="941" y="429"/>
                    <a:pt x="926" y="319"/>
                  </a:cubicBezTo>
                  <a:cubicBezTo>
                    <a:pt x="887" y="139"/>
                    <a:pt x="73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8767975" y="1674750"/>
              <a:ext cx="10225" cy="10075"/>
            </a:xfrm>
            <a:custGeom>
              <a:rect b="b" l="l" r="r" t="t"/>
              <a:pathLst>
                <a:path extrusionOk="0" h="403" w="409">
                  <a:moveTo>
                    <a:pt x="194" y="0"/>
                  </a:moveTo>
                  <a:cubicBezTo>
                    <a:pt x="182" y="0"/>
                    <a:pt x="170" y="1"/>
                    <a:pt x="157" y="3"/>
                  </a:cubicBezTo>
                  <a:cubicBezTo>
                    <a:pt x="48" y="50"/>
                    <a:pt x="1" y="128"/>
                    <a:pt x="16" y="238"/>
                  </a:cubicBezTo>
                  <a:cubicBezTo>
                    <a:pt x="42" y="342"/>
                    <a:pt x="100" y="403"/>
                    <a:pt x="191" y="403"/>
                  </a:cubicBezTo>
                  <a:cubicBezTo>
                    <a:pt x="210" y="403"/>
                    <a:pt x="230" y="400"/>
                    <a:pt x="251" y="395"/>
                  </a:cubicBezTo>
                  <a:cubicBezTo>
                    <a:pt x="361" y="379"/>
                    <a:pt x="408" y="269"/>
                    <a:pt x="377" y="160"/>
                  </a:cubicBezTo>
                  <a:cubicBezTo>
                    <a:pt x="363" y="61"/>
                    <a:pt x="298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8713125" y="1680300"/>
              <a:ext cx="3925" cy="2775"/>
            </a:xfrm>
            <a:custGeom>
              <a:rect b="b" l="l" r="r" t="t"/>
              <a:pathLst>
                <a:path extrusionOk="0" h="111" w="157">
                  <a:moveTo>
                    <a:pt x="79" y="0"/>
                  </a:moveTo>
                  <a:cubicBezTo>
                    <a:pt x="47" y="0"/>
                    <a:pt x="16" y="32"/>
                    <a:pt x="0" y="47"/>
                  </a:cubicBezTo>
                  <a:cubicBezTo>
                    <a:pt x="16" y="63"/>
                    <a:pt x="47" y="110"/>
                    <a:pt x="63" y="110"/>
                  </a:cubicBezTo>
                  <a:cubicBezTo>
                    <a:pt x="94" y="94"/>
                    <a:pt x="126" y="63"/>
                    <a:pt x="157" y="47"/>
                  </a:cubicBezTo>
                  <a:cubicBezTo>
                    <a:pt x="126" y="32"/>
                    <a:pt x="94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8547750" y="2569100"/>
              <a:ext cx="456925" cy="57375"/>
            </a:xfrm>
            <a:custGeom>
              <a:rect b="b" l="l" r="r" t="t"/>
              <a:pathLst>
                <a:path extrusionOk="0" h="2295" w="18277">
                  <a:moveTo>
                    <a:pt x="18144" y="0"/>
                  </a:moveTo>
                  <a:cubicBezTo>
                    <a:pt x="18093" y="0"/>
                    <a:pt x="18028" y="23"/>
                    <a:pt x="17995" y="45"/>
                  </a:cubicBezTo>
                  <a:cubicBezTo>
                    <a:pt x="17901" y="107"/>
                    <a:pt x="17822" y="186"/>
                    <a:pt x="17760" y="280"/>
                  </a:cubicBezTo>
                  <a:cubicBezTo>
                    <a:pt x="17399" y="766"/>
                    <a:pt x="16898" y="954"/>
                    <a:pt x="16333" y="1079"/>
                  </a:cubicBezTo>
                  <a:cubicBezTo>
                    <a:pt x="15516" y="1261"/>
                    <a:pt x="14713" y="1472"/>
                    <a:pt x="13868" y="1472"/>
                  </a:cubicBezTo>
                  <a:cubicBezTo>
                    <a:pt x="13838" y="1472"/>
                    <a:pt x="13808" y="1472"/>
                    <a:pt x="13778" y="1471"/>
                  </a:cubicBezTo>
                  <a:cubicBezTo>
                    <a:pt x="13759" y="1470"/>
                    <a:pt x="13740" y="1469"/>
                    <a:pt x="13721" y="1469"/>
                  </a:cubicBezTo>
                  <a:cubicBezTo>
                    <a:pt x="13489" y="1469"/>
                    <a:pt x="13257" y="1552"/>
                    <a:pt x="13010" y="1581"/>
                  </a:cubicBezTo>
                  <a:cubicBezTo>
                    <a:pt x="12806" y="1605"/>
                    <a:pt x="12610" y="1638"/>
                    <a:pt x="12410" y="1638"/>
                  </a:cubicBezTo>
                  <a:cubicBezTo>
                    <a:pt x="12350" y="1638"/>
                    <a:pt x="12289" y="1635"/>
                    <a:pt x="12227" y="1628"/>
                  </a:cubicBezTo>
                  <a:cubicBezTo>
                    <a:pt x="11789" y="1597"/>
                    <a:pt x="11353" y="1584"/>
                    <a:pt x="10918" y="1584"/>
                  </a:cubicBezTo>
                  <a:cubicBezTo>
                    <a:pt x="9824" y="1584"/>
                    <a:pt x="8733" y="1661"/>
                    <a:pt x="7634" y="1706"/>
                  </a:cubicBezTo>
                  <a:cubicBezTo>
                    <a:pt x="7035" y="1728"/>
                    <a:pt x="6436" y="1744"/>
                    <a:pt x="5837" y="1744"/>
                  </a:cubicBezTo>
                  <a:cubicBezTo>
                    <a:pt x="5166" y="1744"/>
                    <a:pt x="4496" y="1724"/>
                    <a:pt x="3825" y="1675"/>
                  </a:cubicBezTo>
                  <a:cubicBezTo>
                    <a:pt x="3182" y="1628"/>
                    <a:pt x="2556" y="1581"/>
                    <a:pt x="1929" y="1471"/>
                  </a:cubicBezTo>
                  <a:cubicBezTo>
                    <a:pt x="1349" y="1361"/>
                    <a:pt x="722" y="1299"/>
                    <a:pt x="424" y="656"/>
                  </a:cubicBezTo>
                  <a:cubicBezTo>
                    <a:pt x="401" y="622"/>
                    <a:pt x="289" y="596"/>
                    <a:pt x="205" y="596"/>
                  </a:cubicBezTo>
                  <a:cubicBezTo>
                    <a:pt x="172" y="596"/>
                    <a:pt x="144" y="600"/>
                    <a:pt x="126" y="609"/>
                  </a:cubicBezTo>
                  <a:cubicBezTo>
                    <a:pt x="48" y="656"/>
                    <a:pt x="16" y="797"/>
                    <a:pt x="16" y="907"/>
                  </a:cubicBezTo>
                  <a:cubicBezTo>
                    <a:pt x="1" y="1283"/>
                    <a:pt x="204" y="1549"/>
                    <a:pt x="549" y="1659"/>
                  </a:cubicBezTo>
                  <a:cubicBezTo>
                    <a:pt x="878" y="1769"/>
                    <a:pt x="1208" y="1847"/>
                    <a:pt x="1521" y="1926"/>
                  </a:cubicBezTo>
                  <a:cubicBezTo>
                    <a:pt x="2634" y="2176"/>
                    <a:pt x="3762" y="2145"/>
                    <a:pt x="4875" y="2223"/>
                  </a:cubicBezTo>
                  <a:cubicBezTo>
                    <a:pt x="5229" y="2246"/>
                    <a:pt x="5592" y="2294"/>
                    <a:pt x="5944" y="2294"/>
                  </a:cubicBezTo>
                  <a:cubicBezTo>
                    <a:pt x="6076" y="2294"/>
                    <a:pt x="6205" y="2287"/>
                    <a:pt x="6333" y="2270"/>
                  </a:cubicBezTo>
                  <a:cubicBezTo>
                    <a:pt x="7063" y="2155"/>
                    <a:pt x="7793" y="2128"/>
                    <a:pt x="8660" y="2128"/>
                  </a:cubicBezTo>
                  <a:cubicBezTo>
                    <a:pt x="9208" y="2128"/>
                    <a:pt x="9811" y="2139"/>
                    <a:pt x="10502" y="2145"/>
                  </a:cubicBezTo>
                  <a:cubicBezTo>
                    <a:pt x="11270" y="2129"/>
                    <a:pt x="12603" y="2067"/>
                    <a:pt x="13951" y="1988"/>
                  </a:cubicBezTo>
                  <a:cubicBezTo>
                    <a:pt x="15111" y="1910"/>
                    <a:pt x="16224" y="1628"/>
                    <a:pt x="17368" y="1408"/>
                  </a:cubicBezTo>
                  <a:cubicBezTo>
                    <a:pt x="17556" y="1377"/>
                    <a:pt x="17713" y="1267"/>
                    <a:pt x="17807" y="1095"/>
                  </a:cubicBezTo>
                  <a:cubicBezTo>
                    <a:pt x="17963" y="813"/>
                    <a:pt x="18120" y="515"/>
                    <a:pt x="18261" y="201"/>
                  </a:cubicBezTo>
                  <a:cubicBezTo>
                    <a:pt x="18277" y="154"/>
                    <a:pt x="18246" y="45"/>
                    <a:pt x="18198" y="13"/>
                  </a:cubicBezTo>
                  <a:cubicBezTo>
                    <a:pt x="18185" y="4"/>
                    <a:pt x="18166" y="0"/>
                    <a:pt x="18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8729575" y="2024675"/>
              <a:ext cx="100625" cy="11875"/>
            </a:xfrm>
            <a:custGeom>
              <a:rect b="b" l="l" r="r" t="t"/>
              <a:pathLst>
                <a:path extrusionOk="0" h="475" w="4025">
                  <a:moveTo>
                    <a:pt x="2283" y="1"/>
                  </a:moveTo>
                  <a:cubicBezTo>
                    <a:pt x="1520" y="1"/>
                    <a:pt x="750" y="120"/>
                    <a:pt x="63" y="364"/>
                  </a:cubicBezTo>
                  <a:cubicBezTo>
                    <a:pt x="5" y="378"/>
                    <a:pt x="1" y="475"/>
                    <a:pt x="64" y="475"/>
                  </a:cubicBezTo>
                  <a:cubicBezTo>
                    <a:pt x="69" y="475"/>
                    <a:pt x="74" y="474"/>
                    <a:pt x="79" y="473"/>
                  </a:cubicBezTo>
                  <a:cubicBezTo>
                    <a:pt x="985" y="386"/>
                    <a:pt x="1846" y="329"/>
                    <a:pt x="2730" y="329"/>
                  </a:cubicBezTo>
                  <a:cubicBezTo>
                    <a:pt x="3115" y="329"/>
                    <a:pt x="3504" y="340"/>
                    <a:pt x="3903" y="364"/>
                  </a:cubicBezTo>
                  <a:cubicBezTo>
                    <a:pt x="3907" y="364"/>
                    <a:pt x="3911" y="365"/>
                    <a:pt x="3915" y="365"/>
                  </a:cubicBezTo>
                  <a:cubicBezTo>
                    <a:pt x="4000" y="365"/>
                    <a:pt x="4024" y="206"/>
                    <a:pt x="3919" y="191"/>
                  </a:cubicBezTo>
                  <a:cubicBezTo>
                    <a:pt x="3401" y="65"/>
                    <a:pt x="2844" y="1"/>
                    <a:pt x="2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8588900" y="2528800"/>
              <a:ext cx="370200" cy="34375"/>
            </a:xfrm>
            <a:custGeom>
              <a:rect b="b" l="l" r="r" t="t"/>
              <a:pathLst>
                <a:path extrusionOk="0" h="1375" w="14808">
                  <a:moveTo>
                    <a:pt x="8610" y="1"/>
                  </a:moveTo>
                  <a:cubicBezTo>
                    <a:pt x="8170" y="1"/>
                    <a:pt x="7734" y="10"/>
                    <a:pt x="7305" y="27"/>
                  </a:cubicBezTo>
                  <a:cubicBezTo>
                    <a:pt x="4797" y="121"/>
                    <a:pt x="2414" y="591"/>
                    <a:pt x="32" y="1328"/>
                  </a:cubicBezTo>
                  <a:cubicBezTo>
                    <a:pt x="0" y="1343"/>
                    <a:pt x="16" y="1375"/>
                    <a:pt x="32" y="1375"/>
                  </a:cubicBezTo>
                  <a:cubicBezTo>
                    <a:pt x="2383" y="701"/>
                    <a:pt x="4875" y="356"/>
                    <a:pt x="7305" y="293"/>
                  </a:cubicBezTo>
                  <a:cubicBezTo>
                    <a:pt x="7489" y="288"/>
                    <a:pt x="7673" y="286"/>
                    <a:pt x="7856" y="286"/>
                  </a:cubicBezTo>
                  <a:cubicBezTo>
                    <a:pt x="10148" y="286"/>
                    <a:pt x="12345" y="636"/>
                    <a:pt x="14609" y="998"/>
                  </a:cubicBezTo>
                  <a:cubicBezTo>
                    <a:pt x="14614" y="999"/>
                    <a:pt x="14620" y="999"/>
                    <a:pt x="14625" y="999"/>
                  </a:cubicBezTo>
                  <a:cubicBezTo>
                    <a:pt x="14755" y="999"/>
                    <a:pt x="14807" y="824"/>
                    <a:pt x="14672" y="779"/>
                  </a:cubicBezTo>
                  <a:cubicBezTo>
                    <a:pt x="12764" y="199"/>
                    <a:pt x="10645" y="1"/>
                    <a:pt x="8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8701200" y="2141775"/>
              <a:ext cx="55825" cy="42175"/>
            </a:xfrm>
            <a:custGeom>
              <a:rect b="b" l="l" r="r" t="t"/>
              <a:pathLst>
                <a:path extrusionOk="0" h="1687" w="2233">
                  <a:moveTo>
                    <a:pt x="1159" y="395"/>
                  </a:moveTo>
                  <a:cubicBezTo>
                    <a:pt x="1177" y="395"/>
                    <a:pt x="1195" y="396"/>
                    <a:pt x="1214" y="398"/>
                  </a:cubicBezTo>
                  <a:cubicBezTo>
                    <a:pt x="1527" y="429"/>
                    <a:pt x="1809" y="805"/>
                    <a:pt x="1606" y="1087"/>
                  </a:cubicBezTo>
                  <a:cubicBezTo>
                    <a:pt x="1494" y="1236"/>
                    <a:pt x="1312" y="1302"/>
                    <a:pt x="1129" y="1302"/>
                  </a:cubicBezTo>
                  <a:cubicBezTo>
                    <a:pt x="1003" y="1302"/>
                    <a:pt x="877" y="1270"/>
                    <a:pt x="775" y="1213"/>
                  </a:cubicBezTo>
                  <a:cubicBezTo>
                    <a:pt x="587" y="1105"/>
                    <a:pt x="485" y="905"/>
                    <a:pt x="513" y="730"/>
                  </a:cubicBezTo>
                  <a:lnTo>
                    <a:pt x="513" y="730"/>
                  </a:lnTo>
                  <a:cubicBezTo>
                    <a:pt x="707" y="569"/>
                    <a:pt x="896" y="395"/>
                    <a:pt x="1159" y="395"/>
                  </a:cubicBezTo>
                  <a:close/>
                  <a:moveTo>
                    <a:pt x="1153" y="1"/>
                  </a:moveTo>
                  <a:cubicBezTo>
                    <a:pt x="968" y="1"/>
                    <a:pt x="778" y="49"/>
                    <a:pt x="615" y="140"/>
                  </a:cubicBezTo>
                  <a:lnTo>
                    <a:pt x="615" y="140"/>
                  </a:lnTo>
                  <a:cubicBezTo>
                    <a:pt x="147" y="227"/>
                    <a:pt x="0" y="874"/>
                    <a:pt x="258" y="1260"/>
                  </a:cubicBezTo>
                  <a:cubicBezTo>
                    <a:pt x="454" y="1540"/>
                    <a:pt x="794" y="1686"/>
                    <a:pt x="1134" y="1686"/>
                  </a:cubicBezTo>
                  <a:cubicBezTo>
                    <a:pt x="1364" y="1686"/>
                    <a:pt x="1594" y="1619"/>
                    <a:pt x="1778" y="1479"/>
                  </a:cubicBezTo>
                  <a:cubicBezTo>
                    <a:pt x="2233" y="1119"/>
                    <a:pt x="2123" y="445"/>
                    <a:pt x="1653" y="147"/>
                  </a:cubicBezTo>
                  <a:cubicBezTo>
                    <a:pt x="1511" y="47"/>
                    <a:pt x="1334" y="1"/>
                    <a:pt x="1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8775100" y="2318125"/>
              <a:ext cx="55600" cy="42150"/>
            </a:xfrm>
            <a:custGeom>
              <a:rect b="b" l="l" r="r" t="t"/>
              <a:pathLst>
                <a:path extrusionOk="0" h="1686" w="2224">
                  <a:moveTo>
                    <a:pt x="1165" y="394"/>
                  </a:moveTo>
                  <a:cubicBezTo>
                    <a:pt x="1183" y="394"/>
                    <a:pt x="1202" y="395"/>
                    <a:pt x="1220" y="397"/>
                  </a:cubicBezTo>
                  <a:cubicBezTo>
                    <a:pt x="1534" y="428"/>
                    <a:pt x="1800" y="804"/>
                    <a:pt x="1596" y="1087"/>
                  </a:cubicBezTo>
                  <a:cubicBezTo>
                    <a:pt x="1494" y="1235"/>
                    <a:pt x="1310" y="1301"/>
                    <a:pt x="1125" y="1301"/>
                  </a:cubicBezTo>
                  <a:cubicBezTo>
                    <a:pt x="997" y="1301"/>
                    <a:pt x="868" y="1270"/>
                    <a:pt x="766" y="1212"/>
                  </a:cubicBezTo>
                  <a:cubicBezTo>
                    <a:pt x="580" y="1106"/>
                    <a:pt x="485" y="911"/>
                    <a:pt x="509" y="738"/>
                  </a:cubicBezTo>
                  <a:lnTo>
                    <a:pt x="509" y="738"/>
                  </a:lnTo>
                  <a:cubicBezTo>
                    <a:pt x="706" y="575"/>
                    <a:pt x="898" y="394"/>
                    <a:pt x="1165" y="394"/>
                  </a:cubicBezTo>
                  <a:close/>
                  <a:moveTo>
                    <a:pt x="1150" y="0"/>
                  </a:moveTo>
                  <a:cubicBezTo>
                    <a:pt x="949" y="0"/>
                    <a:pt x="745" y="56"/>
                    <a:pt x="576" y="159"/>
                  </a:cubicBezTo>
                  <a:lnTo>
                    <a:pt x="576" y="159"/>
                  </a:lnTo>
                  <a:cubicBezTo>
                    <a:pt x="130" y="264"/>
                    <a:pt x="1" y="884"/>
                    <a:pt x="264" y="1259"/>
                  </a:cubicBezTo>
                  <a:cubicBezTo>
                    <a:pt x="460" y="1539"/>
                    <a:pt x="801" y="1686"/>
                    <a:pt x="1137" y="1686"/>
                  </a:cubicBezTo>
                  <a:cubicBezTo>
                    <a:pt x="1365" y="1686"/>
                    <a:pt x="1591" y="1618"/>
                    <a:pt x="1769" y="1478"/>
                  </a:cubicBezTo>
                  <a:cubicBezTo>
                    <a:pt x="2223" y="1118"/>
                    <a:pt x="2114" y="444"/>
                    <a:pt x="1659" y="146"/>
                  </a:cubicBezTo>
                  <a:cubicBezTo>
                    <a:pt x="1512" y="47"/>
                    <a:pt x="1332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8562725" y="2441150"/>
              <a:ext cx="55575" cy="42350"/>
            </a:xfrm>
            <a:custGeom>
              <a:rect b="b" l="l" r="r" t="t"/>
              <a:pathLst>
                <a:path extrusionOk="0" h="1694" w="2223">
                  <a:moveTo>
                    <a:pt x="1149" y="395"/>
                  </a:moveTo>
                  <a:cubicBezTo>
                    <a:pt x="1167" y="395"/>
                    <a:pt x="1185" y="396"/>
                    <a:pt x="1204" y="398"/>
                  </a:cubicBezTo>
                  <a:cubicBezTo>
                    <a:pt x="1518" y="429"/>
                    <a:pt x="1800" y="805"/>
                    <a:pt x="1596" y="1087"/>
                  </a:cubicBezTo>
                  <a:cubicBezTo>
                    <a:pt x="1485" y="1236"/>
                    <a:pt x="1302" y="1302"/>
                    <a:pt x="1120" y="1302"/>
                  </a:cubicBezTo>
                  <a:cubicBezTo>
                    <a:pt x="994" y="1302"/>
                    <a:pt x="868" y="1270"/>
                    <a:pt x="765" y="1213"/>
                  </a:cubicBezTo>
                  <a:cubicBezTo>
                    <a:pt x="581" y="1107"/>
                    <a:pt x="480" y="913"/>
                    <a:pt x="502" y="741"/>
                  </a:cubicBezTo>
                  <a:lnTo>
                    <a:pt x="502" y="741"/>
                  </a:lnTo>
                  <a:cubicBezTo>
                    <a:pt x="696" y="571"/>
                    <a:pt x="886" y="395"/>
                    <a:pt x="1149" y="395"/>
                  </a:cubicBezTo>
                  <a:close/>
                  <a:moveTo>
                    <a:pt x="1133" y="1"/>
                  </a:moveTo>
                  <a:cubicBezTo>
                    <a:pt x="931" y="1"/>
                    <a:pt x="725" y="58"/>
                    <a:pt x="555" y="163"/>
                  </a:cubicBezTo>
                  <a:lnTo>
                    <a:pt x="555" y="163"/>
                  </a:lnTo>
                  <a:cubicBezTo>
                    <a:pt x="127" y="278"/>
                    <a:pt x="0" y="902"/>
                    <a:pt x="248" y="1260"/>
                  </a:cubicBezTo>
                  <a:cubicBezTo>
                    <a:pt x="445" y="1541"/>
                    <a:pt x="787" y="1693"/>
                    <a:pt x="1128" y="1693"/>
                  </a:cubicBezTo>
                  <a:cubicBezTo>
                    <a:pt x="1357" y="1693"/>
                    <a:pt x="1586" y="1624"/>
                    <a:pt x="1768" y="1479"/>
                  </a:cubicBezTo>
                  <a:cubicBezTo>
                    <a:pt x="2223" y="1119"/>
                    <a:pt x="2113" y="445"/>
                    <a:pt x="1643" y="147"/>
                  </a:cubicBezTo>
                  <a:cubicBezTo>
                    <a:pt x="1496" y="47"/>
                    <a:pt x="1316" y="1"/>
                    <a:pt x="1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8775100" y="2473675"/>
              <a:ext cx="55600" cy="42350"/>
            </a:xfrm>
            <a:custGeom>
              <a:rect b="b" l="l" r="r" t="t"/>
              <a:pathLst>
                <a:path extrusionOk="0" h="1694" w="2224">
                  <a:moveTo>
                    <a:pt x="1165" y="395"/>
                  </a:moveTo>
                  <a:cubicBezTo>
                    <a:pt x="1183" y="395"/>
                    <a:pt x="1202" y="396"/>
                    <a:pt x="1220" y="398"/>
                  </a:cubicBezTo>
                  <a:cubicBezTo>
                    <a:pt x="1534" y="429"/>
                    <a:pt x="1800" y="805"/>
                    <a:pt x="1596" y="1087"/>
                  </a:cubicBezTo>
                  <a:cubicBezTo>
                    <a:pt x="1494" y="1236"/>
                    <a:pt x="1310" y="1302"/>
                    <a:pt x="1125" y="1302"/>
                  </a:cubicBezTo>
                  <a:cubicBezTo>
                    <a:pt x="997" y="1302"/>
                    <a:pt x="868" y="1270"/>
                    <a:pt x="766" y="1213"/>
                  </a:cubicBezTo>
                  <a:cubicBezTo>
                    <a:pt x="584" y="1109"/>
                    <a:pt x="489" y="920"/>
                    <a:pt x="507" y="750"/>
                  </a:cubicBezTo>
                  <a:lnTo>
                    <a:pt x="507" y="750"/>
                  </a:lnTo>
                  <a:cubicBezTo>
                    <a:pt x="706" y="577"/>
                    <a:pt x="897" y="395"/>
                    <a:pt x="1165" y="395"/>
                  </a:cubicBezTo>
                  <a:close/>
                  <a:moveTo>
                    <a:pt x="1150" y="1"/>
                  </a:moveTo>
                  <a:cubicBezTo>
                    <a:pt x="949" y="1"/>
                    <a:pt x="745" y="57"/>
                    <a:pt x="576" y="160"/>
                  </a:cubicBezTo>
                  <a:lnTo>
                    <a:pt x="576" y="160"/>
                  </a:lnTo>
                  <a:cubicBezTo>
                    <a:pt x="130" y="265"/>
                    <a:pt x="1" y="885"/>
                    <a:pt x="264" y="1260"/>
                  </a:cubicBezTo>
                  <a:cubicBezTo>
                    <a:pt x="461" y="1541"/>
                    <a:pt x="803" y="1693"/>
                    <a:pt x="1141" y="1693"/>
                  </a:cubicBezTo>
                  <a:cubicBezTo>
                    <a:pt x="1368" y="1693"/>
                    <a:pt x="1592" y="1624"/>
                    <a:pt x="1769" y="1479"/>
                  </a:cubicBezTo>
                  <a:cubicBezTo>
                    <a:pt x="2223" y="1119"/>
                    <a:pt x="2114" y="445"/>
                    <a:pt x="1659" y="147"/>
                  </a:cubicBezTo>
                  <a:cubicBezTo>
                    <a:pt x="1512" y="47"/>
                    <a:pt x="1332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8824850" y="2125500"/>
              <a:ext cx="55625" cy="42150"/>
            </a:xfrm>
            <a:custGeom>
              <a:rect b="b" l="l" r="r" t="t"/>
              <a:pathLst>
                <a:path extrusionOk="0" h="1686" w="2225">
                  <a:moveTo>
                    <a:pt x="1145" y="401"/>
                  </a:moveTo>
                  <a:cubicBezTo>
                    <a:pt x="1170" y="401"/>
                    <a:pt x="1195" y="402"/>
                    <a:pt x="1221" y="406"/>
                  </a:cubicBezTo>
                  <a:cubicBezTo>
                    <a:pt x="1534" y="437"/>
                    <a:pt x="1817" y="813"/>
                    <a:pt x="1597" y="1096"/>
                  </a:cubicBezTo>
                  <a:cubicBezTo>
                    <a:pt x="1499" y="1239"/>
                    <a:pt x="1328" y="1300"/>
                    <a:pt x="1154" y="1300"/>
                  </a:cubicBezTo>
                  <a:cubicBezTo>
                    <a:pt x="1023" y="1300"/>
                    <a:pt x="890" y="1266"/>
                    <a:pt x="782" y="1205"/>
                  </a:cubicBezTo>
                  <a:cubicBezTo>
                    <a:pt x="590" y="1109"/>
                    <a:pt x="491" y="917"/>
                    <a:pt x="510" y="746"/>
                  </a:cubicBezTo>
                  <a:lnTo>
                    <a:pt x="510" y="746"/>
                  </a:lnTo>
                  <a:cubicBezTo>
                    <a:pt x="702" y="584"/>
                    <a:pt x="889" y="401"/>
                    <a:pt x="1145" y="401"/>
                  </a:cubicBezTo>
                  <a:close/>
                  <a:moveTo>
                    <a:pt x="1155" y="1"/>
                  </a:moveTo>
                  <a:cubicBezTo>
                    <a:pt x="955" y="1"/>
                    <a:pt x="752" y="55"/>
                    <a:pt x="583" y="157"/>
                  </a:cubicBezTo>
                  <a:lnTo>
                    <a:pt x="583" y="157"/>
                  </a:lnTo>
                  <a:cubicBezTo>
                    <a:pt x="143" y="271"/>
                    <a:pt x="1" y="891"/>
                    <a:pt x="265" y="1252"/>
                  </a:cubicBezTo>
                  <a:cubicBezTo>
                    <a:pt x="462" y="1533"/>
                    <a:pt x="804" y="1686"/>
                    <a:pt x="1141" y="1686"/>
                  </a:cubicBezTo>
                  <a:cubicBezTo>
                    <a:pt x="1368" y="1686"/>
                    <a:pt x="1593" y="1617"/>
                    <a:pt x="1770" y="1472"/>
                  </a:cubicBezTo>
                  <a:cubicBezTo>
                    <a:pt x="2224" y="1111"/>
                    <a:pt x="2114" y="437"/>
                    <a:pt x="1660" y="139"/>
                  </a:cubicBezTo>
                  <a:cubicBezTo>
                    <a:pt x="1514" y="45"/>
                    <a:pt x="1336" y="1"/>
                    <a:pt x="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8661350" y="2232675"/>
              <a:ext cx="80400" cy="59600"/>
            </a:xfrm>
            <a:custGeom>
              <a:rect b="b" l="l" r="r" t="t"/>
              <a:pathLst>
                <a:path extrusionOk="0" h="2384" w="3216">
                  <a:moveTo>
                    <a:pt x="1678" y="391"/>
                  </a:moveTo>
                  <a:cubicBezTo>
                    <a:pt x="1744" y="391"/>
                    <a:pt x="1812" y="398"/>
                    <a:pt x="1883" y="414"/>
                  </a:cubicBezTo>
                  <a:cubicBezTo>
                    <a:pt x="2432" y="539"/>
                    <a:pt x="2839" y="1244"/>
                    <a:pt x="2400" y="1699"/>
                  </a:cubicBezTo>
                  <a:cubicBezTo>
                    <a:pt x="2214" y="1903"/>
                    <a:pt x="1932" y="1997"/>
                    <a:pt x="1651" y="1997"/>
                  </a:cubicBezTo>
                  <a:cubicBezTo>
                    <a:pt x="1436" y="1997"/>
                    <a:pt x="1222" y="1942"/>
                    <a:pt x="1052" y="1840"/>
                  </a:cubicBezTo>
                  <a:cubicBezTo>
                    <a:pt x="738" y="1665"/>
                    <a:pt x="560" y="1316"/>
                    <a:pt x="596" y="1011"/>
                  </a:cubicBezTo>
                  <a:lnTo>
                    <a:pt x="596" y="1011"/>
                  </a:lnTo>
                  <a:cubicBezTo>
                    <a:pt x="905" y="703"/>
                    <a:pt x="1240" y="391"/>
                    <a:pt x="1678" y="391"/>
                  </a:cubicBezTo>
                  <a:close/>
                  <a:moveTo>
                    <a:pt x="1692" y="1"/>
                  </a:moveTo>
                  <a:cubicBezTo>
                    <a:pt x="1428" y="1"/>
                    <a:pt x="1162" y="75"/>
                    <a:pt x="929" y="207"/>
                  </a:cubicBezTo>
                  <a:lnTo>
                    <a:pt x="929" y="207"/>
                  </a:lnTo>
                  <a:cubicBezTo>
                    <a:pt x="245" y="326"/>
                    <a:pt x="0" y="1222"/>
                    <a:pt x="410" y="1777"/>
                  </a:cubicBezTo>
                  <a:cubicBezTo>
                    <a:pt x="690" y="2169"/>
                    <a:pt x="1175" y="2383"/>
                    <a:pt x="1658" y="2383"/>
                  </a:cubicBezTo>
                  <a:cubicBezTo>
                    <a:pt x="1986" y="2383"/>
                    <a:pt x="2313" y="2284"/>
                    <a:pt x="2573" y="2075"/>
                  </a:cubicBezTo>
                  <a:cubicBezTo>
                    <a:pt x="3215" y="1574"/>
                    <a:pt x="3043" y="633"/>
                    <a:pt x="2400" y="210"/>
                  </a:cubicBezTo>
                  <a:cubicBezTo>
                    <a:pt x="2187" y="66"/>
                    <a:pt x="1941" y="1"/>
                    <a:pt x="1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8865075" y="2416150"/>
              <a:ext cx="80050" cy="59700"/>
            </a:xfrm>
            <a:custGeom>
              <a:rect b="b" l="l" r="r" t="t"/>
              <a:pathLst>
                <a:path extrusionOk="0" h="2388" w="3202">
                  <a:moveTo>
                    <a:pt x="1679" y="403"/>
                  </a:moveTo>
                  <a:cubicBezTo>
                    <a:pt x="1745" y="403"/>
                    <a:pt x="1814" y="411"/>
                    <a:pt x="1885" y="426"/>
                  </a:cubicBezTo>
                  <a:cubicBezTo>
                    <a:pt x="2433" y="551"/>
                    <a:pt x="2825" y="1241"/>
                    <a:pt x="2386" y="1711"/>
                  </a:cubicBezTo>
                  <a:cubicBezTo>
                    <a:pt x="2202" y="1905"/>
                    <a:pt x="1928" y="1995"/>
                    <a:pt x="1654" y="1995"/>
                  </a:cubicBezTo>
                  <a:cubicBezTo>
                    <a:pt x="1440" y="1995"/>
                    <a:pt x="1226" y="1940"/>
                    <a:pt x="1054" y="1837"/>
                  </a:cubicBezTo>
                  <a:cubicBezTo>
                    <a:pt x="741" y="1663"/>
                    <a:pt x="563" y="1315"/>
                    <a:pt x="595" y="1013"/>
                  </a:cubicBezTo>
                  <a:lnTo>
                    <a:pt x="595" y="1013"/>
                  </a:lnTo>
                  <a:cubicBezTo>
                    <a:pt x="904" y="716"/>
                    <a:pt x="1240" y="403"/>
                    <a:pt x="1679" y="403"/>
                  </a:cubicBezTo>
                  <a:close/>
                  <a:moveTo>
                    <a:pt x="1693" y="0"/>
                  </a:moveTo>
                  <a:cubicBezTo>
                    <a:pt x="1429" y="0"/>
                    <a:pt x="1164" y="73"/>
                    <a:pt x="932" y="203"/>
                  </a:cubicBezTo>
                  <a:lnTo>
                    <a:pt x="932" y="203"/>
                  </a:lnTo>
                  <a:cubicBezTo>
                    <a:pt x="234" y="320"/>
                    <a:pt x="0" y="1232"/>
                    <a:pt x="396" y="1774"/>
                  </a:cubicBezTo>
                  <a:cubicBezTo>
                    <a:pt x="685" y="2175"/>
                    <a:pt x="1175" y="2388"/>
                    <a:pt x="1660" y="2388"/>
                  </a:cubicBezTo>
                  <a:cubicBezTo>
                    <a:pt x="1988" y="2388"/>
                    <a:pt x="2315" y="2290"/>
                    <a:pt x="2574" y="2087"/>
                  </a:cubicBezTo>
                  <a:cubicBezTo>
                    <a:pt x="3201" y="1570"/>
                    <a:pt x="3045" y="630"/>
                    <a:pt x="2402" y="206"/>
                  </a:cubicBezTo>
                  <a:cubicBezTo>
                    <a:pt x="2187" y="64"/>
                    <a:pt x="1941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04" name="Google Shape;304;p14"/>
          <p:cNvGrpSpPr/>
          <p:nvPr/>
        </p:nvGrpSpPr>
        <p:grpSpPr>
          <a:xfrm flipH="1">
            <a:off x="8727165" y="777281"/>
            <a:ext cx="296937" cy="438796"/>
            <a:chOff x="5446181" y="2529085"/>
            <a:chExt cx="138174" cy="204177"/>
          </a:xfrm>
        </p:grpSpPr>
        <p:sp>
          <p:nvSpPr>
            <p:cNvPr id="305" name="Google Shape;305;p14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" name="Google Shape;307;p14"/>
          <p:cNvGrpSpPr/>
          <p:nvPr/>
        </p:nvGrpSpPr>
        <p:grpSpPr>
          <a:xfrm flipH="1">
            <a:off x="8783877" y="202842"/>
            <a:ext cx="183518" cy="270629"/>
            <a:chOff x="5738779" y="2391033"/>
            <a:chExt cx="85397" cy="125927"/>
          </a:xfrm>
        </p:grpSpPr>
        <p:sp>
          <p:nvSpPr>
            <p:cNvPr id="308" name="Google Shape;308;p14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14"/>
          <p:cNvSpPr/>
          <p:nvPr/>
        </p:nvSpPr>
        <p:spPr>
          <a:xfrm flipH="1">
            <a:off x="8967405" y="151926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 flipH="1">
            <a:off x="8550571" y="289589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14"/>
          <p:cNvGrpSpPr/>
          <p:nvPr/>
        </p:nvGrpSpPr>
        <p:grpSpPr>
          <a:xfrm rot="-725414">
            <a:off x="185410" y="4483666"/>
            <a:ext cx="317157" cy="548528"/>
            <a:chOff x="7867875" y="796650"/>
            <a:chExt cx="512175" cy="885675"/>
          </a:xfrm>
        </p:grpSpPr>
        <p:sp>
          <p:nvSpPr>
            <p:cNvPr id="313" name="Google Shape;313;p14"/>
            <p:cNvSpPr/>
            <p:nvPr/>
          </p:nvSpPr>
          <p:spPr>
            <a:xfrm>
              <a:off x="7867875" y="796650"/>
              <a:ext cx="512175" cy="885675"/>
            </a:xfrm>
            <a:custGeom>
              <a:rect b="b" l="l" r="r" t="t"/>
              <a:pathLst>
                <a:path extrusionOk="0" h="35427" w="20487">
                  <a:moveTo>
                    <a:pt x="10411" y="735"/>
                  </a:moveTo>
                  <a:cubicBezTo>
                    <a:pt x="10881" y="735"/>
                    <a:pt x="11353" y="787"/>
                    <a:pt x="11819" y="878"/>
                  </a:cubicBezTo>
                  <a:cubicBezTo>
                    <a:pt x="11929" y="894"/>
                    <a:pt x="12023" y="988"/>
                    <a:pt x="11992" y="1098"/>
                  </a:cubicBezTo>
                  <a:cubicBezTo>
                    <a:pt x="11992" y="1161"/>
                    <a:pt x="11897" y="1223"/>
                    <a:pt x="11835" y="1239"/>
                  </a:cubicBezTo>
                  <a:cubicBezTo>
                    <a:pt x="11402" y="1366"/>
                    <a:pt x="10949" y="1401"/>
                    <a:pt x="10500" y="1401"/>
                  </a:cubicBezTo>
                  <a:cubicBezTo>
                    <a:pt x="10396" y="1401"/>
                    <a:pt x="10292" y="1399"/>
                    <a:pt x="10189" y="1396"/>
                  </a:cubicBezTo>
                  <a:cubicBezTo>
                    <a:pt x="9562" y="1364"/>
                    <a:pt x="8951" y="1270"/>
                    <a:pt x="8324" y="1208"/>
                  </a:cubicBezTo>
                  <a:cubicBezTo>
                    <a:pt x="8167" y="1192"/>
                    <a:pt x="7995" y="1161"/>
                    <a:pt x="7979" y="1004"/>
                  </a:cubicBezTo>
                  <a:cubicBezTo>
                    <a:pt x="7948" y="784"/>
                    <a:pt x="8151" y="784"/>
                    <a:pt x="8277" y="784"/>
                  </a:cubicBezTo>
                  <a:cubicBezTo>
                    <a:pt x="8423" y="779"/>
                    <a:pt x="8571" y="777"/>
                    <a:pt x="8721" y="777"/>
                  </a:cubicBezTo>
                  <a:cubicBezTo>
                    <a:pt x="9020" y="777"/>
                    <a:pt x="9327" y="784"/>
                    <a:pt x="9640" y="784"/>
                  </a:cubicBezTo>
                  <a:cubicBezTo>
                    <a:pt x="9896" y="751"/>
                    <a:pt x="10153" y="735"/>
                    <a:pt x="10411" y="735"/>
                  </a:cubicBezTo>
                  <a:close/>
                  <a:moveTo>
                    <a:pt x="7405" y="1803"/>
                  </a:moveTo>
                  <a:cubicBezTo>
                    <a:pt x="7630" y="1803"/>
                    <a:pt x="7829" y="1914"/>
                    <a:pt x="8042" y="1914"/>
                  </a:cubicBezTo>
                  <a:cubicBezTo>
                    <a:pt x="8052" y="1914"/>
                    <a:pt x="8063" y="1914"/>
                    <a:pt x="8073" y="1913"/>
                  </a:cubicBezTo>
                  <a:cubicBezTo>
                    <a:pt x="8188" y="1907"/>
                    <a:pt x="8309" y="1900"/>
                    <a:pt x="8431" y="1900"/>
                  </a:cubicBezTo>
                  <a:cubicBezTo>
                    <a:pt x="8608" y="1900"/>
                    <a:pt x="8790" y="1914"/>
                    <a:pt x="8966" y="1960"/>
                  </a:cubicBezTo>
                  <a:cubicBezTo>
                    <a:pt x="9390" y="2062"/>
                    <a:pt x="9817" y="2081"/>
                    <a:pt x="10244" y="2081"/>
                  </a:cubicBezTo>
                  <a:cubicBezTo>
                    <a:pt x="10511" y="2081"/>
                    <a:pt x="10778" y="2074"/>
                    <a:pt x="11044" y="2074"/>
                  </a:cubicBezTo>
                  <a:cubicBezTo>
                    <a:pt x="11203" y="2074"/>
                    <a:pt x="11363" y="2077"/>
                    <a:pt x="11521" y="2085"/>
                  </a:cubicBezTo>
                  <a:cubicBezTo>
                    <a:pt x="11541" y="2086"/>
                    <a:pt x="11561" y="2087"/>
                    <a:pt x="11581" y="2087"/>
                  </a:cubicBezTo>
                  <a:cubicBezTo>
                    <a:pt x="11949" y="2087"/>
                    <a:pt x="12276" y="1953"/>
                    <a:pt x="12603" y="1819"/>
                  </a:cubicBezTo>
                  <a:cubicBezTo>
                    <a:pt x="12608" y="1817"/>
                    <a:pt x="12614" y="1816"/>
                    <a:pt x="12620" y="1816"/>
                  </a:cubicBezTo>
                  <a:cubicBezTo>
                    <a:pt x="12672" y="1816"/>
                    <a:pt x="12760" y="1871"/>
                    <a:pt x="12760" y="1913"/>
                  </a:cubicBezTo>
                  <a:cubicBezTo>
                    <a:pt x="12775" y="1960"/>
                    <a:pt x="12744" y="2054"/>
                    <a:pt x="12697" y="2101"/>
                  </a:cubicBezTo>
                  <a:cubicBezTo>
                    <a:pt x="12493" y="2321"/>
                    <a:pt x="12242" y="2462"/>
                    <a:pt x="11913" y="2477"/>
                  </a:cubicBezTo>
                  <a:cubicBezTo>
                    <a:pt x="11490" y="2493"/>
                    <a:pt x="11067" y="2571"/>
                    <a:pt x="10644" y="2634"/>
                  </a:cubicBezTo>
                  <a:cubicBezTo>
                    <a:pt x="11161" y="2963"/>
                    <a:pt x="11709" y="2916"/>
                    <a:pt x="12242" y="2947"/>
                  </a:cubicBezTo>
                  <a:cubicBezTo>
                    <a:pt x="12352" y="2947"/>
                    <a:pt x="12477" y="2932"/>
                    <a:pt x="12587" y="2932"/>
                  </a:cubicBezTo>
                  <a:cubicBezTo>
                    <a:pt x="12697" y="2947"/>
                    <a:pt x="12791" y="3214"/>
                    <a:pt x="12697" y="3308"/>
                  </a:cubicBezTo>
                  <a:cubicBezTo>
                    <a:pt x="12634" y="3386"/>
                    <a:pt x="12556" y="3496"/>
                    <a:pt x="12462" y="3527"/>
                  </a:cubicBezTo>
                  <a:cubicBezTo>
                    <a:pt x="12048" y="3677"/>
                    <a:pt x="11626" y="3801"/>
                    <a:pt x="11189" y="3801"/>
                  </a:cubicBezTo>
                  <a:cubicBezTo>
                    <a:pt x="11030" y="3801"/>
                    <a:pt x="10869" y="3785"/>
                    <a:pt x="10706" y="3747"/>
                  </a:cubicBezTo>
                  <a:cubicBezTo>
                    <a:pt x="9844" y="3543"/>
                    <a:pt x="8966" y="3355"/>
                    <a:pt x="8089" y="3136"/>
                  </a:cubicBezTo>
                  <a:cubicBezTo>
                    <a:pt x="7853" y="3073"/>
                    <a:pt x="7571" y="3026"/>
                    <a:pt x="7446" y="2759"/>
                  </a:cubicBezTo>
                  <a:cubicBezTo>
                    <a:pt x="7430" y="2524"/>
                    <a:pt x="7618" y="2571"/>
                    <a:pt x="7744" y="2556"/>
                  </a:cubicBezTo>
                  <a:cubicBezTo>
                    <a:pt x="7901" y="2540"/>
                    <a:pt x="8042" y="2556"/>
                    <a:pt x="8198" y="2524"/>
                  </a:cubicBezTo>
                  <a:cubicBezTo>
                    <a:pt x="8245" y="2524"/>
                    <a:pt x="8324" y="2446"/>
                    <a:pt x="8324" y="2399"/>
                  </a:cubicBezTo>
                  <a:cubicBezTo>
                    <a:pt x="8324" y="2336"/>
                    <a:pt x="8277" y="2258"/>
                    <a:pt x="8214" y="2226"/>
                  </a:cubicBezTo>
                  <a:cubicBezTo>
                    <a:pt x="7901" y="2070"/>
                    <a:pt x="7477" y="2164"/>
                    <a:pt x="7164" y="1850"/>
                  </a:cubicBezTo>
                  <a:cubicBezTo>
                    <a:pt x="7248" y="1816"/>
                    <a:pt x="7328" y="1803"/>
                    <a:pt x="7405" y="1803"/>
                  </a:cubicBezTo>
                  <a:close/>
                  <a:moveTo>
                    <a:pt x="7398" y="3721"/>
                  </a:moveTo>
                  <a:cubicBezTo>
                    <a:pt x="7434" y="3721"/>
                    <a:pt x="7471" y="3724"/>
                    <a:pt x="7509" y="3731"/>
                  </a:cubicBezTo>
                  <a:cubicBezTo>
                    <a:pt x="8136" y="3841"/>
                    <a:pt x="8763" y="3966"/>
                    <a:pt x="9374" y="4139"/>
                  </a:cubicBezTo>
                  <a:cubicBezTo>
                    <a:pt x="9882" y="4282"/>
                    <a:pt x="10382" y="4360"/>
                    <a:pt x="10882" y="4360"/>
                  </a:cubicBezTo>
                  <a:cubicBezTo>
                    <a:pt x="11369" y="4360"/>
                    <a:pt x="11857" y="4286"/>
                    <a:pt x="12352" y="4123"/>
                  </a:cubicBezTo>
                  <a:cubicBezTo>
                    <a:pt x="12471" y="4081"/>
                    <a:pt x="12571" y="4059"/>
                    <a:pt x="12655" y="4059"/>
                  </a:cubicBezTo>
                  <a:cubicBezTo>
                    <a:pt x="12913" y="4059"/>
                    <a:pt x="13014" y="4265"/>
                    <a:pt x="13026" y="4703"/>
                  </a:cubicBezTo>
                  <a:cubicBezTo>
                    <a:pt x="13073" y="5095"/>
                    <a:pt x="12854" y="5330"/>
                    <a:pt x="12477" y="5534"/>
                  </a:cubicBezTo>
                  <a:cubicBezTo>
                    <a:pt x="11788" y="5894"/>
                    <a:pt x="11035" y="5879"/>
                    <a:pt x="10299" y="6051"/>
                  </a:cubicBezTo>
                  <a:cubicBezTo>
                    <a:pt x="10264" y="6060"/>
                    <a:pt x="10227" y="6064"/>
                    <a:pt x="10189" y="6064"/>
                  </a:cubicBezTo>
                  <a:cubicBezTo>
                    <a:pt x="10024" y="6064"/>
                    <a:pt x="9835" y="5989"/>
                    <a:pt x="9656" y="5926"/>
                  </a:cubicBezTo>
                  <a:cubicBezTo>
                    <a:pt x="9013" y="5722"/>
                    <a:pt x="8402" y="5455"/>
                    <a:pt x="7744" y="5283"/>
                  </a:cubicBezTo>
                  <a:cubicBezTo>
                    <a:pt x="7289" y="5158"/>
                    <a:pt x="7070" y="4860"/>
                    <a:pt x="6929" y="4437"/>
                  </a:cubicBezTo>
                  <a:cubicBezTo>
                    <a:pt x="6815" y="4066"/>
                    <a:pt x="7038" y="3721"/>
                    <a:pt x="7398" y="3721"/>
                  </a:cubicBezTo>
                  <a:close/>
                  <a:moveTo>
                    <a:pt x="6018" y="5475"/>
                  </a:moveTo>
                  <a:cubicBezTo>
                    <a:pt x="6353" y="5475"/>
                    <a:pt x="6691" y="5545"/>
                    <a:pt x="7038" y="5706"/>
                  </a:cubicBezTo>
                  <a:cubicBezTo>
                    <a:pt x="7712" y="6020"/>
                    <a:pt x="8433" y="6223"/>
                    <a:pt x="9139" y="6459"/>
                  </a:cubicBezTo>
                  <a:cubicBezTo>
                    <a:pt x="9528" y="6596"/>
                    <a:pt x="9909" y="6717"/>
                    <a:pt x="10319" y="6717"/>
                  </a:cubicBezTo>
                  <a:cubicBezTo>
                    <a:pt x="10469" y="6717"/>
                    <a:pt x="10624" y="6700"/>
                    <a:pt x="10785" y="6662"/>
                  </a:cubicBezTo>
                  <a:cubicBezTo>
                    <a:pt x="10828" y="6653"/>
                    <a:pt x="10869" y="6649"/>
                    <a:pt x="10907" y="6649"/>
                  </a:cubicBezTo>
                  <a:cubicBezTo>
                    <a:pt x="11134" y="6649"/>
                    <a:pt x="11277" y="6804"/>
                    <a:pt x="11318" y="7086"/>
                  </a:cubicBezTo>
                  <a:cubicBezTo>
                    <a:pt x="11443" y="8136"/>
                    <a:pt x="11553" y="9170"/>
                    <a:pt x="11662" y="10205"/>
                  </a:cubicBezTo>
                  <a:cubicBezTo>
                    <a:pt x="11675" y="10379"/>
                    <a:pt x="11578" y="10495"/>
                    <a:pt x="11419" y="10495"/>
                  </a:cubicBezTo>
                  <a:cubicBezTo>
                    <a:pt x="11379" y="10495"/>
                    <a:pt x="11334" y="10487"/>
                    <a:pt x="11286" y="10471"/>
                  </a:cubicBezTo>
                  <a:cubicBezTo>
                    <a:pt x="10189" y="10126"/>
                    <a:pt x="9060" y="9844"/>
                    <a:pt x="7995" y="9421"/>
                  </a:cubicBezTo>
                  <a:cubicBezTo>
                    <a:pt x="6396" y="8763"/>
                    <a:pt x="4766" y="8214"/>
                    <a:pt x="3120" y="7728"/>
                  </a:cubicBezTo>
                  <a:cubicBezTo>
                    <a:pt x="2618" y="7571"/>
                    <a:pt x="2179" y="7336"/>
                    <a:pt x="1803" y="6944"/>
                  </a:cubicBezTo>
                  <a:cubicBezTo>
                    <a:pt x="2117" y="6584"/>
                    <a:pt x="2524" y="6600"/>
                    <a:pt x="2869" y="6474"/>
                  </a:cubicBezTo>
                  <a:cubicBezTo>
                    <a:pt x="3590" y="6176"/>
                    <a:pt x="4327" y="5910"/>
                    <a:pt x="5079" y="5643"/>
                  </a:cubicBezTo>
                  <a:cubicBezTo>
                    <a:pt x="5391" y="5537"/>
                    <a:pt x="5703" y="5475"/>
                    <a:pt x="6018" y="5475"/>
                  </a:cubicBezTo>
                  <a:close/>
                  <a:moveTo>
                    <a:pt x="13662" y="5752"/>
                  </a:moveTo>
                  <a:cubicBezTo>
                    <a:pt x="13685" y="5752"/>
                    <a:pt x="13708" y="5752"/>
                    <a:pt x="13731" y="5753"/>
                  </a:cubicBezTo>
                  <a:cubicBezTo>
                    <a:pt x="14515" y="5800"/>
                    <a:pt x="15267" y="5926"/>
                    <a:pt x="15941" y="6412"/>
                  </a:cubicBezTo>
                  <a:cubicBezTo>
                    <a:pt x="16490" y="6788"/>
                    <a:pt x="17117" y="7038"/>
                    <a:pt x="17713" y="7368"/>
                  </a:cubicBezTo>
                  <a:cubicBezTo>
                    <a:pt x="18105" y="7587"/>
                    <a:pt x="18449" y="7869"/>
                    <a:pt x="18763" y="8183"/>
                  </a:cubicBezTo>
                  <a:cubicBezTo>
                    <a:pt x="18951" y="8386"/>
                    <a:pt x="18904" y="8637"/>
                    <a:pt x="18669" y="8731"/>
                  </a:cubicBezTo>
                  <a:cubicBezTo>
                    <a:pt x="18246" y="8888"/>
                    <a:pt x="17822" y="9045"/>
                    <a:pt x="17399" y="9186"/>
                  </a:cubicBezTo>
                  <a:cubicBezTo>
                    <a:pt x="16083" y="9609"/>
                    <a:pt x="14766" y="10017"/>
                    <a:pt x="13465" y="10440"/>
                  </a:cubicBezTo>
                  <a:cubicBezTo>
                    <a:pt x="13245" y="10503"/>
                    <a:pt x="13026" y="10534"/>
                    <a:pt x="12807" y="10565"/>
                  </a:cubicBezTo>
                  <a:cubicBezTo>
                    <a:pt x="12781" y="10569"/>
                    <a:pt x="12755" y="10571"/>
                    <a:pt x="12731" y="10571"/>
                  </a:cubicBezTo>
                  <a:cubicBezTo>
                    <a:pt x="12561" y="10571"/>
                    <a:pt x="12420" y="10479"/>
                    <a:pt x="12352" y="10314"/>
                  </a:cubicBezTo>
                  <a:cubicBezTo>
                    <a:pt x="12274" y="10142"/>
                    <a:pt x="12195" y="9970"/>
                    <a:pt x="12180" y="9797"/>
                  </a:cubicBezTo>
                  <a:cubicBezTo>
                    <a:pt x="12070" y="9013"/>
                    <a:pt x="11976" y="8230"/>
                    <a:pt x="11897" y="7665"/>
                  </a:cubicBezTo>
                  <a:cubicBezTo>
                    <a:pt x="11897" y="7242"/>
                    <a:pt x="11882" y="7007"/>
                    <a:pt x="11897" y="6788"/>
                  </a:cubicBezTo>
                  <a:cubicBezTo>
                    <a:pt x="11913" y="6678"/>
                    <a:pt x="11944" y="6537"/>
                    <a:pt x="12023" y="6490"/>
                  </a:cubicBezTo>
                  <a:cubicBezTo>
                    <a:pt x="12538" y="6172"/>
                    <a:pt x="13009" y="5752"/>
                    <a:pt x="13662" y="5752"/>
                  </a:cubicBezTo>
                  <a:close/>
                  <a:moveTo>
                    <a:pt x="1600" y="7852"/>
                  </a:moveTo>
                  <a:cubicBezTo>
                    <a:pt x="1634" y="7852"/>
                    <a:pt x="1671" y="7857"/>
                    <a:pt x="1709" y="7869"/>
                  </a:cubicBezTo>
                  <a:cubicBezTo>
                    <a:pt x="3574" y="8543"/>
                    <a:pt x="5440" y="9217"/>
                    <a:pt x="7321" y="9876"/>
                  </a:cubicBezTo>
                  <a:cubicBezTo>
                    <a:pt x="8198" y="10173"/>
                    <a:pt x="9092" y="10455"/>
                    <a:pt x="9970" y="10769"/>
                  </a:cubicBezTo>
                  <a:cubicBezTo>
                    <a:pt x="10283" y="10879"/>
                    <a:pt x="10581" y="11051"/>
                    <a:pt x="10910" y="11129"/>
                  </a:cubicBezTo>
                  <a:cubicBezTo>
                    <a:pt x="11631" y="11302"/>
                    <a:pt x="11835" y="11788"/>
                    <a:pt x="11788" y="12462"/>
                  </a:cubicBezTo>
                  <a:cubicBezTo>
                    <a:pt x="11709" y="13590"/>
                    <a:pt x="11741" y="14703"/>
                    <a:pt x="11866" y="15879"/>
                  </a:cubicBezTo>
                  <a:cubicBezTo>
                    <a:pt x="11678" y="17321"/>
                    <a:pt x="12070" y="18826"/>
                    <a:pt x="11756" y="20299"/>
                  </a:cubicBezTo>
                  <a:cubicBezTo>
                    <a:pt x="11944" y="21271"/>
                    <a:pt x="11772" y="22243"/>
                    <a:pt x="11850" y="23214"/>
                  </a:cubicBezTo>
                  <a:cubicBezTo>
                    <a:pt x="11929" y="24374"/>
                    <a:pt x="11897" y="25534"/>
                    <a:pt x="11944" y="26694"/>
                  </a:cubicBezTo>
                  <a:cubicBezTo>
                    <a:pt x="12007" y="28152"/>
                    <a:pt x="12101" y="29610"/>
                    <a:pt x="12148" y="31067"/>
                  </a:cubicBezTo>
                  <a:cubicBezTo>
                    <a:pt x="12180" y="32008"/>
                    <a:pt x="12148" y="32932"/>
                    <a:pt x="12117" y="33873"/>
                  </a:cubicBezTo>
                  <a:cubicBezTo>
                    <a:pt x="12117" y="34173"/>
                    <a:pt x="12034" y="34298"/>
                    <a:pt x="11847" y="34298"/>
                  </a:cubicBezTo>
                  <a:cubicBezTo>
                    <a:pt x="11790" y="34298"/>
                    <a:pt x="11724" y="34287"/>
                    <a:pt x="11647" y="34265"/>
                  </a:cubicBezTo>
                  <a:cubicBezTo>
                    <a:pt x="10424" y="33889"/>
                    <a:pt x="9170" y="33653"/>
                    <a:pt x="7995" y="33136"/>
                  </a:cubicBezTo>
                  <a:cubicBezTo>
                    <a:pt x="7524" y="32932"/>
                    <a:pt x="6991" y="32854"/>
                    <a:pt x="6506" y="32650"/>
                  </a:cubicBezTo>
                  <a:cubicBezTo>
                    <a:pt x="5816" y="32384"/>
                    <a:pt x="5110" y="32133"/>
                    <a:pt x="4468" y="31741"/>
                  </a:cubicBezTo>
                  <a:cubicBezTo>
                    <a:pt x="4139" y="31553"/>
                    <a:pt x="3794" y="31428"/>
                    <a:pt x="3433" y="31318"/>
                  </a:cubicBezTo>
                  <a:cubicBezTo>
                    <a:pt x="2947" y="31161"/>
                    <a:pt x="2509" y="30879"/>
                    <a:pt x="2085" y="30550"/>
                  </a:cubicBezTo>
                  <a:cubicBezTo>
                    <a:pt x="643" y="29406"/>
                    <a:pt x="722" y="27807"/>
                    <a:pt x="737" y="26255"/>
                  </a:cubicBezTo>
                  <a:cubicBezTo>
                    <a:pt x="737" y="25581"/>
                    <a:pt x="847" y="24923"/>
                    <a:pt x="753" y="24233"/>
                  </a:cubicBezTo>
                  <a:cubicBezTo>
                    <a:pt x="722" y="23873"/>
                    <a:pt x="800" y="23497"/>
                    <a:pt x="894" y="23136"/>
                  </a:cubicBezTo>
                  <a:cubicBezTo>
                    <a:pt x="1145" y="22102"/>
                    <a:pt x="1286" y="21098"/>
                    <a:pt x="1129" y="20032"/>
                  </a:cubicBezTo>
                  <a:cubicBezTo>
                    <a:pt x="1019" y="19296"/>
                    <a:pt x="1067" y="18528"/>
                    <a:pt x="1161" y="17791"/>
                  </a:cubicBezTo>
                  <a:cubicBezTo>
                    <a:pt x="1364" y="16255"/>
                    <a:pt x="1349" y="14719"/>
                    <a:pt x="1333" y="13183"/>
                  </a:cubicBezTo>
                  <a:cubicBezTo>
                    <a:pt x="1333" y="11615"/>
                    <a:pt x="1317" y="10048"/>
                    <a:pt x="1302" y="8465"/>
                  </a:cubicBezTo>
                  <a:cubicBezTo>
                    <a:pt x="1302" y="8355"/>
                    <a:pt x="1317" y="8245"/>
                    <a:pt x="1317" y="8136"/>
                  </a:cubicBezTo>
                  <a:cubicBezTo>
                    <a:pt x="1343" y="7958"/>
                    <a:pt x="1451" y="7852"/>
                    <a:pt x="1600" y="7852"/>
                  </a:cubicBezTo>
                  <a:close/>
                  <a:moveTo>
                    <a:pt x="19134" y="9293"/>
                  </a:moveTo>
                  <a:cubicBezTo>
                    <a:pt x="19238" y="9293"/>
                    <a:pt x="19344" y="9308"/>
                    <a:pt x="19452" y="9343"/>
                  </a:cubicBezTo>
                  <a:cubicBezTo>
                    <a:pt x="19625" y="9703"/>
                    <a:pt x="19594" y="10079"/>
                    <a:pt x="19594" y="10455"/>
                  </a:cubicBezTo>
                  <a:cubicBezTo>
                    <a:pt x="19609" y="11945"/>
                    <a:pt x="19656" y="13449"/>
                    <a:pt x="19735" y="14938"/>
                  </a:cubicBezTo>
                  <a:cubicBezTo>
                    <a:pt x="19813" y="16694"/>
                    <a:pt x="19782" y="18465"/>
                    <a:pt x="19813" y="20221"/>
                  </a:cubicBezTo>
                  <a:cubicBezTo>
                    <a:pt x="19844" y="21224"/>
                    <a:pt x="19907" y="22243"/>
                    <a:pt x="19923" y="23246"/>
                  </a:cubicBezTo>
                  <a:cubicBezTo>
                    <a:pt x="19970" y="25048"/>
                    <a:pt x="19985" y="26835"/>
                    <a:pt x="19985" y="28638"/>
                  </a:cubicBezTo>
                  <a:cubicBezTo>
                    <a:pt x="19985" y="29421"/>
                    <a:pt x="19703" y="30080"/>
                    <a:pt x="19014" y="30550"/>
                  </a:cubicBezTo>
                  <a:cubicBezTo>
                    <a:pt x="18528" y="30879"/>
                    <a:pt x="18105" y="31334"/>
                    <a:pt x="17681" y="31741"/>
                  </a:cubicBezTo>
                  <a:cubicBezTo>
                    <a:pt x="16647" y="32744"/>
                    <a:pt x="15424" y="33465"/>
                    <a:pt x="14217" y="34218"/>
                  </a:cubicBezTo>
                  <a:cubicBezTo>
                    <a:pt x="14029" y="34327"/>
                    <a:pt x="13825" y="34406"/>
                    <a:pt x="13606" y="34500"/>
                  </a:cubicBezTo>
                  <a:cubicBezTo>
                    <a:pt x="13451" y="34559"/>
                    <a:pt x="13323" y="34591"/>
                    <a:pt x="13219" y="34591"/>
                  </a:cubicBezTo>
                  <a:cubicBezTo>
                    <a:pt x="12965" y="34591"/>
                    <a:pt x="12846" y="34405"/>
                    <a:pt x="12791" y="33983"/>
                  </a:cubicBezTo>
                  <a:cubicBezTo>
                    <a:pt x="12744" y="33606"/>
                    <a:pt x="12728" y="33230"/>
                    <a:pt x="12713" y="32854"/>
                  </a:cubicBezTo>
                  <a:cubicBezTo>
                    <a:pt x="12634" y="29986"/>
                    <a:pt x="12587" y="27102"/>
                    <a:pt x="12477" y="24218"/>
                  </a:cubicBezTo>
                  <a:cubicBezTo>
                    <a:pt x="12446" y="23214"/>
                    <a:pt x="12336" y="22211"/>
                    <a:pt x="12352" y="21192"/>
                  </a:cubicBezTo>
                  <a:cubicBezTo>
                    <a:pt x="12352" y="20518"/>
                    <a:pt x="12321" y="19844"/>
                    <a:pt x="12430" y="19170"/>
                  </a:cubicBezTo>
                  <a:cubicBezTo>
                    <a:pt x="12462" y="18951"/>
                    <a:pt x="12462" y="18732"/>
                    <a:pt x="12430" y="18496"/>
                  </a:cubicBezTo>
                  <a:cubicBezTo>
                    <a:pt x="12289" y="16600"/>
                    <a:pt x="12368" y="14688"/>
                    <a:pt x="12352" y="12775"/>
                  </a:cubicBezTo>
                  <a:cubicBezTo>
                    <a:pt x="12352" y="12666"/>
                    <a:pt x="12383" y="12556"/>
                    <a:pt x="12368" y="12446"/>
                  </a:cubicBezTo>
                  <a:cubicBezTo>
                    <a:pt x="12289" y="11709"/>
                    <a:pt x="12728" y="11349"/>
                    <a:pt x="13340" y="11129"/>
                  </a:cubicBezTo>
                  <a:cubicBezTo>
                    <a:pt x="13810" y="10988"/>
                    <a:pt x="14280" y="10863"/>
                    <a:pt x="14735" y="10691"/>
                  </a:cubicBezTo>
                  <a:cubicBezTo>
                    <a:pt x="15910" y="10299"/>
                    <a:pt x="17117" y="10064"/>
                    <a:pt x="18261" y="9546"/>
                  </a:cubicBezTo>
                  <a:cubicBezTo>
                    <a:pt x="18532" y="9428"/>
                    <a:pt x="18821" y="9293"/>
                    <a:pt x="19134" y="9293"/>
                  </a:cubicBezTo>
                  <a:close/>
                  <a:moveTo>
                    <a:pt x="10111" y="1"/>
                  </a:moveTo>
                  <a:lnTo>
                    <a:pt x="10111" y="79"/>
                  </a:lnTo>
                  <a:cubicBezTo>
                    <a:pt x="9515" y="79"/>
                    <a:pt x="8919" y="79"/>
                    <a:pt x="8324" y="95"/>
                  </a:cubicBezTo>
                  <a:cubicBezTo>
                    <a:pt x="7948" y="95"/>
                    <a:pt x="7587" y="189"/>
                    <a:pt x="7227" y="330"/>
                  </a:cubicBezTo>
                  <a:cubicBezTo>
                    <a:pt x="6333" y="690"/>
                    <a:pt x="6145" y="941"/>
                    <a:pt x="6176" y="1913"/>
                  </a:cubicBezTo>
                  <a:cubicBezTo>
                    <a:pt x="6176" y="2023"/>
                    <a:pt x="6239" y="2132"/>
                    <a:pt x="6223" y="2242"/>
                  </a:cubicBezTo>
                  <a:cubicBezTo>
                    <a:pt x="6192" y="2869"/>
                    <a:pt x="6145" y="3496"/>
                    <a:pt x="6082" y="4123"/>
                  </a:cubicBezTo>
                  <a:cubicBezTo>
                    <a:pt x="6051" y="4499"/>
                    <a:pt x="5863" y="4719"/>
                    <a:pt x="5471" y="4828"/>
                  </a:cubicBezTo>
                  <a:cubicBezTo>
                    <a:pt x="4170" y="5173"/>
                    <a:pt x="2994" y="5863"/>
                    <a:pt x="1646" y="6082"/>
                  </a:cubicBezTo>
                  <a:cubicBezTo>
                    <a:pt x="1537" y="6098"/>
                    <a:pt x="1427" y="6129"/>
                    <a:pt x="1317" y="6176"/>
                  </a:cubicBezTo>
                  <a:cubicBezTo>
                    <a:pt x="800" y="6412"/>
                    <a:pt x="581" y="6741"/>
                    <a:pt x="628" y="7321"/>
                  </a:cubicBezTo>
                  <a:cubicBezTo>
                    <a:pt x="659" y="7885"/>
                    <a:pt x="753" y="8449"/>
                    <a:pt x="753" y="8998"/>
                  </a:cubicBezTo>
                  <a:cubicBezTo>
                    <a:pt x="784" y="10236"/>
                    <a:pt x="737" y="11474"/>
                    <a:pt x="800" y="12697"/>
                  </a:cubicBezTo>
                  <a:cubicBezTo>
                    <a:pt x="863" y="14202"/>
                    <a:pt x="816" y="15691"/>
                    <a:pt x="675" y="17195"/>
                  </a:cubicBezTo>
                  <a:cubicBezTo>
                    <a:pt x="565" y="18418"/>
                    <a:pt x="455" y="19641"/>
                    <a:pt x="628" y="20879"/>
                  </a:cubicBezTo>
                  <a:cubicBezTo>
                    <a:pt x="706" y="21365"/>
                    <a:pt x="612" y="21851"/>
                    <a:pt x="518" y="22337"/>
                  </a:cubicBezTo>
                  <a:cubicBezTo>
                    <a:pt x="314" y="23277"/>
                    <a:pt x="1" y="24218"/>
                    <a:pt x="251" y="25205"/>
                  </a:cubicBezTo>
                  <a:cubicBezTo>
                    <a:pt x="283" y="25315"/>
                    <a:pt x="251" y="25424"/>
                    <a:pt x="236" y="25534"/>
                  </a:cubicBezTo>
                  <a:cubicBezTo>
                    <a:pt x="32" y="26475"/>
                    <a:pt x="236" y="27399"/>
                    <a:pt x="236" y="28340"/>
                  </a:cubicBezTo>
                  <a:cubicBezTo>
                    <a:pt x="236" y="28810"/>
                    <a:pt x="314" y="29296"/>
                    <a:pt x="377" y="29782"/>
                  </a:cubicBezTo>
                  <a:cubicBezTo>
                    <a:pt x="408" y="30095"/>
                    <a:pt x="534" y="30362"/>
                    <a:pt x="831" y="30503"/>
                  </a:cubicBezTo>
                  <a:cubicBezTo>
                    <a:pt x="1223" y="30691"/>
                    <a:pt x="1521" y="30957"/>
                    <a:pt x="1788" y="31271"/>
                  </a:cubicBezTo>
                  <a:cubicBezTo>
                    <a:pt x="2023" y="31537"/>
                    <a:pt x="2336" y="31679"/>
                    <a:pt x="2650" y="31773"/>
                  </a:cubicBezTo>
                  <a:cubicBezTo>
                    <a:pt x="3308" y="31961"/>
                    <a:pt x="3904" y="32258"/>
                    <a:pt x="4499" y="32603"/>
                  </a:cubicBezTo>
                  <a:cubicBezTo>
                    <a:pt x="5048" y="32917"/>
                    <a:pt x="5628" y="33168"/>
                    <a:pt x="6255" y="33324"/>
                  </a:cubicBezTo>
                  <a:cubicBezTo>
                    <a:pt x="7132" y="33544"/>
                    <a:pt x="7963" y="33842"/>
                    <a:pt x="8794" y="34202"/>
                  </a:cubicBezTo>
                  <a:cubicBezTo>
                    <a:pt x="8998" y="34296"/>
                    <a:pt x="9201" y="34422"/>
                    <a:pt x="9421" y="34437"/>
                  </a:cubicBezTo>
                  <a:cubicBezTo>
                    <a:pt x="10299" y="34500"/>
                    <a:pt x="11082" y="34845"/>
                    <a:pt x="11850" y="35237"/>
                  </a:cubicBezTo>
                  <a:cubicBezTo>
                    <a:pt x="12107" y="35369"/>
                    <a:pt x="12363" y="35427"/>
                    <a:pt x="12627" y="35427"/>
                  </a:cubicBezTo>
                  <a:cubicBezTo>
                    <a:pt x="12832" y="35427"/>
                    <a:pt x="13042" y="35392"/>
                    <a:pt x="13261" y="35331"/>
                  </a:cubicBezTo>
                  <a:cubicBezTo>
                    <a:pt x="13998" y="35127"/>
                    <a:pt x="14672" y="34845"/>
                    <a:pt x="15267" y="34374"/>
                  </a:cubicBezTo>
                  <a:cubicBezTo>
                    <a:pt x="16224" y="33653"/>
                    <a:pt x="17242" y="33042"/>
                    <a:pt x="18073" y="32164"/>
                  </a:cubicBezTo>
                  <a:cubicBezTo>
                    <a:pt x="18402" y="31804"/>
                    <a:pt x="18826" y="31537"/>
                    <a:pt x="19202" y="31224"/>
                  </a:cubicBezTo>
                  <a:cubicBezTo>
                    <a:pt x="19452" y="31020"/>
                    <a:pt x="19719" y="30801"/>
                    <a:pt x="19985" y="30597"/>
                  </a:cubicBezTo>
                  <a:cubicBezTo>
                    <a:pt x="20315" y="30362"/>
                    <a:pt x="20456" y="30033"/>
                    <a:pt x="20456" y="29641"/>
                  </a:cubicBezTo>
                  <a:cubicBezTo>
                    <a:pt x="20456" y="28920"/>
                    <a:pt x="20487" y="28214"/>
                    <a:pt x="20471" y="27509"/>
                  </a:cubicBezTo>
                  <a:cubicBezTo>
                    <a:pt x="20409" y="23904"/>
                    <a:pt x="20346" y="20315"/>
                    <a:pt x="20283" y="16725"/>
                  </a:cubicBezTo>
                  <a:cubicBezTo>
                    <a:pt x="20268" y="16098"/>
                    <a:pt x="20330" y="15456"/>
                    <a:pt x="20299" y="14829"/>
                  </a:cubicBezTo>
                  <a:cubicBezTo>
                    <a:pt x="20174" y="12916"/>
                    <a:pt x="20189" y="11004"/>
                    <a:pt x="20221" y="9092"/>
                  </a:cubicBezTo>
                  <a:cubicBezTo>
                    <a:pt x="20236" y="8700"/>
                    <a:pt x="20158" y="8402"/>
                    <a:pt x="19813" y="8136"/>
                  </a:cubicBezTo>
                  <a:cubicBezTo>
                    <a:pt x="19061" y="7524"/>
                    <a:pt x="18308" y="6897"/>
                    <a:pt x="17462" y="6412"/>
                  </a:cubicBezTo>
                  <a:cubicBezTo>
                    <a:pt x="16662" y="5941"/>
                    <a:pt x="15879" y="5377"/>
                    <a:pt x="14954" y="5173"/>
                  </a:cubicBezTo>
                  <a:cubicBezTo>
                    <a:pt x="14217" y="5016"/>
                    <a:pt x="13888" y="4593"/>
                    <a:pt x="13731" y="3919"/>
                  </a:cubicBezTo>
                  <a:cubicBezTo>
                    <a:pt x="13637" y="3559"/>
                    <a:pt x="13590" y="3214"/>
                    <a:pt x="13653" y="2822"/>
                  </a:cubicBezTo>
                  <a:cubicBezTo>
                    <a:pt x="13747" y="2305"/>
                    <a:pt x="13716" y="1788"/>
                    <a:pt x="13606" y="1270"/>
                  </a:cubicBezTo>
                  <a:cubicBezTo>
                    <a:pt x="13496" y="737"/>
                    <a:pt x="13183" y="393"/>
                    <a:pt x="12681" y="251"/>
                  </a:cubicBezTo>
                  <a:cubicBezTo>
                    <a:pt x="12430" y="173"/>
                    <a:pt x="12164" y="110"/>
                    <a:pt x="11913" y="95"/>
                  </a:cubicBezTo>
                  <a:cubicBezTo>
                    <a:pt x="11318" y="48"/>
                    <a:pt x="10706" y="32"/>
                    <a:pt x="10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7921175" y="1058200"/>
              <a:ext cx="46650" cy="180100"/>
            </a:xfrm>
            <a:custGeom>
              <a:rect b="b" l="l" r="r" t="t"/>
              <a:pathLst>
                <a:path extrusionOk="0" h="7204" w="1866">
                  <a:moveTo>
                    <a:pt x="900" y="791"/>
                  </a:moveTo>
                  <a:cubicBezTo>
                    <a:pt x="967" y="791"/>
                    <a:pt x="1032" y="826"/>
                    <a:pt x="1051" y="871"/>
                  </a:cubicBezTo>
                  <a:cubicBezTo>
                    <a:pt x="1129" y="1044"/>
                    <a:pt x="1192" y="1232"/>
                    <a:pt x="1192" y="1404"/>
                  </a:cubicBezTo>
                  <a:cubicBezTo>
                    <a:pt x="1207" y="2157"/>
                    <a:pt x="1207" y="2893"/>
                    <a:pt x="1207" y="3646"/>
                  </a:cubicBezTo>
                  <a:lnTo>
                    <a:pt x="1192" y="3646"/>
                  </a:lnTo>
                  <a:cubicBezTo>
                    <a:pt x="1192" y="4429"/>
                    <a:pt x="1207" y="5213"/>
                    <a:pt x="1192" y="5997"/>
                  </a:cubicBezTo>
                  <a:cubicBezTo>
                    <a:pt x="1192" y="6138"/>
                    <a:pt x="1145" y="6279"/>
                    <a:pt x="1066" y="6404"/>
                  </a:cubicBezTo>
                  <a:cubicBezTo>
                    <a:pt x="1031" y="6487"/>
                    <a:pt x="959" y="6526"/>
                    <a:pt x="872" y="6526"/>
                  </a:cubicBezTo>
                  <a:cubicBezTo>
                    <a:pt x="844" y="6526"/>
                    <a:pt x="815" y="6522"/>
                    <a:pt x="784" y="6514"/>
                  </a:cubicBezTo>
                  <a:cubicBezTo>
                    <a:pt x="721" y="6498"/>
                    <a:pt x="643" y="6451"/>
                    <a:pt x="627" y="6389"/>
                  </a:cubicBezTo>
                  <a:cubicBezTo>
                    <a:pt x="565" y="6248"/>
                    <a:pt x="533" y="6106"/>
                    <a:pt x="533" y="5965"/>
                  </a:cubicBezTo>
                  <a:cubicBezTo>
                    <a:pt x="455" y="4398"/>
                    <a:pt x="533" y="2831"/>
                    <a:pt x="612" y="1263"/>
                  </a:cubicBezTo>
                  <a:cubicBezTo>
                    <a:pt x="627" y="1122"/>
                    <a:pt x="690" y="981"/>
                    <a:pt x="768" y="856"/>
                  </a:cubicBezTo>
                  <a:cubicBezTo>
                    <a:pt x="801" y="809"/>
                    <a:pt x="851" y="791"/>
                    <a:pt x="900" y="791"/>
                  </a:cubicBezTo>
                  <a:close/>
                  <a:moveTo>
                    <a:pt x="1031" y="0"/>
                  </a:moveTo>
                  <a:cubicBezTo>
                    <a:pt x="996" y="0"/>
                    <a:pt x="961" y="3"/>
                    <a:pt x="925" y="9"/>
                  </a:cubicBezTo>
                  <a:cubicBezTo>
                    <a:pt x="392" y="135"/>
                    <a:pt x="157" y="432"/>
                    <a:pt x="126" y="1075"/>
                  </a:cubicBezTo>
                  <a:cubicBezTo>
                    <a:pt x="32" y="2893"/>
                    <a:pt x="251" y="4727"/>
                    <a:pt x="16" y="6545"/>
                  </a:cubicBezTo>
                  <a:cubicBezTo>
                    <a:pt x="0" y="6702"/>
                    <a:pt x="79" y="6843"/>
                    <a:pt x="204" y="6922"/>
                  </a:cubicBezTo>
                  <a:cubicBezTo>
                    <a:pt x="533" y="7125"/>
                    <a:pt x="909" y="7188"/>
                    <a:pt x="1286" y="7204"/>
                  </a:cubicBezTo>
                  <a:cubicBezTo>
                    <a:pt x="1442" y="7204"/>
                    <a:pt x="1568" y="7078"/>
                    <a:pt x="1599" y="6937"/>
                  </a:cubicBezTo>
                  <a:cubicBezTo>
                    <a:pt x="1630" y="6671"/>
                    <a:pt x="1662" y="6420"/>
                    <a:pt x="1662" y="6153"/>
                  </a:cubicBezTo>
                  <a:cubicBezTo>
                    <a:pt x="1662" y="5417"/>
                    <a:pt x="1662" y="4664"/>
                    <a:pt x="1662" y="3865"/>
                  </a:cubicBezTo>
                  <a:cubicBezTo>
                    <a:pt x="1709" y="3175"/>
                    <a:pt x="1725" y="2423"/>
                    <a:pt x="1803" y="1686"/>
                  </a:cubicBezTo>
                  <a:cubicBezTo>
                    <a:pt x="1866" y="1122"/>
                    <a:pt x="1662" y="667"/>
                    <a:pt x="1411" y="197"/>
                  </a:cubicBezTo>
                  <a:cubicBezTo>
                    <a:pt x="1322" y="57"/>
                    <a:pt x="1182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8295950" y="1507100"/>
              <a:ext cx="54650" cy="45975"/>
            </a:xfrm>
            <a:custGeom>
              <a:rect b="b" l="l" r="r" t="t"/>
              <a:pathLst>
                <a:path extrusionOk="0" h="1839" w="2186">
                  <a:moveTo>
                    <a:pt x="1924" y="1"/>
                  </a:moveTo>
                  <a:cubicBezTo>
                    <a:pt x="1897" y="1"/>
                    <a:pt x="1870" y="6"/>
                    <a:pt x="1844" y="16"/>
                  </a:cubicBezTo>
                  <a:cubicBezTo>
                    <a:pt x="1499" y="188"/>
                    <a:pt x="1201" y="518"/>
                    <a:pt x="903" y="768"/>
                  </a:cubicBezTo>
                  <a:cubicBezTo>
                    <a:pt x="621" y="1003"/>
                    <a:pt x="198" y="1270"/>
                    <a:pt x="57" y="1599"/>
                  </a:cubicBezTo>
                  <a:cubicBezTo>
                    <a:pt x="0" y="1712"/>
                    <a:pt x="71" y="1839"/>
                    <a:pt x="190" y="1839"/>
                  </a:cubicBezTo>
                  <a:cubicBezTo>
                    <a:pt x="203" y="1839"/>
                    <a:pt x="216" y="1837"/>
                    <a:pt x="229" y="1834"/>
                  </a:cubicBezTo>
                  <a:cubicBezTo>
                    <a:pt x="590" y="1724"/>
                    <a:pt x="887" y="1364"/>
                    <a:pt x="1170" y="1129"/>
                  </a:cubicBezTo>
                  <a:cubicBezTo>
                    <a:pt x="1483" y="862"/>
                    <a:pt x="1859" y="612"/>
                    <a:pt x="2094" y="267"/>
                  </a:cubicBezTo>
                  <a:cubicBezTo>
                    <a:pt x="2186" y="123"/>
                    <a:pt x="2059" y="1"/>
                    <a:pt x="1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8332225" y="1140425"/>
              <a:ext cx="18850" cy="231850"/>
            </a:xfrm>
            <a:custGeom>
              <a:rect b="b" l="l" r="r" t="t"/>
              <a:pathLst>
                <a:path extrusionOk="0" h="9274" w="754">
                  <a:moveTo>
                    <a:pt x="257" y="1"/>
                  </a:moveTo>
                  <a:cubicBezTo>
                    <a:pt x="224" y="1"/>
                    <a:pt x="189" y="30"/>
                    <a:pt x="189" y="74"/>
                  </a:cubicBezTo>
                  <a:cubicBezTo>
                    <a:pt x="1" y="1564"/>
                    <a:pt x="157" y="3115"/>
                    <a:pt x="204" y="4620"/>
                  </a:cubicBezTo>
                  <a:cubicBezTo>
                    <a:pt x="252" y="6125"/>
                    <a:pt x="220" y="7661"/>
                    <a:pt x="408" y="9150"/>
                  </a:cubicBezTo>
                  <a:cubicBezTo>
                    <a:pt x="416" y="9230"/>
                    <a:pt x="482" y="9273"/>
                    <a:pt x="544" y="9273"/>
                  </a:cubicBezTo>
                  <a:cubicBezTo>
                    <a:pt x="603" y="9273"/>
                    <a:pt x="659" y="9234"/>
                    <a:pt x="659" y="9150"/>
                  </a:cubicBezTo>
                  <a:cubicBezTo>
                    <a:pt x="753" y="7598"/>
                    <a:pt x="628" y="6031"/>
                    <a:pt x="581" y="4479"/>
                  </a:cubicBezTo>
                  <a:cubicBezTo>
                    <a:pt x="534" y="3021"/>
                    <a:pt x="581" y="1501"/>
                    <a:pt x="314" y="59"/>
                  </a:cubicBezTo>
                  <a:cubicBezTo>
                    <a:pt x="307" y="18"/>
                    <a:pt x="283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7951675" y="1439125"/>
              <a:ext cx="104425" cy="74725"/>
            </a:xfrm>
            <a:custGeom>
              <a:rect b="b" l="l" r="r" t="t"/>
              <a:pathLst>
                <a:path extrusionOk="0" h="2989" w="4177">
                  <a:moveTo>
                    <a:pt x="4025" y="1"/>
                  </a:moveTo>
                  <a:cubicBezTo>
                    <a:pt x="4012" y="1"/>
                    <a:pt x="3999" y="3"/>
                    <a:pt x="3984" y="8"/>
                  </a:cubicBezTo>
                  <a:cubicBezTo>
                    <a:pt x="2495" y="588"/>
                    <a:pt x="1100" y="1653"/>
                    <a:pt x="50" y="2845"/>
                  </a:cubicBezTo>
                  <a:cubicBezTo>
                    <a:pt x="0" y="2907"/>
                    <a:pt x="59" y="2989"/>
                    <a:pt x="124" y="2989"/>
                  </a:cubicBezTo>
                  <a:cubicBezTo>
                    <a:pt x="142" y="2989"/>
                    <a:pt x="159" y="2983"/>
                    <a:pt x="175" y="2970"/>
                  </a:cubicBezTo>
                  <a:cubicBezTo>
                    <a:pt x="1429" y="1967"/>
                    <a:pt x="2730" y="1120"/>
                    <a:pt x="4078" y="243"/>
                  </a:cubicBezTo>
                  <a:cubicBezTo>
                    <a:pt x="4177" y="172"/>
                    <a:pt x="4136" y="1"/>
                    <a:pt x="4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8110050" y="1422025"/>
              <a:ext cx="203450" cy="64975"/>
            </a:xfrm>
            <a:custGeom>
              <a:rect b="b" l="l" r="r" t="t"/>
              <a:pathLst>
                <a:path extrusionOk="0" h="2599" w="8138">
                  <a:moveTo>
                    <a:pt x="583" y="0"/>
                  </a:moveTo>
                  <a:cubicBezTo>
                    <a:pt x="439" y="0"/>
                    <a:pt x="297" y="6"/>
                    <a:pt x="157" y="18"/>
                  </a:cubicBezTo>
                  <a:cubicBezTo>
                    <a:pt x="32" y="18"/>
                    <a:pt x="0" y="206"/>
                    <a:pt x="126" y="237"/>
                  </a:cubicBezTo>
                  <a:cubicBezTo>
                    <a:pt x="753" y="425"/>
                    <a:pt x="1427" y="472"/>
                    <a:pt x="2069" y="613"/>
                  </a:cubicBezTo>
                  <a:cubicBezTo>
                    <a:pt x="2759" y="754"/>
                    <a:pt x="3433" y="911"/>
                    <a:pt x="4107" y="1115"/>
                  </a:cubicBezTo>
                  <a:cubicBezTo>
                    <a:pt x="5408" y="1522"/>
                    <a:pt x="6631" y="2118"/>
                    <a:pt x="7900" y="2588"/>
                  </a:cubicBezTo>
                  <a:cubicBezTo>
                    <a:pt x="7919" y="2595"/>
                    <a:pt x="7937" y="2598"/>
                    <a:pt x="7953" y="2598"/>
                  </a:cubicBezTo>
                  <a:cubicBezTo>
                    <a:pt x="8087" y="2598"/>
                    <a:pt x="8137" y="2390"/>
                    <a:pt x="8026" y="2306"/>
                  </a:cubicBezTo>
                  <a:cubicBezTo>
                    <a:pt x="6881" y="1554"/>
                    <a:pt x="5518" y="1083"/>
                    <a:pt x="4217" y="707"/>
                  </a:cubicBezTo>
                  <a:cubicBezTo>
                    <a:pt x="3096" y="385"/>
                    <a:pt x="1788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8028925" y="1490100"/>
              <a:ext cx="92225" cy="92075"/>
            </a:xfrm>
            <a:custGeom>
              <a:rect b="b" l="l" r="r" t="t"/>
              <a:pathLst>
                <a:path extrusionOk="0" h="3683" w="3689">
                  <a:moveTo>
                    <a:pt x="1763" y="1"/>
                  </a:moveTo>
                  <a:cubicBezTo>
                    <a:pt x="1746" y="1"/>
                    <a:pt x="1727" y="7"/>
                    <a:pt x="1709" y="22"/>
                  </a:cubicBezTo>
                  <a:cubicBezTo>
                    <a:pt x="1145" y="429"/>
                    <a:pt x="628" y="868"/>
                    <a:pt x="95" y="1323"/>
                  </a:cubicBezTo>
                  <a:cubicBezTo>
                    <a:pt x="1" y="1417"/>
                    <a:pt x="32" y="1574"/>
                    <a:pt x="142" y="1636"/>
                  </a:cubicBezTo>
                  <a:cubicBezTo>
                    <a:pt x="1208" y="2326"/>
                    <a:pt x="2305" y="3188"/>
                    <a:pt x="3481" y="3674"/>
                  </a:cubicBezTo>
                  <a:cubicBezTo>
                    <a:pt x="3495" y="3680"/>
                    <a:pt x="3509" y="3682"/>
                    <a:pt x="3523" y="3682"/>
                  </a:cubicBezTo>
                  <a:cubicBezTo>
                    <a:pt x="3625" y="3682"/>
                    <a:pt x="3689" y="3539"/>
                    <a:pt x="3606" y="3470"/>
                  </a:cubicBezTo>
                  <a:cubicBezTo>
                    <a:pt x="2730" y="2653"/>
                    <a:pt x="1595" y="2052"/>
                    <a:pt x="569" y="1429"/>
                  </a:cubicBezTo>
                  <a:lnTo>
                    <a:pt x="569" y="1429"/>
                  </a:lnTo>
                  <a:cubicBezTo>
                    <a:pt x="1003" y="1029"/>
                    <a:pt x="1425" y="616"/>
                    <a:pt x="1835" y="179"/>
                  </a:cubicBezTo>
                  <a:cubicBezTo>
                    <a:pt x="1898" y="115"/>
                    <a:pt x="1838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7881950" y="1265850"/>
              <a:ext cx="497125" cy="90600"/>
            </a:xfrm>
            <a:custGeom>
              <a:rect b="b" l="l" r="r" t="t"/>
              <a:pathLst>
                <a:path extrusionOk="0" h="3624" w="19885">
                  <a:moveTo>
                    <a:pt x="1472" y="1"/>
                  </a:moveTo>
                  <a:cubicBezTo>
                    <a:pt x="934" y="1"/>
                    <a:pt x="431" y="209"/>
                    <a:pt x="65" y="810"/>
                  </a:cubicBezTo>
                  <a:cubicBezTo>
                    <a:pt x="1" y="925"/>
                    <a:pt x="93" y="1050"/>
                    <a:pt x="206" y="1050"/>
                  </a:cubicBezTo>
                  <a:cubicBezTo>
                    <a:pt x="231" y="1050"/>
                    <a:pt x="258" y="1044"/>
                    <a:pt x="284" y="1029"/>
                  </a:cubicBezTo>
                  <a:cubicBezTo>
                    <a:pt x="730" y="794"/>
                    <a:pt x="1127" y="529"/>
                    <a:pt x="1591" y="529"/>
                  </a:cubicBezTo>
                  <a:cubicBezTo>
                    <a:pt x="1714" y="529"/>
                    <a:pt x="1842" y="548"/>
                    <a:pt x="1977" y="590"/>
                  </a:cubicBezTo>
                  <a:cubicBezTo>
                    <a:pt x="2980" y="888"/>
                    <a:pt x="3921" y="1500"/>
                    <a:pt x="4845" y="1954"/>
                  </a:cubicBezTo>
                  <a:cubicBezTo>
                    <a:pt x="5431" y="2247"/>
                    <a:pt x="5929" y="2426"/>
                    <a:pt x="6509" y="2426"/>
                  </a:cubicBezTo>
                  <a:cubicBezTo>
                    <a:pt x="6706" y="2426"/>
                    <a:pt x="6912" y="2405"/>
                    <a:pt x="7134" y="2362"/>
                  </a:cubicBezTo>
                  <a:cubicBezTo>
                    <a:pt x="7410" y="2305"/>
                    <a:pt x="7655" y="2264"/>
                    <a:pt x="7893" y="2264"/>
                  </a:cubicBezTo>
                  <a:cubicBezTo>
                    <a:pt x="8182" y="2264"/>
                    <a:pt x="8462" y="2324"/>
                    <a:pt x="8780" y="2487"/>
                  </a:cubicBezTo>
                  <a:cubicBezTo>
                    <a:pt x="9171" y="2691"/>
                    <a:pt x="9516" y="2957"/>
                    <a:pt x="9908" y="3177"/>
                  </a:cubicBezTo>
                  <a:cubicBezTo>
                    <a:pt x="10489" y="3494"/>
                    <a:pt x="11115" y="3624"/>
                    <a:pt x="11749" y="3624"/>
                  </a:cubicBezTo>
                  <a:cubicBezTo>
                    <a:pt x="12776" y="3624"/>
                    <a:pt x="13825" y="3284"/>
                    <a:pt x="14736" y="2848"/>
                  </a:cubicBezTo>
                  <a:cubicBezTo>
                    <a:pt x="16319" y="2095"/>
                    <a:pt x="17886" y="1406"/>
                    <a:pt x="19532" y="841"/>
                  </a:cubicBezTo>
                  <a:cubicBezTo>
                    <a:pt x="19885" y="728"/>
                    <a:pt x="19780" y="209"/>
                    <a:pt x="19470" y="209"/>
                  </a:cubicBezTo>
                  <a:cubicBezTo>
                    <a:pt x="19436" y="209"/>
                    <a:pt x="19399" y="216"/>
                    <a:pt x="19360" y="230"/>
                  </a:cubicBezTo>
                  <a:cubicBezTo>
                    <a:pt x="17698" y="794"/>
                    <a:pt x="16115" y="1468"/>
                    <a:pt x="14532" y="2252"/>
                  </a:cubicBezTo>
                  <a:cubicBezTo>
                    <a:pt x="13686" y="2675"/>
                    <a:pt x="12682" y="3004"/>
                    <a:pt x="11726" y="3020"/>
                  </a:cubicBezTo>
                  <a:cubicBezTo>
                    <a:pt x="11714" y="3020"/>
                    <a:pt x="11702" y="3020"/>
                    <a:pt x="11690" y="3020"/>
                  </a:cubicBezTo>
                  <a:cubicBezTo>
                    <a:pt x="10567" y="3020"/>
                    <a:pt x="9867" y="2310"/>
                    <a:pt x="8921" y="1876"/>
                  </a:cubicBezTo>
                  <a:cubicBezTo>
                    <a:pt x="8591" y="1719"/>
                    <a:pt x="8247" y="1609"/>
                    <a:pt x="7886" y="1609"/>
                  </a:cubicBezTo>
                  <a:cubicBezTo>
                    <a:pt x="7385" y="1609"/>
                    <a:pt x="6914" y="1844"/>
                    <a:pt x="6413" y="1844"/>
                  </a:cubicBezTo>
                  <a:cubicBezTo>
                    <a:pt x="5801" y="1844"/>
                    <a:pt x="5237" y="1484"/>
                    <a:pt x="4689" y="1217"/>
                  </a:cubicBezTo>
                  <a:cubicBezTo>
                    <a:pt x="4171" y="967"/>
                    <a:pt x="3638" y="700"/>
                    <a:pt x="3105" y="449"/>
                  </a:cubicBezTo>
                  <a:cubicBezTo>
                    <a:pt x="2594" y="213"/>
                    <a:pt x="2015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7881600" y="1199275"/>
              <a:ext cx="492875" cy="78450"/>
            </a:xfrm>
            <a:custGeom>
              <a:rect b="b" l="l" r="r" t="t"/>
              <a:pathLst>
                <a:path extrusionOk="0" h="3138" w="19715">
                  <a:moveTo>
                    <a:pt x="11175" y="0"/>
                  </a:moveTo>
                  <a:cubicBezTo>
                    <a:pt x="11002" y="0"/>
                    <a:pt x="10830" y="17"/>
                    <a:pt x="10659" y="56"/>
                  </a:cubicBezTo>
                  <a:cubicBezTo>
                    <a:pt x="10314" y="134"/>
                    <a:pt x="10079" y="369"/>
                    <a:pt x="9750" y="401"/>
                  </a:cubicBezTo>
                  <a:cubicBezTo>
                    <a:pt x="9311" y="432"/>
                    <a:pt x="8872" y="416"/>
                    <a:pt x="8449" y="448"/>
                  </a:cubicBezTo>
                  <a:cubicBezTo>
                    <a:pt x="7461" y="510"/>
                    <a:pt x="6474" y="636"/>
                    <a:pt x="5502" y="840"/>
                  </a:cubicBezTo>
                  <a:cubicBezTo>
                    <a:pt x="3715" y="1216"/>
                    <a:pt x="1662" y="1749"/>
                    <a:pt x="141" y="2815"/>
                  </a:cubicBezTo>
                  <a:cubicBezTo>
                    <a:pt x="1" y="2913"/>
                    <a:pt x="49" y="3138"/>
                    <a:pt x="208" y="3138"/>
                  </a:cubicBezTo>
                  <a:cubicBezTo>
                    <a:pt x="226" y="3138"/>
                    <a:pt x="246" y="3135"/>
                    <a:pt x="267" y="3128"/>
                  </a:cubicBezTo>
                  <a:cubicBezTo>
                    <a:pt x="1035" y="2877"/>
                    <a:pt x="1771" y="2517"/>
                    <a:pt x="2524" y="2250"/>
                  </a:cubicBezTo>
                  <a:cubicBezTo>
                    <a:pt x="3464" y="1906"/>
                    <a:pt x="4436" y="1639"/>
                    <a:pt x="5408" y="1435"/>
                  </a:cubicBezTo>
                  <a:cubicBezTo>
                    <a:pt x="6411" y="1216"/>
                    <a:pt x="7430" y="1090"/>
                    <a:pt x="8449" y="1028"/>
                  </a:cubicBezTo>
                  <a:cubicBezTo>
                    <a:pt x="8872" y="1012"/>
                    <a:pt x="9311" y="996"/>
                    <a:pt x="9750" y="996"/>
                  </a:cubicBezTo>
                  <a:cubicBezTo>
                    <a:pt x="10204" y="996"/>
                    <a:pt x="10251" y="840"/>
                    <a:pt x="10674" y="699"/>
                  </a:cubicBezTo>
                  <a:cubicBezTo>
                    <a:pt x="10840" y="637"/>
                    <a:pt x="11020" y="611"/>
                    <a:pt x="11208" y="611"/>
                  </a:cubicBezTo>
                  <a:cubicBezTo>
                    <a:pt x="12122" y="611"/>
                    <a:pt x="13243" y="1235"/>
                    <a:pt x="13997" y="1482"/>
                  </a:cubicBezTo>
                  <a:cubicBezTo>
                    <a:pt x="15722" y="2062"/>
                    <a:pt x="17446" y="2580"/>
                    <a:pt x="19186" y="3112"/>
                  </a:cubicBezTo>
                  <a:cubicBezTo>
                    <a:pt x="19221" y="3124"/>
                    <a:pt x="19255" y="3129"/>
                    <a:pt x="19286" y="3129"/>
                  </a:cubicBezTo>
                  <a:cubicBezTo>
                    <a:pt x="19604" y="3129"/>
                    <a:pt x="19715" y="2601"/>
                    <a:pt x="19358" y="2501"/>
                  </a:cubicBezTo>
                  <a:cubicBezTo>
                    <a:pt x="17556" y="1953"/>
                    <a:pt x="15753" y="1404"/>
                    <a:pt x="13966" y="808"/>
                  </a:cubicBezTo>
                  <a:cubicBezTo>
                    <a:pt x="13091" y="517"/>
                    <a:pt x="12126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8101825" y="957850"/>
              <a:ext cx="22750" cy="254700"/>
            </a:xfrm>
            <a:custGeom>
              <a:rect b="b" l="l" r="r" t="t"/>
              <a:pathLst>
                <a:path extrusionOk="0" h="10188" w="910">
                  <a:moveTo>
                    <a:pt x="492" y="1"/>
                  </a:moveTo>
                  <a:cubicBezTo>
                    <a:pt x="435" y="1"/>
                    <a:pt x="377" y="32"/>
                    <a:pt x="361" y="89"/>
                  </a:cubicBezTo>
                  <a:cubicBezTo>
                    <a:pt x="0" y="1609"/>
                    <a:pt x="157" y="3349"/>
                    <a:pt x="126" y="4901"/>
                  </a:cubicBezTo>
                  <a:cubicBezTo>
                    <a:pt x="79" y="6578"/>
                    <a:pt x="47" y="8255"/>
                    <a:pt x="16" y="9917"/>
                  </a:cubicBezTo>
                  <a:cubicBezTo>
                    <a:pt x="8" y="10097"/>
                    <a:pt x="141" y="10187"/>
                    <a:pt x="276" y="10187"/>
                  </a:cubicBezTo>
                  <a:cubicBezTo>
                    <a:pt x="412" y="10187"/>
                    <a:pt x="549" y="10097"/>
                    <a:pt x="549" y="9917"/>
                  </a:cubicBezTo>
                  <a:cubicBezTo>
                    <a:pt x="596" y="8255"/>
                    <a:pt x="627" y="6578"/>
                    <a:pt x="659" y="4901"/>
                  </a:cubicBezTo>
                  <a:cubicBezTo>
                    <a:pt x="690" y="3349"/>
                    <a:pt x="909" y="1625"/>
                    <a:pt x="612" y="89"/>
                  </a:cubicBezTo>
                  <a:cubicBezTo>
                    <a:pt x="596" y="28"/>
                    <a:pt x="545" y="1"/>
                    <a:pt x="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8041075" y="1250325"/>
              <a:ext cx="115625" cy="53200"/>
            </a:xfrm>
            <a:custGeom>
              <a:rect b="b" l="l" r="r" t="t"/>
              <a:pathLst>
                <a:path extrusionOk="0" h="2128" w="4625">
                  <a:moveTo>
                    <a:pt x="2258" y="0"/>
                  </a:moveTo>
                  <a:cubicBezTo>
                    <a:pt x="2248" y="0"/>
                    <a:pt x="2237" y="2"/>
                    <a:pt x="2226" y="5"/>
                  </a:cubicBezTo>
                  <a:cubicBezTo>
                    <a:pt x="1505" y="177"/>
                    <a:pt x="847" y="647"/>
                    <a:pt x="189" y="1008"/>
                  </a:cubicBezTo>
                  <a:cubicBezTo>
                    <a:pt x="1" y="1102"/>
                    <a:pt x="95" y="1384"/>
                    <a:pt x="299" y="1384"/>
                  </a:cubicBezTo>
                  <a:cubicBezTo>
                    <a:pt x="973" y="1400"/>
                    <a:pt x="1631" y="1431"/>
                    <a:pt x="2305" y="1462"/>
                  </a:cubicBezTo>
                  <a:cubicBezTo>
                    <a:pt x="2341" y="1463"/>
                    <a:pt x="2379" y="1464"/>
                    <a:pt x="2419" y="1464"/>
                  </a:cubicBezTo>
                  <a:cubicBezTo>
                    <a:pt x="2542" y="1464"/>
                    <a:pt x="2682" y="1460"/>
                    <a:pt x="2828" y="1460"/>
                  </a:cubicBezTo>
                  <a:cubicBezTo>
                    <a:pt x="3391" y="1460"/>
                    <a:pt x="4050" y="1513"/>
                    <a:pt x="4248" y="2027"/>
                  </a:cubicBezTo>
                  <a:cubicBezTo>
                    <a:pt x="4274" y="2086"/>
                    <a:pt x="4346" y="2127"/>
                    <a:pt x="4411" y="2127"/>
                  </a:cubicBezTo>
                  <a:cubicBezTo>
                    <a:pt x="4466" y="2127"/>
                    <a:pt x="4516" y="2098"/>
                    <a:pt x="4531" y="2027"/>
                  </a:cubicBezTo>
                  <a:cubicBezTo>
                    <a:pt x="4625" y="1415"/>
                    <a:pt x="4139" y="1149"/>
                    <a:pt x="3590" y="1102"/>
                  </a:cubicBezTo>
                  <a:cubicBezTo>
                    <a:pt x="2762" y="1019"/>
                    <a:pt x="1924" y="1025"/>
                    <a:pt x="1098" y="1007"/>
                  </a:cubicBezTo>
                  <a:lnTo>
                    <a:pt x="1098" y="1007"/>
                  </a:lnTo>
                  <a:cubicBezTo>
                    <a:pt x="1545" y="777"/>
                    <a:pt x="1992" y="532"/>
                    <a:pt x="2352" y="193"/>
                  </a:cubicBezTo>
                  <a:cubicBezTo>
                    <a:pt x="2423" y="122"/>
                    <a:pt x="2353" y="0"/>
                    <a:pt x="2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8192625" y="1247675"/>
              <a:ext cx="43450" cy="50675"/>
            </a:xfrm>
            <a:custGeom>
              <a:rect b="b" l="l" r="r" t="t"/>
              <a:pathLst>
                <a:path extrusionOk="0" h="2027" w="1738">
                  <a:moveTo>
                    <a:pt x="770" y="0"/>
                  </a:moveTo>
                  <a:cubicBezTo>
                    <a:pt x="505" y="0"/>
                    <a:pt x="243" y="137"/>
                    <a:pt x="83" y="361"/>
                  </a:cubicBezTo>
                  <a:cubicBezTo>
                    <a:pt x="0" y="491"/>
                    <a:pt x="123" y="630"/>
                    <a:pt x="248" y="630"/>
                  </a:cubicBezTo>
                  <a:cubicBezTo>
                    <a:pt x="289" y="630"/>
                    <a:pt x="330" y="616"/>
                    <a:pt x="365" y="581"/>
                  </a:cubicBezTo>
                  <a:cubicBezTo>
                    <a:pt x="458" y="479"/>
                    <a:pt x="577" y="434"/>
                    <a:pt x="691" y="434"/>
                  </a:cubicBezTo>
                  <a:cubicBezTo>
                    <a:pt x="945" y="434"/>
                    <a:pt x="1170" y="654"/>
                    <a:pt x="1008" y="957"/>
                  </a:cubicBezTo>
                  <a:cubicBezTo>
                    <a:pt x="915" y="1127"/>
                    <a:pt x="1035" y="1281"/>
                    <a:pt x="1204" y="1316"/>
                  </a:cubicBezTo>
                  <a:lnTo>
                    <a:pt x="1204" y="1316"/>
                  </a:lnTo>
                  <a:cubicBezTo>
                    <a:pt x="1186" y="1321"/>
                    <a:pt x="1210" y="1399"/>
                    <a:pt x="1196" y="1427"/>
                  </a:cubicBezTo>
                  <a:cubicBezTo>
                    <a:pt x="1165" y="1506"/>
                    <a:pt x="1039" y="1537"/>
                    <a:pt x="976" y="1553"/>
                  </a:cubicBezTo>
                  <a:cubicBezTo>
                    <a:pt x="820" y="1600"/>
                    <a:pt x="757" y="1615"/>
                    <a:pt x="647" y="1741"/>
                  </a:cubicBezTo>
                  <a:cubicBezTo>
                    <a:pt x="585" y="1803"/>
                    <a:pt x="600" y="1882"/>
                    <a:pt x="663" y="1929"/>
                  </a:cubicBezTo>
                  <a:cubicBezTo>
                    <a:pt x="753" y="1996"/>
                    <a:pt x="862" y="2026"/>
                    <a:pt x="975" y="2026"/>
                  </a:cubicBezTo>
                  <a:cubicBezTo>
                    <a:pt x="1257" y="2026"/>
                    <a:pt x="1561" y="1841"/>
                    <a:pt x="1650" y="1584"/>
                  </a:cubicBezTo>
                  <a:cubicBezTo>
                    <a:pt x="1737" y="1346"/>
                    <a:pt x="1667" y="1100"/>
                    <a:pt x="1496" y="955"/>
                  </a:cubicBezTo>
                  <a:lnTo>
                    <a:pt x="1496" y="955"/>
                  </a:lnTo>
                  <a:cubicBezTo>
                    <a:pt x="1559" y="631"/>
                    <a:pt x="1446" y="283"/>
                    <a:pt x="1133" y="95"/>
                  </a:cubicBezTo>
                  <a:cubicBezTo>
                    <a:pt x="1018" y="30"/>
                    <a:pt x="894" y="0"/>
                    <a:pt x="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14"/>
          <p:cNvSpPr/>
          <p:nvPr/>
        </p:nvSpPr>
        <p:spPr>
          <a:xfrm rot="1799962">
            <a:off x="8250019" y="2865520"/>
            <a:ext cx="1651698" cy="2605666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 rot="1799962">
            <a:off x="8146059" y="3098316"/>
            <a:ext cx="1261214" cy="2228389"/>
          </a:xfrm>
          <a:custGeom>
            <a:rect b="b" l="l" r="r" t="t"/>
            <a:pathLst>
              <a:path extrusionOk="0" h="32474" w="18378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 rot="7199978">
            <a:off x="538300" y="4870355"/>
            <a:ext cx="1411643" cy="898137"/>
          </a:xfrm>
          <a:custGeom>
            <a:rect b="b" l="l" r="r" t="t"/>
            <a:pathLst>
              <a:path extrusionOk="0" h="8383" w="13178">
                <a:moveTo>
                  <a:pt x="315" y="1"/>
                </a:moveTo>
                <a:cubicBezTo>
                  <a:pt x="158" y="1"/>
                  <a:pt x="0" y="165"/>
                  <a:pt x="94" y="353"/>
                </a:cubicBezTo>
                <a:cubicBezTo>
                  <a:pt x="1274" y="2527"/>
                  <a:pt x="1709" y="5062"/>
                  <a:pt x="3772" y="6627"/>
                </a:cubicBezTo>
                <a:cubicBezTo>
                  <a:pt x="5269" y="7766"/>
                  <a:pt x="7373" y="8383"/>
                  <a:pt x="9416" y="8383"/>
                </a:cubicBezTo>
                <a:cubicBezTo>
                  <a:pt x="10694" y="8383"/>
                  <a:pt x="11949" y="8141"/>
                  <a:pt x="13016" y="7634"/>
                </a:cubicBezTo>
                <a:cubicBezTo>
                  <a:pt x="13178" y="7547"/>
                  <a:pt x="13091" y="7311"/>
                  <a:pt x="12929" y="7298"/>
                </a:cubicBezTo>
                <a:cubicBezTo>
                  <a:pt x="12871" y="7297"/>
                  <a:pt x="12813" y="7296"/>
                  <a:pt x="12756" y="7296"/>
                </a:cubicBezTo>
                <a:cubicBezTo>
                  <a:pt x="11481" y="7296"/>
                  <a:pt x="10224" y="7636"/>
                  <a:pt x="8943" y="7636"/>
                </a:cubicBezTo>
                <a:cubicBezTo>
                  <a:pt x="8797" y="7636"/>
                  <a:pt x="8652" y="7631"/>
                  <a:pt x="8506" y="7621"/>
                </a:cubicBezTo>
                <a:cubicBezTo>
                  <a:pt x="6990" y="7510"/>
                  <a:pt x="5325" y="6938"/>
                  <a:pt x="4045" y="6143"/>
                </a:cubicBezTo>
                <a:cubicBezTo>
                  <a:pt x="2045" y="4900"/>
                  <a:pt x="1573" y="2055"/>
                  <a:pt x="504" y="117"/>
                </a:cubicBezTo>
                <a:cubicBezTo>
                  <a:pt x="457" y="35"/>
                  <a:pt x="386" y="1"/>
                  <a:pt x="3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 rot="7199978">
            <a:off x="690700" y="5022755"/>
            <a:ext cx="1411643" cy="898137"/>
          </a:xfrm>
          <a:custGeom>
            <a:rect b="b" l="l" r="r" t="t"/>
            <a:pathLst>
              <a:path extrusionOk="0" h="8383" w="13178">
                <a:moveTo>
                  <a:pt x="315" y="1"/>
                </a:moveTo>
                <a:cubicBezTo>
                  <a:pt x="158" y="1"/>
                  <a:pt x="0" y="165"/>
                  <a:pt x="94" y="353"/>
                </a:cubicBezTo>
                <a:cubicBezTo>
                  <a:pt x="1274" y="2527"/>
                  <a:pt x="1709" y="5062"/>
                  <a:pt x="3772" y="6627"/>
                </a:cubicBezTo>
                <a:cubicBezTo>
                  <a:pt x="5269" y="7766"/>
                  <a:pt x="7373" y="8383"/>
                  <a:pt x="9416" y="8383"/>
                </a:cubicBezTo>
                <a:cubicBezTo>
                  <a:pt x="10694" y="8383"/>
                  <a:pt x="11949" y="8141"/>
                  <a:pt x="13016" y="7634"/>
                </a:cubicBezTo>
                <a:cubicBezTo>
                  <a:pt x="13178" y="7547"/>
                  <a:pt x="13091" y="7311"/>
                  <a:pt x="12929" y="7298"/>
                </a:cubicBezTo>
                <a:cubicBezTo>
                  <a:pt x="12871" y="7297"/>
                  <a:pt x="12813" y="7296"/>
                  <a:pt x="12756" y="7296"/>
                </a:cubicBezTo>
                <a:cubicBezTo>
                  <a:pt x="11481" y="7296"/>
                  <a:pt x="10224" y="7636"/>
                  <a:pt x="8943" y="7636"/>
                </a:cubicBezTo>
                <a:cubicBezTo>
                  <a:pt x="8797" y="7636"/>
                  <a:pt x="8652" y="7631"/>
                  <a:pt x="8506" y="7621"/>
                </a:cubicBezTo>
                <a:cubicBezTo>
                  <a:pt x="6990" y="7510"/>
                  <a:pt x="5325" y="6938"/>
                  <a:pt x="4045" y="6143"/>
                </a:cubicBezTo>
                <a:cubicBezTo>
                  <a:pt x="2045" y="4900"/>
                  <a:pt x="1573" y="2055"/>
                  <a:pt x="504" y="117"/>
                </a:cubicBezTo>
                <a:cubicBezTo>
                  <a:pt x="457" y="35"/>
                  <a:pt x="386" y="1"/>
                  <a:pt x="3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 rot="-8099943">
            <a:off x="-946725" y="3250855"/>
            <a:ext cx="1411645" cy="898132"/>
          </a:xfrm>
          <a:custGeom>
            <a:rect b="b" l="l" r="r" t="t"/>
            <a:pathLst>
              <a:path extrusionOk="0" h="8383" w="13178">
                <a:moveTo>
                  <a:pt x="315" y="1"/>
                </a:moveTo>
                <a:cubicBezTo>
                  <a:pt x="158" y="1"/>
                  <a:pt x="0" y="165"/>
                  <a:pt x="94" y="353"/>
                </a:cubicBezTo>
                <a:cubicBezTo>
                  <a:pt x="1274" y="2527"/>
                  <a:pt x="1709" y="5062"/>
                  <a:pt x="3772" y="6627"/>
                </a:cubicBezTo>
                <a:cubicBezTo>
                  <a:pt x="5269" y="7766"/>
                  <a:pt x="7373" y="8383"/>
                  <a:pt x="9416" y="8383"/>
                </a:cubicBezTo>
                <a:cubicBezTo>
                  <a:pt x="10694" y="8383"/>
                  <a:pt x="11949" y="8141"/>
                  <a:pt x="13016" y="7634"/>
                </a:cubicBezTo>
                <a:cubicBezTo>
                  <a:pt x="13178" y="7547"/>
                  <a:pt x="13091" y="7311"/>
                  <a:pt x="12929" y="7298"/>
                </a:cubicBezTo>
                <a:cubicBezTo>
                  <a:pt x="12871" y="7297"/>
                  <a:pt x="12813" y="7296"/>
                  <a:pt x="12756" y="7296"/>
                </a:cubicBezTo>
                <a:cubicBezTo>
                  <a:pt x="11481" y="7296"/>
                  <a:pt x="10224" y="7636"/>
                  <a:pt x="8943" y="7636"/>
                </a:cubicBezTo>
                <a:cubicBezTo>
                  <a:pt x="8797" y="7636"/>
                  <a:pt x="8652" y="7631"/>
                  <a:pt x="8506" y="7621"/>
                </a:cubicBezTo>
                <a:cubicBezTo>
                  <a:pt x="6990" y="7510"/>
                  <a:pt x="5325" y="6938"/>
                  <a:pt x="4045" y="6143"/>
                </a:cubicBezTo>
                <a:cubicBezTo>
                  <a:pt x="2045" y="4900"/>
                  <a:pt x="1573" y="2055"/>
                  <a:pt x="504" y="117"/>
                </a:cubicBezTo>
                <a:cubicBezTo>
                  <a:pt x="457" y="35"/>
                  <a:pt x="386" y="1"/>
                  <a:pt x="3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 rot="-8099943">
            <a:off x="-698275" y="3088930"/>
            <a:ext cx="1411645" cy="898132"/>
          </a:xfrm>
          <a:custGeom>
            <a:rect b="b" l="l" r="r" t="t"/>
            <a:pathLst>
              <a:path extrusionOk="0" h="8383" w="13178">
                <a:moveTo>
                  <a:pt x="315" y="1"/>
                </a:moveTo>
                <a:cubicBezTo>
                  <a:pt x="158" y="1"/>
                  <a:pt x="0" y="165"/>
                  <a:pt x="94" y="353"/>
                </a:cubicBezTo>
                <a:cubicBezTo>
                  <a:pt x="1274" y="2527"/>
                  <a:pt x="1709" y="5062"/>
                  <a:pt x="3772" y="6627"/>
                </a:cubicBezTo>
                <a:cubicBezTo>
                  <a:pt x="5269" y="7766"/>
                  <a:pt x="7373" y="8383"/>
                  <a:pt x="9416" y="8383"/>
                </a:cubicBezTo>
                <a:cubicBezTo>
                  <a:pt x="10694" y="8383"/>
                  <a:pt x="11949" y="8141"/>
                  <a:pt x="13016" y="7634"/>
                </a:cubicBezTo>
                <a:cubicBezTo>
                  <a:pt x="13178" y="7547"/>
                  <a:pt x="13091" y="7311"/>
                  <a:pt x="12929" y="7298"/>
                </a:cubicBezTo>
                <a:cubicBezTo>
                  <a:pt x="12871" y="7297"/>
                  <a:pt x="12813" y="7296"/>
                  <a:pt x="12756" y="7296"/>
                </a:cubicBezTo>
                <a:cubicBezTo>
                  <a:pt x="11481" y="7296"/>
                  <a:pt x="10224" y="7636"/>
                  <a:pt x="8943" y="7636"/>
                </a:cubicBezTo>
                <a:cubicBezTo>
                  <a:pt x="8797" y="7636"/>
                  <a:pt x="8652" y="7631"/>
                  <a:pt x="8506" y="7621"/>
                </a:cubicBezTo>
                <a:cubicBezTo>
                  <a:pt x="6990" y="7510"/>
                  <a:pt x="5325" y="6938"/>
                  <a:pt x="4045" y="6143"/>
                </a:cubicBezTo>
                <a:cubicBezTo>
                  <a:pt x="2045" y="4900"/>
                  <a:pt x="1573" y="2055"/>
                  <a:pt x="504" y="117"/>
                </a:cubicBezTo>
                <a:cubicBezTo>
                  <a:pt x="457" y="35"/>
                  <a:pt x="386" y="1"/>
                  <a:pt x="3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33" name="Google Shape;333;p15"/>
          <p:cNvGrpSpPr/>
          <p:nvPr/>
        </p:nvGrpSpPr>
        <p:grpSpPr>
          <a:xfrm flipH="1">
            <a:off x="8641140" y="549906"/>
            <a:ext cx="296937" cy="438796"/>
            <a:chOff x="5446181" y="2529085"/>
            <a:chExt cx="138174" cy="204177"/>
          </a:xfrm>
        </p:grpSpPr>
        <p:sp>
          <p:nvSpPr>
            <p:cNvPr id="334" name="Google Shape;334;p15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6" name="Google Shape;336;p15"/>
          <p:cNvGrpSpPr/>
          <p:nvPr/>
        </p:nvGrpSpPr>
        <p:grpSpPr>
          <a:xfrm flipH="1">
            <a:off x="8138340" y="205054"/>
            <a:ext cx="183518" cy="270629"/>
            <a:chOff x="5738779" y="2391033"/>
            <a:chExt cx="85397" cy="125927"/>
          </a:xfrm>
        </p:grpSpPr>
        <p:sp>
          <p:nvSpPr>
            <p:cNvPr id="337" name="Google Shape;337;p15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15"/>
          <p:cNvSpPr/>
          <p:nvPr/>
        </p:nvSpPr>
        <p:spPr>
          <a:xfrm flipH="1">
            <a:off x="7718355" y="309326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15"/>
          <p:cNvGrpSpPr/>
          <p:nvPr/>
        </p:nvGrpSpPr>
        <p:grpSpPr>
          <a:xfrm flipH="1">
            <a:off x="320990" y="3486806"/>
            <a:ext cx="296937" cy="438796"/>
            <a:chOff x="5446181" y="2529085"/>
            <a:chExt cx="138174" cy="204177"/>
          </a:xfrm>
        </p:grpSpPr>
        <p:sp>
          <p:nvSpPr>
            <p:cNvPr id="341" name="Google Shape;341;p15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15"/>
          <p:cNvSpPr/>
          <p:nvPr/>
        </p:nvSpPr>
        <p:spPr>
          <a:xfrm flipH="1">
            <a:off x="486743" y="4261313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 flipH="1">
            <a:off x="145771" y="3983314"/>
            <a:ext cx="124847" cy="97143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5" name="Google Shape;345;p15"/>
          <p:cNvGrpSpPr/>
          <p:nvPr/>
        </p:nvGrpSpPr>
        <p:grpSpPr>
          <a:xfrm rot="988738">
            <a:off x="8792364" y="1496993"/>
            <a:ext cx="340668" cy="827407"/>
            <a:chOff x="6889800" y="1171275"/>
            <a:chExt cx="483175" cy="1173525"/>
          </a:xfrm>
        </p:grpSpPr>
        <p:sp>
          <p:nvSpPr>
            <p:cNvPr id="346" name="Google Shape;346;p15"/>
            <p:cNvSpPr/>
            <p:nvPr/>
          </p:nvSpPr>
          <p:spPr>
            <a:xfrm>
              <a:off x="6889800" y="1171275"/>
              <a:ext cx="483175" cy="1173525"/>
            </a:xfrm>
            <a:custGeom>
              <a:rect b="b" l="l" r="r" t="t"/>
              <a:pathLst>
                <a:path extrusionOk="0" h="46941" w="19327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6912550" y="1665350"/>
              <a:ext cx="426100" cy="30900"/>
            </a:xfrm>
            <a:custGeom>
              <a:rect b="b" l="l" r="r" t="t"/>
              <a:pathLst>
                <a:path extrusionOk="0" h="1236" w="17044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6899375" y="1913575"/>
              <a:ext cx="454050" cy="48350"/>
            </a:xfrm>
            <a:custGeom>
              <a:rect b="b" l="l" r="r" t="t"/>
              <a:pathLst>
                <a:path extrusionOk="0" h="1934" w="18162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7037325" y="1754975"/>
              <a:ext cx="249325" cy="30500"/>
            </a:xfrm>
            <a:custGeom>
              <a:rect b="b" l="l" r="r" t="t"/>
              <a:pathLst>
                <a:path extrusionOk="0" h="1220" w="9973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7127075" y="1826375"/>
              <a:ext cx="160875" cy="34600"/>
            </a:xfrm>
            <a:custGeom>
              <a:rect b="b" l="l" r="r" t="t"/>
              <a:pathLst>
                <a:path extrusionOk="0" h="1384" w="6435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7302825" y="1983100"/>
              <a:ext cx="27050" cy="253775"/>
            </a:xfrm>
            <a:custGeom>
              <a:rect b="b" l="l" r="r" t="t"/>
              <a:pathLst>
                <a:path extrusionOk="0" h="10151" w="1082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7272650" y="2157050"/>
              <a:ext cx="16100" cy="89475"/>
            </a:xfrm>
            <a:custGeom>
              <a:rect b="b" l="l" r="r" t="t"/>
              <a:pathLst>
                <a:path extrusionOk="0" h="3579" w="644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15"/>
          <p:cNvGrpSpPr/>
          <p:nvPr/>
        </p:nvGrpSpPr>
        <p:grpSpPr>
          <a:xfrm rot="-996901">
            <a:off x="75926" y="4466909"/>
            <a:ext cx="602264" cy="514275"/>
            <a:chOff x="8902375" y="942775"/>
            <a:chExt cx="897400" cy="766150"/>
          </a:xfrm>
        </p:grpSpPr>
        <p:sp>
          <p:nvSpPr>
            <p:cNvPr id="354" name="Google Shape;354;p15"/>
            <p:cNvSpPr/>
            <p:nvPr/>
          </p:nvSpPr>
          <p:spPr>
            <a:xfrm>
              <a:off x="8902375" y="942775"/>
              <a:ext cx="897400" cy="766150"/>
            </a:xfrm>
            <a:custGeom>
              <a:rect b="b" l="l" r="r" t="t"/>
              <a:pathLst>
                <a:path extrusionOk="0" h="30646" w="35896">
                  <a:moveTo>
                    <a:pt x="1886" y="681"/>
                  </a:moveTo>
                  <a:cubicBezTo>
                    <a:pt x="2031" y="681"/>
                    <a:pt x="2179" y="705"/>
                    <a:pt x="2321" y="755"/>
                  </a:cubicBezTo>
                  <a:cubicBezTo>
                    <a:pt x="3120" y="1005"/>
                    <a:pt x="3857" y="1413"/>
                    <a:pt x="4343" y="2118"/>
                  </a:cubicBezTo>
                  <a:cubicBezTo>
                    <a:pt x="4891" y="2918"/>
                    <a:pt x="5409" y="3733"/>
                    <a:pt x="5894" y="4579"/>
                  </a:cubicBezTo>
                  <a:cubicBezTo>
                    <a:pt x="6631" y="5880"/>
                    <a:pt x="7336" y="7212"/>
                    <a:pt x="8261" y="8388"/>
                  </a:cubicBezTo>
                  <a:cubicBezTo>
                    <a:pt x="9186" y="9564"/>
                    <a:pt x="9985" y="10833"/>
                    <a:pt x="10832" y="12071"/>
                  </a:cubicBezTo>
                  <a:cubicBezTo>
                    <a:pt x="11208" y="12636"/>
                    <a:pt x="11553" y="13200"/>
                    <a:pt x="11913" y="13764"/>
                  </a:cubicBezTo>
                  <a:cubicBezTo>
                    <a:pt x="11976" y="13858"/>
                    <a:pt x="11976" y="13984"/>
                    <a:pt x="12007" y="14062"/>
                  </a:cubicBezTo>
                  <a:cubicBezTo>
                    <a:pt x="11945" y="14140"/>
                    <a:pt x="11913" y="14235"/>
                    <a:pt x="11866" y="14250"/>
                  </a:cubicBezTo>
                  <a:cubicBezTo>
                    <a:pt x="11553" y="14376"/>
                    <a:pt x="11239" y="14564"/>
                    <a:pt x="10910" y="14579"/>
                  </a:cubicBezTo>
                  <a:cubicBezTo>
                    <a:pt x="10393" y="14611"/>
                    <a:pt x="9891" y="14611"/>
                    <a:pt x="9421" y="14924"/>
                  </a:cubicBezTo>
                  <a:cubicBezTo>
                    <a:pt x="9381" y="14949"/>
                    <a:pt x="9336" y="14959"/>
                    <a:pt x="9289" y="14959"/>
                  </a:cubicBezTo>
                  <a:cubicBezTo>
                    <a:pt x="9157" y="14959"/>
                    <a:pt x="9012" y="14872"/>
                    <a:pt x="8920" y="14767"/>
                  </a:cubicBezTo>
                  <a:cubicBezTo>
                    <a:pt x="8716" y="14548"/>
                    <a:pt x="8543" y="14313"/>
                    <a:pt x="8355" y="14078"/>
                  </a:cubicBezTo>
                  <a:cubicBezTo>
                    <a:pt x="8230" y="13937"/>
                    <a:pt x="8120" y="13780"/>
                    <a:pt x="7963" y="13670"/>
                  </a:cubicBezTo>
                  <a:cubicBezTo>
                    <a:pt x="6976" y="13012"/>
                    <a:pt x="6568" y="11946"/>
                    <a:pt x="6083" y="10927"/>
                  </a:cubicBezTo>
                  <a:cubicBezTo>
                    <a:pt x="5393" y="9485"/>
                    <a:pt x="4625" y="8059"/>
                    <a:pt x="3716" y="6727"/>
                  </a:cubicBezTo>
                  <a:cubicBezTo>
                    <a:pt x="2775" y="5332"/>
                    <a:pt x="1960" y="3858"/>
                    <a:pt x="1114" y="2400"/>
                  </a:cubicBezTo>
                  <a:cubicBezTo>
                    <a:pt x="1098" y="2369"/>
                    <a:pt x="1082" y="2322"/>
                    <a:pt x="1067" y="2291"/>
                  </a:cubicBezTo>
                  <a:cubicBezTo>
                    <a:pt x="863" y="1930"/>
                    <a:pt x="628" y="1570"/>
                    <a:pt x="910" y="1146"/>
                  </a:cubicBezTo>
                  <a:cubicBezTo>
                    <a:pt x="1106" y="859"/>
                    <a:pt x="1487" y="681"/>
                    <a:pt x="1886" y="681"/>
                  </a:cubicBezTo>
                  <a:close/>
                  <a:moveTo>
                    <a:pt x="6657" y="16052"/>
                  </a:moveTo>
                  <a:cubicBezTo>
                    <a:pt x="6885" y="16052"/>
                    <a:pt x="7125" y="16066"/>
                    <a:pt x="7383" y="16100"/>
                  </a:cubicBezTo>
                  <a:cubicBezTo>
                    <a:pt x="6851" y="16413"/>
                    <a:pt x="6459" y="16617"/>
                    <a:pt x="6130" y="16883"/>
                  </a:cubicBezTo>
                  <a:cubicBezTo>
                    <a:pt x="5785" y="17166"/>
                    <a:pt x="5409" y="17401"/>
                    <a:pt x="5017" y="17620"/>
                  </a:cubicBezTo>
                  <a:cubicBezTo>
                    <a:pt x="4781" y="17750"/>
                    <a:pt x="4590" y="17817"/>
                    <a:pt x="4419" y="17817"/>
                  </a:cubicBezTo>
                  <a:cubicBezTo>
                    <a:pt x="4156" y="17817"/>
                    <a:pt x="3940" y="17661"/>
                    <a:pt x="3684" y="17338"/>
                  </a:cubicBezTo>
                  <a:cubicBezTo>
                    <a:pt x="3512" y="17119"/>
                    <a:pt x="3559" y="16930"/>
                    <a:pt x="3778" y="16774"/>
                  </a:cubicBezTo>
                  <a:cubicBezTo>
                    <a:pt x="4217" y="16460"/>
                    <a:pt x="4735" y="16351"/>
                    <a:pt x="5236" y="16225"/>
                  </a:cubicBezTo>
                  <a:cubicBezTo>
                    <a:pt x="5683" y="16127"/>
                    <a:pt x="6137" y="16052"/>
                    <a:pt x="6657" y="16052"/>
                  </a:cubicBezTo>
                  <a:close/>
                  <a:moveTo>
                    <a:pt x="22086" y="11317"/>
                  </a:moveTo>
                  <a:cubicBezTo>
                    <a:pt x="22633" y="11317"/>
                    <a:pt x="23180" y="11437"/>
                    <a:pt x="23732" y="11586"/>
                  </a:cubicBezTo>
                  <a:cubicBezTo>
                    <a:pt x="24171" y="11711"/>
                    <a:pt x="24563" y="11883"/>
                    <a:pt x="24829" y="12291"/>
                  </a:cubicBezTo>
                  <a:cubicBezTo>
                    <a:pt x="25237" y="12918"/>
                    <a:pt x="25832" y="13278"/>
                    <a:pt x="26569" y="13419"/>
                  </a:cubicBezTo>
                  <a:cubicBezTo>
                    <a:pt x="27008" y="13498"/>
                    <a:pt x="27431" y="13686"/>
                    <a:pt x="27870" y="13796"/>
                  </a:cubicBezTo>
                  <a:cubicBezTo>
                    <a:pt x="28371" y="13921"/>
                    <a:pt x="28716" y="14219"/>
                    <a:pt x="29014" y="14642"/>
                  </a:cubicBezTo>
                  <a:cubicBezTo>
                    <a:pt x="29218" y="14940"/>
                    <a:pt x="29484" y="15222"/>
                    <a:pt x="29641" y="15551"/>
                  </a:cubicBezTo>
                  <a:cubicBezTo>
                    <a:pt x="29845" y="15959"/>
                    <a:pt x="30096" y="16194"/>
                    <a:pt x="30534" y="16304"/>
                  </a:cubicBezTo>
                  <a:cubicBezTo>
                    <a:pt x="30738" y="16335"/>
                    <a:pt x="30911" y="16539"/>
                    <a:pt x="31067" y="16695"/>
                  </a:cubicBezTo>
                  <a:cubicBezTo>
                    <a:pt x="31428" y="17025"/>
                    <a:pt x="31757" y="17369"/>
                    <a:pt x="32118" y="17699"/>
                  </a:cubicBezTo>
                  <a:cubicBezTo>
                    <a:pt x="32137" y="17728"/>
                    <a:pt x="32195" y="17739"/>
                    <a:pt x="32243" y="17739"/>
                  </a:cubicBezTo>
                  <a:cubicBezTo>
                    <a:pt x="32270" y="17739"/>
                    <a:pt x="32294" y="17736"/>
                    <a:pt x="32306" y="17730"/>
                  </a:cubicBezTo>
                  <a:cubicBezTo>
                    <a:pt x="32353" y="17683"/>
                    <a:pt x="32368" y="17589"/>
                    <a:pt x="32368" y="17526"/>
                  </a:cubicBezTo>
                  <a:cubicBezTo>
                    <a:pt x="32368" y="17244"/>
                    <a:pt x="32212" y="17040"/>
                    <a:pt x="32039" y="16836"/>
                  </a:cubicBezTo>
                  <a:cubicBezTo>
                    <a:pt x="31726" y="16507"/>
                    <a:pt x="31459" y="16178"/>
                    <a:pt x="31177" y="15849"/>
                  </a:cubicBezTo>
                  <a:cubicBezTo>
                    <a:pt x="31263" y="15729"/>
                    <a:pt x="31344" y="15693"/>
                    <a:pt x="31420" y="15693"/>
                  </a:cubicBezTo>
                  <a:cubicBezTo>
                    <a:pt x="31483" y="15693"/>
                    <a:pt x="31543" y="15718"/>
                    <a:pt x="31600" y="15739"/>
                  </a:cubicBezTo>
                  <a:cubicBezTo>
                    <a:pt x="32400" y="16068"/>
                    <a:pt x="33277" y="16209"/>
                    <a:pt x="33967" y="16774"/>
                  </a:cubicBezTo>
                  <a:cubicBezTo>
                    <a:pt x="34077" y="16868"/>
                    <a:pt x="34218" y="16946"/>
                    <a:pt x="34312" y="17056"/>
                  </a:cubicBezTo>
                  <a:cubicBezTo>
                    <a:pt x="34375" y="17134"/>
                    <a:pt x="34422" y="17260"/>
                    <a:pt x="34390" y="17354"/>
                  </a:cubicBezTo>
                  <a:cubicBezTo>
                    <a:pt x="34312" y="17699"/>
                    <a:pt x="33951" y="18043"/>
                    <a:pt x="33607" y="18043"/>
                  </a:cubicBezTo>
                  <a:cubicBezTo>
                    <a:pt x="33559" y="18042"/>
                    <a:pt x="33511" y="18042"/>
                    <a:pt x="33463" y="18042"/>
                  </a:cubicBezTo>
                  <a:cubicBezTo>
                    <a:pt x="32308" y="18042"/>
                    <a:pt x="31193" y="18394"/>
                    <a:pt x="30064" y="18545"/>
                  </a:cubicBezTo>
                  <a:cubicBezTo>
                    <a:pt x="29337" y="18647"/>
                    <a:pt x="28610" y="18770"/>
                    <a:pt x="27883" y="18770"/>
                  </a:cubicBezTo>
                  <a:cubicBezTo>
                    <a:pt x="27717" y="18770"/>
                    <a:pt x="27550" y="18763"/>
                    <a:pt x="27384" y="18749"/>
                  </a:cubicBezTo>
                  <a:cubicBezTo>
                    <a:pt x="27362" y="18746"/>
                    <a:pt x="27338" y="18745"/>
                    <a:pt x="27314" y="18745"/>
                  </a:cubicBezTo>
                  <a:cubicBezTo>
                    <a:pt x="27193" y="18745"/>
                    <a:pt x="27050" y="18772"/>
                    <a:pt x="26925" y="18772"/>
                  </a:cubicBezTo>
                  <a:cubicBezTo>
                    <a:pt x="26777" y="18772"/>
                    <a:pt x="26655" y="18733"/>
                    <a:pt x="26632" y="18561"/>
                  </a:cubicBezTo>
                  <a:cubicBezTo>
                    <a:pt x="26600" y="18310"/>
                    <a:pt x="27055" y="18341"/>
                    <a:pt x="27290" y="18278"/>
                  </a:cubicBezTo>
                  <a:cubicBezTo>
                    <a:pt x="27556" y="18216"/>
                    <a:pt x="27776" y="18075"/>
                    <a:pt x="27933" y="17855"/>
                  </a:cubicBezTo>
                  <a:cubicBezTo>
                    <a:pt x="28168" y="17510"/>
                    <a:pt x="28403" y="17181"/>
                    <a:pt x="28607" y="16821"/>
                  </a:cubicBezTo>
                  <a:cubicBezTo>
                    <a:pt x="28826" y="16429"/>
                    <a:pt x="28669" y="16053"/>
                    <a:pt x="28246" y="15943"/>
                  </a:cubicBezTo>
                  <a:cubicBezTo>
                    <a:pt x="27999" y="15872"/>
                    <a:pt x="27746" y="15822"/>
                    <a:pt x="27495" y="15822"/>
                  </a:cubicBezTo>
                  <a:cubicBezTo>
                    <a:pt x="27300" y="15822"/>
                    <a:pt x="27105" y="15852"/>
                    <a:pt x="26914" y="15927"/>
                  </a:cubicBezTo>
                  <a:cubicBezTo>
                    <a:pt x="26334" y="16162"/>
                    <a:pt x="25722" y="16382"/>
                    <a:pt x="25205" y="16742"/>
                  </a:cubicBezTo>
                  <a:cubicBezTo>
                    <a:pt x="25080" y="16836"/>
                    <a:pt x="24970" y="16930"/>
                    <a:pt x="25095" y="17103"/>
                  </a:cubicBezTo>
                  <a:cubicBezTo>
                    <a:pt x="25132" y="17158"/>
                    <a:pt x="25190" y="17181"/>
                    <a:pt x="25254" y="17181"/>
                  </a:cubicBezTo>
                  <a:cubicBezTo>
                    <a:pt x="25300" y="17181"/>
                    <a:pt x="25348" y="17169"/>
                    <a:pt x="25393" y="17150"/>
                  </a:cubicBezTo>
                  <a:cubicBezTo>
                    <a:pt x="25942" y="16899"/>
                    <a:pt x="26475" y="16648"/>
                    <a:pt x="27023" y="16398"/>
                  </a:cubicBezTo>
                  <a:cubicBezTo>
                    <a:pt x="27149" y="16338"/>
                    <a:pt x="27273" y="16306"/>
                    <a:pt x="27392" y="16306"/>
                  </a:cubicBezTo>
                  <a:cubicBezTo>
                    <a:pt x="27554" y="16306"/>
                    <a:pt x="27709" y="16365"/>
                    <a:pt x="27854" y="16492"/>
                  </a:cubicBezTo>
                  <a:cubicBezTo>
                    <a:pt x="27964" y="16601"/>
                    <a:pt x="28042" y="16742"/>
                    <a:pt x="27948" y="16899"/>
                  </a:cubicBezTo>
                  <a:cubicBezTo>
                    <a:pt x="27744" y="17244"/>
                    <a:pt x="27541" y="17589"/>
                    <a:pt x="27070" y="17683"/>
                  </a:cubicBezTo>
                  <a:cubicBezTo>
                    <a:pt x="26585" y="17793"/>
                    <a:pt x="26161" y="18012"/>
                    <a:pt x="25785" y="18341"/>
                  </a:cubicBezTo>
                  <a:cubicBezTo>
                    <a:pt x="25534" y="18545"/>
                    <a:pt x="25268" y="18592"/>
                    <a:pt x="24954" y="18592"/>
                  </a:cubicBezTo>
                  <a:cubicBezTo>
                    <a:pt x="23403" y="18584"/>
                    <a:pt x="21847" y="18584"/>
                    <a:pt x="20291" y="18584"/>
                  </a:cubicBezTo>
                  <a:cubicBezTo>
                    <a:pt x="18736" y="18584"/>
                    <a:pt x="17180" y="18584"/>
                    <a:pt x="15628" y="18576"/>
                  </a:cubicBezTo>
                  <a:cubicBezTo>
                    <a:pt x="14640" y="18562"/>
                    <a:pt x="13665" y="18338"/>
                    <a:pt x="12678" y="18338"/>
                  </a:cubicBezTo>
                  <a:cubicBezTo>
                    <a:pt x="12617" y="18338"/>
                    <a:pt x="12555" y="18339"/>
                    <a:pt x="12493" y="18341"/>
                  </a:cubicBezTo>
                  <a:cubicBezTo>
                    <a:pt x="12450" y="18343"/>
                    <a:pt x="12406" y="18344"/>
                    <a:pt x="12362" y="18344"/>
                  </a:cubicBezTo>
                  <a:cubicBezTo>
                    <a:pt x="12152" y="18344"/>
                    <a:pt x="11941" y="18322"/>
                    <a:pt x="11731" y="18322"/>
                  </a:cubicBezTo>
                  <a:cubicBezTo>
                    <a:pt x="11687" y="18322"/>
                    <a:pt x="11643" y="18323"/>
                    <a:pt x="11600" y="18326"/>
                  </a:cubicBezTo>
                  <a:cubicBezTo>
                    <a:pt x="11368" y="18344"/>
                    <a:pt x="11138" y="18353"/>
                    <a:pt x="10909" y="18353"/>
                  </a:cubicBezTo>
                  <a:cubicBezTo>
                    <a:pt x="10163" y="18353"/>
                    <a:pt x="9432" y="18258"/>
                    <a:pt x="8700" y="18090"/>
                  </a:cubicBezTo>
                  <a:cubicBezTo>
                    <a:pt x="8371" y="18014"/>
                    <a:pt x="8034" y="17975"/>
                    <a:pt x="7695" y="17975"/>
                  </a:cubicBezTo>
                  <a:cubicBezTo>
                    <a:pt x="7550" y="17975"/>
                    <a:pt x="7404" y="17982"/>
                    <a:pt x="7258" y="17996"/>
                  </a:cubicBezTo>
                  <a:cubicBezTo>
                    <a:pt x="7208" y="18001"/>
                    <a:pt x="7160" y="18004"/>
                    <a:pt x="7111" y="18004"/>
                  </a:cubicBezTo>
                  <a:cubicBezTo>
                    <a:pt x="6854" y="18004"/>
                    <a:pt x="6613" y="17930"/>
                    <a:pt x="6349" y="17746"/>
                  </a:cubicBezTo>
                  <a:cubicBezTo>
                    <a:pt x="6725" y="17181"/>
                    <a:pt x="7211" y="17009"/>
                    <a:pt x="7713" y="16836"/>
                  </a:cubicBezTo>
                  <a:cubicBezTo>
                    <a:pt x="8481" y="16554"/>
                    <a:pt x="9233" y="16241"/>
                    <a:pt x="9891" y="15724"/>
                  </a:cubicBezTo>
                  <a:cubicBezTo>
                    <a:pt x="10163" y="15515"/>
                    <a:pt x="10463" y="15403"/>
                    <a:pt x="10781" y="15403"/>
                  </a:cubicBezTo>
                  <a:cubicBezTo>
                    <a:pt x="10940" y="15403"/>
                    <a:pt x="11104" y="15431"/>
                    <a:pt x="11271" y="15488"/>
                  </a:cubicBezTo>
                  <a:cubicBezTo>
                    <a:pt x="11349" y="15520"/>
                    <a:pt x="11412" y="15583"/>
                    <a:pt x="11474" y="15583"/>
                  </a:cubicBezTo>
                  <a:cubicBezTo>
                    <a:pt x="12525" y="15645"/>
                    <a:pt x="13512" y="16006"/>
                    <a:pt x="14547" y="16100"/>
                  </a:cubicBezTo>
                  <a:cubicBezTo>
                    <a:pt x="15362" y="16178"/>
                    <a:pt x="16192" y="16147"/>
                    <a:pt x="16866" y="16695"/>
                  </a:cubicBezTo>
                  <a:cubicBezTo>
                    <a:pt x="16893" y="16716"/>
                    <a:pt x="16927" y="16727"/>
                    <a:pt x="16964" y="16727"/>
                  </a:cubicBezTo>
                  <a:cubicBezTo>
                    <a:pt x="17037" y="16727"/>
                    <a:pt x="17117" y="16685"/>
                    <a:pt x="17149" y="16601"/>
                  </a:cubicBezTo>
                  <a:cubicBezTo>
                    <a:pt x="17196" y="16507"/>
                    <a:pt x="17227" y="16366"/>
                    <a:pt x="17180" y="16288"/>
                  </a:cubicBezTo>
                  <a:cubicBezTo>
                    <a:pt x="17008" y="15912"/>
                    <a:pt x="16663" y="15755"/>
                    <a:pt x="16286" y="15692"/>
                  </a:cubicBezTo>
                  <a:cubicBezTo>
                    <a:pt x="16225" y="15676"/>
                    <a:pt x="16162" y="15671"/>
                    <a:pt x="16098" y="15671"/>
                  </a:cubicBezTo>
                  <a:cubicBezTo>
                    <a:pt x="16009" y="15671"/>
                    <a:pt x="15917" y="15680"/>
                    <a:pt x="15825" y="15680"/>
                  </a:cubicBezTo>
                  <a:cubicBezTo>
                    <a:pt x="15796" y="15680"/>
                    <a:pt x="15767" y="15679"/>
                    <a:pt x="15738" y="15677"/>
                  </a:cubicBezTo>
                  <a:cubicBezTo>
                    <a:pt x="14829" y="15661"/>
                    <a:pt x="13951" y="15457"/>
                    <a:pt x="13120" y="15112"/>
                  </a:cubicBezTo>
                  <a:cubicBezTo>
                    <a:pt x="12728" y="14940"/>
                    <a:pt x="12666" y="14611"/>
                    <a:pt x="13011" y="14329"/>
                  </a:cubicBezTo>
                  <a:cubicBezTo>
                    <a:pt x="13355" y="14046"/>
                    <a:pt x="13716" y="13780"/>
                    <a:pt x="14108" y="13561"/>
                  </a:cubicBezTo>
                  <a:cubicBezTo>
                    <a:pt x="14343" y="13425"/>
                    <a:pt x="14594" y="13357"/>
                    <a:pt x="14848" y="13357"/>
                  </a:cubicBezTo>
                  <a:cubicBezTo>
                    <a:pt x="15035" y="13357"/>
                    <a:pt x="15223" y="13394"/>
                    <a:pt x="15409" y="13466"/>
                  </a:cubicBezTo>
                  <a:cubicBezTo>
                    <a:pt x="15664" y="13566"/>
                    <a:pt x="15919" y="13619"/>
                    <a:pt x="16180" y="13619"/>
                  </a:cubicBezTo>
                  <a:cubicBezTo>
                    <a:pt x="16288" y="13619"/>
                    <a:pt x="16396" y="13610"/>
                    <a:pt x="16506" y="13592"/>
                  </a:cubicBezTo>
                  <a:cubicBezTo>
                    <a:pt x="16590" y="13578"/>
                    <a:pt x="16675" y="13570"/>
                    <a:pt x="16760" y="13570"/>
                  </a:cubicBezTo>
                  <a:cubicBezTo>
                    <a:pt x="16863" y="13570"/>
                    <a:pt x="16967" y="13582"/>
                    <a:pt x="17070" y="13608"/>
                  </a:cubicBezTo>
                  <a:cubicBezTo>
                    <a:pt x="17816" y="13766"/>
                    <a:pt x="18570" y="13777"/>
                    <a:pt x="19327" y="13777"/>
                  </a:cubicBezTo>
                  <a:cubicBezTo>
                    <a:pt x="19456" y="13777"/>
                    <a:pt x="19585" y="13777"/>
                    <a:pt x="19714" y="13777"/>
                  </a:cubicBezTo>
                  <a:cubicBezTo>
                    <a:pt x="19878" y="13777"/>
                    <a:pt x="20041" y="13778"/>
                    <a:pt x="20205" y="13780"/>
                  </a:cubicBezTo>
                  <a:cubicBezTo>
                    <a:pt x="20242" y="13781"/>
                    <a:pt x="20279" y="13782"/>
                    <a:pt x="20316" y="13782"/>
                  </a:cubicBezTo>
                  <a:cubicBezTo>
                    <a:pt x="21339" y="13782"/>
                    <a:pt x="22274" y="13368"/>
                    <a:pt x="23136" y="12824"/>
                  </a:cubicBezTo>
                  <a:cubicBezTo>
                    <a:pt x="23199" y="12792"/>
                    <a:pt x="23230" y="12698"/>
                    <a:pt x="23230" y="12636"/>
                  </a:cubicBezTo>
                  <a:cubicBezTo>
                    <a:pt x="23218" y="12514"/>
                    <a:pt x="23149" y="12468"/>
                    <a:pt x="23068" y="12468"/>
                  </a:cubicBezTo>
                  <a:cubicBezTo>
                    <a:pt x="23044" y="12468"/>
                    <a:pt x="23020" y="12472"/>
                    <a:pt x="22995" y="12479"/>
                  </a:cubicBezTo>
                  <a:cubicBezTo>
                    <a:pt x="22697" y="12510"/>
                    <a:pt x="22384" y="12542"/>
                    <a:pt x="22133" y="12714"/>
                  </a:cubicBezTo>
                  <a:cubicBezTo>
                    <a:pt x="21523" y="13105"/>
                    <a:pt x="20880" y="13285"/>
                    <a:pt x="20203" y="13285"/>
                  </a:cubicBezTo>
                  <a:cubicBezTo>
                    <a:pt x="19957" y="13285"/>
                    <a:pt x="19707" y="13262"/>
                    <a:pt x="19453" y="13216"/>
                  </a:cubicBezTo>
                  <a:cubicBezTo>
                    <a:pt x="18935" y="13137"/>
                    <a:pt x="18403" y="13184"/>
                    <a:pt x="17885" y="13122"/>
                  </a:cubicBezTo>
                  <a:cubicBezTo>
                    <a:pt x="17352" y="13059"/>
                    <a:pt x="17023" y="12824"/>
                    <a:pt x="17102" y="12620"/>
                  </a:cubicBezTo>
                  <a:cubicBezTo>
                    <a:pt x="17227" y="12307"/>
                    <a:pt x="17525" y="12181"/>
                    <a:pt x="17807" y="12118"/>
                  </a:cubicBezTo>
                  <a:cubicBezTo>
                    <a:pt x="18653" y="11962"/>
                    <a:pt x="19500" y="11821"/>
                    <a:pt x="20346" y="11680"/>
                  </a:cubicBezTo>
                  <a:cubicBezTo>
                    <a:pt x="20503" y="11648"/>
                    <a:pt x="20660" y="11648"/>
                    <a:pt x="20785" y="11586"/>
                  </a:cubicBezTo>
                  <a:cubicBezTo>
                    <a:pt x="21221" y="11392"/>
                    <a:pt x="21654" y="11317"/>
                    <a:pt x="22086" y="11317"/>
                  </a:cubicBezTo>
                  <a:close/>
                  <a:moveTo>
                    <a:pt x="5017" y="18482"/>
                  </a:moveTo>
                  <a:cubicBezTo>
                    <a:pt x="5361" y="18498"/>
                    <a:pt x="5691" y="18514"/>
                    <a:pt x="6020" y="18561"/>
                  </a:cubicBezTo>
                  <a:cubicBezTo>
                    <a:pt x="7242" y="18702"/>
                    <a:pt x="8481" y="18608"/>
                    <a:pt x="9703" y="18921"/>
                  </a:cubicBezTo>
                  <a:cubicBezTo>
                    <a:pt x="9909" y="18975"/>
                    <a:pt x="10122" y="18992"/>
                    <a:pt x="10340" y="18992"/>
                  </a:cubicBezTo>
                  <a:cubicBezTo>
                    <a:pt x="10692" y="18992"/>
                    <a:pt x="11055" y="18948"/>
                    <a:pt x="11415" y="18948"/>
                  </a:cubicBezTo>
                  <a:cubicBezTo>
                    <a:pt x="11477" y="18948"/>
                    <a:pt x="11539" y="18949"/>
                    <a:pt x="11600" y="18952"/>
                  </a:cubicBezTo>
                  <a:cubicBezTo>
                    <a:pt x="13058" y="19015"/>
                    <a:pt x="14515" y="19109"/>
                    <a:pt x="15973" y="19188"/>
                  </a:cubicBezTo>
                  <a:cubicBezTo>
                    <a:pt x="16354" y="19206"/>
                    <a:pt x="16736" y="19212"/>
                    <a:pt x="17117" y="19212"/>
                  </a:cubicBezTo>
                  <a:cubicBezTo>
                    <a:pt x="17707" y="19212"/>
                    <a:pt x="18298" y="19197"/>
                    <a:pt x="18888" y="19188"/>
                  </a:cubicBezTo>
                  <a:cubicBezTo>
                    <a:pt x="19356" y="19180"/>
                    <a:pt x="19823" y="19177"/>
                    <a:pt x="20291" y="19177"/>
                  </a:cubicBezTo>
                  <a:cubicBezTo>
                    <a:pt x="21767" y="19177"/>
                    <a:pt x="23243" y="19207"/>
                    <a:pt x="24719" y="19219"/>
                  </a:cubicBezTo>
                  <a:cubicBezTo>
                    <a:pt x="24967" y="19219"/>
                    <a:pt x="25215" y="19205"/>
                    <a:pt x="25461" y="19205"/>
                  </a:cubicBezTo>
                  <a:cubicBezTo>
                    <a:pt x="25665" y="19205"/>
                    <a:pt x="25868" y="19215"/>
                    <a:pt x="26067" y="19250"/>
                  </a:cubicBezTo>
                  <a:cubicBezTo>
                    <a:pt x="26551" y="19335"/>
                    <a:pt x="27033" y="19370"/>
                    <a:pt x="27514" y="19370"/>
                  </a:cubicBezTo>
                  <a:cubicBezTo>
                    <a:pt x="28450" y="19370"/>
                    <a:pt x="29383" y="19239"/>
                    <a:pt x="30315" y="19094"/>
                  </a:cubicBezTo>
                  <a:cubicBezTo>
                    <a:pt x="30864" y="19000"/>
                    <a:pt x="31428" y="18905"/>
                    <a:pt x="31976" y="18843"/>
                  </a:cubicBezTo>
                  <a:cubicBezTo>
                    <a:pt x="32353" y="18811"/>
                    <a:pt x="32729" y="18796"/>
                    <a:pt x="33105" y="18796"/>
                  </a:cubicBezTo>
                  <a:cubicBezTo>
                    <a:pt x="33403" y="18796"/>
                    <a:pt x="33528" y="18984"/>
                    <a:pt x="33403" y="19235"/>
                  </a:cubicBezTo>
                  <a:cubicBezTo>
                    <a:pt x="33074" y="19815"/>
                    <a:pt x="32776" y="20426"/>
                    <a:pt x="32306" y="20912"/>
                  </a:cubicBezTo>
                  <a:cubicBezTo>
                    <a:pt x="32071" y="21163"/>
                    <a:pt x="31851" y="21429"/>
                    <a:pt x="31663" y="21695"/>
                  </a:cubicBezTo>
                  <a:cubicBezTo>
                    <a:pt x="30581" y="23279"/>
                    <a:pt x="29171" y="24580"/>
                    <a:pt x="27948" y="26053"/>
                  </a:cubicBezTo>
                  <a:cubicBezTo>
                    <a:pt x="27572" y="26523"/>
                    <a:pt x="27102" y="26993"/>
                    <a:pt x="26396" y="27103"/>
                  </a:cubicBezTo>
                  <a:cubicBezTo>
                    <a:pt x="26193" y="27119"/>
                    <a:pt x="26005" y="27291"/>
                    <a:pt x="25816" y="27417"/>
                  </a:cubicBezTo>
                  <a:cubicBezTo>
                    <a:pt x="25511" y="27616"/>
                    <a:pt x="25183" y="27725"/>
                    <a:pt x="24832" y="27725"/>
                  </a:cubicBezTo>
                  <a:cubicBezTo>
                    <a:pt x="24769" y="27725"/>
                    <a:pt x="24705" y="27722"/>
                    <a:pt x="24641" y="27714"/>
                  </a:cubicBezTo>
                  <a:cubicBezTo>
                    <a:pt x="24525" y="27704"/>
                    <a:pt x="24410" y="27700"/>
                    <a:pt x="24296" y="27700"/>
                  </a:cubicBezTo>
                  <a:cubicBezTo>
                    <a:pt x="23884" y="27700"/>
                    <a:pt x="23479" y="27756"/>
                    <a:pt x="23073" y="27793"/>
                  </a:cubicBezTo>
                  <a:cubicBezTo>
                    <a:pt x="22643" y="27842"/>
                    <a:pt x="22212" y="27862"/>
                    <a:pt x="21780" y="27862"/>
                  </a:cubicBezTo>
                  <a:cubicBezTo>
                    <a:pt x="21393" y="27862"/>
                    <a:pt x="21005" y="27846"/>
                    <a:pt x="20613" y="27824"/>
                  </a:cubicBezTo>
                  <a:cubicBezTo>
                    <a:pt x="20124" y="27799"/>
                    <a:pt x="19632" y="27794"/>
                    <a:pt x="19139" y="27794"/>
                  </a:cubicBezTo>
                  <a:cubicBezTo>
                    <a:pt x="18810" y="27794"/>
                    <a:pt x="18481" y="27796"/>
                    <a:pt x="18151" y="27796"/>
                  </a:cubicBezTo>
                  <a:cubicBezTo>
                    <a:pt x="17739" y="27796"/>
                    <a:pt x="17326" y="27793"/>
                    <a:pt x="16913" y="27777"/>
                  </a:cubicBezTo>
                  <a:cubicBezTo>
                    <a:pt x="15754" y="27746"/>
                    <a:pt x="14625" y="27479"/>
                    <a:pt x="13528" y="27072"/>
                  </a:cubicBezTo>
                  <a:cubicBezTo>
                    <a:pt x="13042" y="26899"/>
                    <a:pt x="12556" y="26696"/>
                    <a:pt x="12023" y="26664"/>
                  </a:cubicBezTo>
                  <a:cubicBezTo>
                    <a:pt x="11443" y="26633"/>
                    <a:pt x="10942" y="26413"/>
                    <a:pt x="10503" y="26022"/>
                  </a:cubicBezTo>
                  <a:cubicBezTo>
                    <a:pt x="9374" y="25050"/>
                    <a:pt x="8152" y="24172"/>
                    <a:pt x="7148" y="23043"/>
                  </a:cubicBezTo>
                  <a:cubicBezTo>
                    <a:pt x="6709" y="22542"/>
                    <a:pt x="6177" y="22103"/>
                    <a:pt x="5644" y="21711"/>
                  </a:cubicBezTo>
                  <a:cubicBezTo>
                    <a:pt x="4766" y="21053"/>
                    <a:pt x="4296" y="20112"/>
                    <a:pt x="3763" y="19219"/>
                  </a:cubicBezTo>
                  <a:cubicBezTo>
                    <a:pt x="3512" y="18811"/>
                    <a:pt x="3716" y="18529"/>
                    <a:pt x="4233" y="18514"/>
                  </a:cubicBezTo>
                  <a:cubicBezTo>
                    <a:pt x="4259" y="18508"/>
                    <a:pt x="4285" y="18507"/>
                    <a:pt x="4311" y="18507"/>
                  </a:cubicBezTo>
                  <a:cubicBezTo>
                    <a:pt x="4362" y="18507"/>
                    <a:pt x="4411" y="18514"/>
                    <a:pt x="4452" y="18514"/>
                  </a:cubicBezTo>
                  <a:lnTo>
                    <a:pt x="5017" y="18514"/>
                  </a:lnTo>
                  <a:lnTo>
                    <a:pt x="5017" y="18482"/>
                  </a:lnTo>
                  <a:close/>
                  <a:moveTo>
                    <a:pt x="12572" y="27746"/>
                  </a:moveTo>
                  <a:cubicBezTo>
                    <a:pt x="12681" y="27746"/>
                    <a:pt x="12791" y="27793"/>
                    <a:pt x="12885" y="27840"/>
                  </a:cubicBezTo>
                  <a:cubicBezTo>
                    <a:pt x="13371" y="28059"/>
                    <a:pt x="13888" y="28122"/>
                    <a:pt x="14406" y="28185"/>
                  </a:cubicBezTo>
                  <a:cubicBezTo>
                    <a:pt x="14641" y="28200"/>
                    <a:pt x="14876" y="28185"/>
                    <a:pt x="15080" y="28263"/>
                  </a:cubicBezTo>
                  <a:cubicBezTo>
                    <a:pt x="15815" y="28545"/>
                    <a:pt x="16575" y="28607"/>
                    <a:pt x="17341" y="28607"/>
                  </a:cubicBezTo>
                  <a:cubicBezTo>
                    <a:pt x="17768" y="28607"/>
                    <a:pt x="18196" y="28588"/>
                    <a:pt x="18622" y="28577"/>
                  </a:cubicBezTo>
                  <a:cubicBezTo>
                    <a:pt x="18909" y="28571"/>
                    <a:pt x="19195" y="28564"/>
                    <a:pt x="19480" y="28564"/>
                  </a:cubicBezTo>
                  <a:cubicBezTo>
                    <a:pt x="20050" y="28564"/>
                    <a:pt x="20618" y="28592"/>
                    <a:pt x="21193" y="28718"/>
                  </a:cubicBezTo>
                  <a:cubicBezTo>
                    <a:pt x="21275" y="28736"/>
                    <a:pt x="21363" y="28744"/>
                    <a:pt x="21450" y="28744"/>
                  </a:cubicBezTo>
                  <a:cubicBezTo>
                    <a:pt x="21512" y="28744"/>
                    <a:pt x="21573" y="28740"/>
                    <a:pt x="21631" y="28733"/>
                  </a:cubicBezTo>
                  <a:cubicBezTo>
                    <a:pt x="22807" y="28498"/>
                    <a:pt x="24014" y="28577"/>
                    <a:pt x="25190" y="28420"/>
                  </a:cubicBezTo>
                  <a:cubicBezTo>
                    <a:pt x="25213" y="28417"/>
                    <a:pt x="25235" y="28415"/>
                    <a:pt x="25256" y="28415"/>
                  </a:cubicBezTo>
                  <a:cubicBezTo>
                    <a:pt x="25459" y="28415"/>
                    <a:pt x="25544" y="28551"/>
                    <a:pt x="25487" y="28765"/>
                  </a:cubicBezTo>
                  <a:cubicBezTo>
                    <a:pt x="25346" y="29376"/>
                    <a:pt x="25001" y="29752"/>
                    <a:pt x="24343" y="29783"/>
                  </a:cubicBezTo>
                  <a:cubicBezTo>
                    <a:pt x="23335" y="29818"/>
                    <a:pt x="22336" y="29936"/>
                    <a:pt x="21327" y="29936"/>
                  </a:cubicBezTo>
                  <a:cubicBezTo>
                    <a:pt x="20955" y="29936"/>
                    <a:pt x="20581" y="29920"/>
                    <a:pt x="20205" y="29877"/>
                  </a:cubicBezTo>
                  <a:cubicBezTo>
                    <a:pt x="18982" y="29752"/>
                    <a:pt x="17760" y="29627"/>
                    <a:pt x="16537" y="29439"/>
                  </a:cubicBezTo>
                  <a:cubicBezTo>
                    <a:pt x="16448" y="29428"/>
                    <a:pt x="16360" y="29425"/>
                    <a:pt x="16277" y="29425"/>
                  </a:cubicBezTo>
                  <a:cubicBezTo>
                    <a:pt x="16111" y="29425"/>
                    <a:pt x="15968" y="29439"/>
                    <a:pt x="15895" y="29439"/>
                  </a:cubicBezTo>
                  <a:cubicBezTo>
                    <a:pt x="14923" y="29423"/>
                    <a:pt x="14108" y="29313"/>
                    <a:pt x="13308" y="29141"/>
                  </a:cubicBezTo>
                  <a:cubicBezTo>
                    <a:pt x="12838" y="29047"/>
                    <a:pt x="12384" y="28373"/>
                    <a:pt x="12415" y="27856"/>
                  </a:cubicBezTo>
                  <a:cubicBezTo>
                    <a:pt x="12415" y="27824"/>
                    <a:pt x="12525" y="27746"/>
                    <a:pt x="12572" y="27746"/>
                  </a:cubicBezTo>
                  <a:close/>
                  <a:moveTo>
                    <a:pt x="1776" y="0"/>
                  </a:moveTo>
                  <a:cubicBezTo>
                    <a:pt x="1260" y="0"/>
                    <a:pt x="776" y="230"/>
                    <a:pt x="377" y="629"/>
                  </a:cubicBezTo>
                  <a:cubicBezTo>
                    <a:pt x="64" y="958"/>
                    <a:pt x="1" y="1382"/>
                    <a:pt x="220" y="1742"/>
                  </a:cubicBezTo>
                  <a:cubicBezTo>
                    <a:pt x="1286" y="3513"/>
                    <a:pt x="2336" y="5269"/>
                    <a:pt x="3418" y="7024"/>
                  </a:cubicBezTo>
                  <a:cubicBezTo>
                    <a:pt x="4390" y="8592"/>
                    <a:pt x="5314" y="10175"/>
                    <a:pt x="6051" y="11852"/>
                  </a:cubicBezTo>
                  <a:cubicBezTo>
                    <a:pt x="6380" y="12620"/>
                    <a:pt x="6678" y="13372"/>
                    <a:pt x="7446" y="13827"/>
                  </a:cubicBezTo>
                  <a:cubicBezTo>
                    <a:pt x="7572" y="13905"/>
                    <a:pt x="7681" y="14031"/>
                    <a:pt x="7760" y="14156"/>
                  </a:cubicBezTo>
                  <a:cubicBezTo>
                    <a:pt x="7963" y="14485"/>
                    <a:pt x="8449" y="14767"/>
                    <a:pt x="8230" y="15191"/>
                  </a:cubicBezTo>
                  <a:cubicBezTo>
                    <a:pt x="8132" y="15387"/>
                    <a:pt x="7953" y="15434"/>
                    <a:pt x="7750" y="15434"/>
                  </a:cubicBezTo>
                  <a:cubicBezTo>
                    <a:pt x="7565" y="15434"/>
                    <a:pt x="7360" y="15394"/>
                    <a:pt x="7180" y="15394"/>
                  </a:cubicBezTo>
                  <a:cubicBezTo>
                    <a:pt x="5816" y="15410"/>
                    <a:pt x="4499" y="15614"/>
                    <a:pt x="3277" y="16241"/>
                  </a:cubicBezTo>
                  <a:cubicBezTo>
                    <a:pt x="3042" y="16351"/>
                    <a:pt x="2791" y="16429"/>
                    <a:pt x="2540" y="16507"/>
                  </a:cubicBezTo>
                  <a:cubicBezTo>
                    <a:pt x="2054" y="16648"/>
                    <a:pt x="1882" y="16899"/>
                    <a:pt x="2133" y="17307"/>
                  </a:cubicBezTo>
                  <a:cubicBezTo>
                    <a:pt x="2446" y="17824"/>
                    <a:pt x="2618" y="18388"/>
                    <a:pt x="2775" y="18968"/>
                  </a:cubicBezTo>
                  <a:cubicBezTo>
                    <a:pt x="2838" y="19172"/>
                    <a:pt x="2979" y="19360"/>
                    <a:pt x="3104" y="19548"/>
                  </a:cubicBezTo>
                  <a:cubicBezTo>
                    <a:pt x="4452" y="21617"/>
                    <a:pt x="6286" y="23247"/>
                    <a:pt x="8026" y="25003"/>
                  </a:cubicBezTo>
                  <a:cubicBezTo>
                    <a:pt x="8606" y="25583"/>
                    <a:pt x="9186" y="26163"/>
                    <a:pt x="9876" y="26602"/>
                  </a:cubicBezTo>
                  <a:cubicBezTo>
                    <a:pt x="10534" y="27025"/>
                    <a:pt x="11412" y="27354"/>
                    <a:pt x="11772" y="28106"/>
                  </a:cubicBezTo>
                  <a:cubicBezTo>
                    <a:pt x="12023" y="28624"/>
                    <a:pt x="12054" y="29376"/>
                    <a:pt x="12619" y="29689"/>
                  </a:cubicBezTo>
                  <a:cubicBezTo>
                    <a:pt x="12807" y="29799"/>
                    <a:pt x="13058" y="29830"/>
                    <a:pt x="13277" y="29846"/>
                  </a:cubicBezTo>
                  <a:cubicBezTo>
                    <a:pt x="15158" y="30050"/>
                    <a:pt x="17039" y="30238"/>
                    <a:pt x="18920" y="30363"/>
                  </a:cubicBezTo>
                  <a:cubicBezTo>
                    <a:pt x="19860" y="30426"/>
                    <a:pt x="20816" y="30504"/>
                    <a:pt x="21757" y="30520"/>
                  </a:cubicBezTo>
                  <a:cubicBezTo>
                    <a:pt x="22015" y="30520"/>
                    <a:pt x="22274" y="30516"/>
                    <a:pt x="22533" y="30516"/>
                  </a:cubicBezTo>
                  <a:cubicBezTo>
                    <a:pt x="22791" y="30516"/>
                    <a:pt x="23050" y="30520"/>
                    <a:pt x="23309" y="30536"/>
                  </a:cubicBezTo>
                  <a:cubicBezTo>
                    <a:pt x="23653" y="30536"/>
                    <a:pt x="24014" y="30630"/>
                    <a:pt x="24359" y="30646"/>
                  </a:cubicBezTo>
                  <a:cubicBezTo>
                    <a:pt x="24500" y="30646"/>
                    <a:pt x="24641" y="30646"/>
                    <a:pt x="24782" y="30630"/>
                  </a:cubicBezTo>
                  <a:cubicBezTo>
                    <a:pt x="25221" y="30567"/>
                    <a:pt x="25660" y="30316"/>
                    <a:pt x="25832" y="29925"/>
                  </a:cubicBezTo>
                  <a:cubicBezTo>
                    <a:pt x="26036" y="29423"/>
                    <a:pt x="25879" y="28874"/>
                    <a:pt x="26083" y="28373"/>
                  </a:cubicBezTo>
                  <a:cubicBezTo>
                    <a:pt x="26271" y="27965"/>
                    <a:pt x="26600" y="27652"/>
                    <a:pt x="27008" y="27464"/>
                  </a:cubicBezTo>
                  <a:cubicBezTo>
                    <a:pt x="27713" y="27119"/>
                    <a:pt x="28356" y="26633"/>
                    <a:pt x="28889" y="26053"/>
                  </a:cubicBezTo>
                  <a:cubicBezTo>
                    <a:pt x="29798" y="25065"/>
                    <a:pt x="30613" y="23968"/>
                    <a:pt x="31475" y="22918"/>
                  </a:cubicBezTo>
                  <a:cubicBezTo>
                    <a:pt x="32447" y="21774"/>
                    <a:pt x="33481" y="20630"/>
                    <a:pt x="34077" y="19235"/>
                  </a:cubicBezTo>
                  <a:cubicBezTo>
                    <a:pt x="34249" y="18858"/>
                    <a:pt x="34578" y="18623"/>
                    <a:pt x="34986" y="18467"/>
                  </a:cubicBezTo>
                  <a:cubicBezTo>
                    <a:pt x="35895" y="18090"/>
                    <a:pt x="35879" y="18090"/>
                    <a:pt x="35393" y="17197"/>
                  </a:cubicBezTo>
                  <a:cubicBezTo>
                    <a:pt x="35268" y="16962"/>
                    <a:pt x="35096" y="16789"/>
                    <a:pt x="34908" y="16601"/>
                  </a:cubicBezTo>
                  <a:cubicBezTo>
                    <a:pt x="34187" y="15974"/>
                    <a:pt x="33372" y="15520"/>
                    <a:pt x="32462" y="15269"/>
                  </a:cubicBezTo>
                  <a:cubicBezTo>
                    <a:pt x="31851" y="15097"/>
                    <a:pt x="31240" y="14924"/>
                    <a:pt x="30613" y="14814"/>
                  </a:cubicBezTo>
                  <a:cubicBezTo>
                    <a:pt x="30111" y="14720"/>
                    <a:pt x="29704" y="14501"/>
                    <a:pt x="29406" y="14078"/>
                  </a:cubicBezTo>
                  <a:cubicBezTo>
                    <a:pt x="29328" y="13952"/>
                    <a:pt x="29218" y="13858"/>
                    <a:pt x="29139" y="13717"/>
                  </a:cubicBezTo>
                  <a:cubicBezTo>
                    <a:pt x="28936" y="13388"/>
                    <a:pt x="28622" y="13200"/>
                    <a:pt x="28230" y="13122"/>
                  </a:cubicBezTo>
                  <a:cubicBezTo>
                    <a:pt x="27729" y="13028"/>
                    <a:pt x="27211" y="12918"/>
                    <a:pt x="26710" y="12777"/>
                  </a:cubicBezTo>
                  <a:cubicBezTo>
                    <a:pt x="26083" y="12589"/>
                    <a:pt x="25503" y="12338"/>
                    <a:pt x="25221" y="11680"/>
                  </a:cubicBezTo>
                  <a:cubicBezTo>
                    <a:pt x="25142" y="11476"/>
                    <a:pt x="25001" y="11303"/>
                    <a:pt x="24813" y="11162"/>
                  </a:cubicBezTo>
                  <a:cubicBezTo>
                    <a:pt x="24092" y="10598"/>
                    <a:pt x="23199" y="10661"/>
                    <a:pt x="22368" y="10551"/>
                  </a:cubicBezTo>
                  <a:cubicBezTo>
                    <a:pt x="22290" y="10551"/>
                    <a:pt x="22227" y="10598"/>
                    <a:pt x="22149" y="10614"/>
                  </a:cubicBezTo>
                  <a:cubicBezTo>
                    <a:pt x="20832" y="11053"/>
                    <a:pt x="19468" y="11303"/>
                    <a:pt x="18105" y="11523"/>
                  </a:cubicBezTo>
                  <a:cubicBezTo>
                    <a:pt x="17446" y="11633"/>
                    <a:pt x="16882" y="11836"/>
                    <a:pt x="16428" y="12322"/>
                  </a:cubicBezTo>
                  <a:cubicBezTo>
                    <a:pt x="16177" y="12573"/>
                    <a:pt x="15895" y="12714"/>
                    <a:pt x="15534" y="12714"/>
                  </a:cubicBezTo>
                  <a:cubicBezTo>
                    <a:pt x="14609" y="12745"/>
                    <a:pt x="13763" y="12981"/>
                    <a:pt x="13089" y="13655"/>
                  </a:cubicBezTo>
                  <a:cubicBezTo>
                    <a:pt x="13003" y="13741"/>
                    <a:pt x="12919" y="13782"/>
                    <a:pt x="12839" y="13782"/>
                  </a:cubicBezTo>
                  <a:cubicBezTo>
                    <a:pt x="12729" y="13782"/>
                    <a:pt x="12624" y="13705"/>
                    <a:pt x="12525" y="13561"/>
                  </a:cubicBezTo>
                  <a:cubicBezTo>
                    <a:pt x="12258" y="13169"/>
                    <a:pt x="12007" y="12745"/>
                    <a:pt x="11741" y="12338"/>
                  </a:cubicBezTo>
                  <a:cubicBezTo>
                    <a:pt x="10659" y="10770"/>
                    <a:pt x="9578" y="9203"/>
                    <a:pt x="8465" y="7651"/>
                  </a:cubicBezTo>
                  <a:cubicBezTo>
                    <a:pt x="7744" y="6648"/>
                    <a:pt x="7180" y="5551"/>
                    <a:pt x="6537" y="4501"/>
                  </a:cubicBezTo>
                  <a:cubicBezTo>
                    <a:pt x="5973" y="3576"/>
                    <a:pt x="5409" y="2651"/>
                    <a:pt x="4797" y="1758"/>
                  </a:cubicBezTo>
                  <a:cubicBezTo>
                    <a:pt x="4155" y="817"/>
                    <a:pt x="3230" y="253"/>
                    <a:pt x="2117" y="34"/>
                  </a:cubicBezTo>
                  <a:cubicBezTo>
                    <a:pt x="2002" y="11"/>
                    <a:pt x="1888" y="0"/>
                    <a:pt x="1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8947450" y="981600"/>
              <a:ext cx="46000" cy="49200"/>
            </a:xfrm>
            <a:custGeom>
              <a:rect b="b" l="l" r="r" t="t"/>
              <a:pathLst>
                <a:path extrusionOk="0" h="1968" w="1840">
                  <a:moveTo>
                    <a:pt x="439" y="1"/>
                  </a:moveTo>
                  <a:cubicBezTo>
                    <a:pt x="298" y="1"/>
                    <a:pt x="47" y="299"/>
                    <a:pt x="32" y="487"/>
                  </a:cubicBezTo>
                  <a:cubicBezTo>
                    <a:pt x="0" y="1098"/>
                    <a:pt x="612" y="1866"/>
                    <a:pt x="1192" y="1960"/>
                  </a:cubicBezTo>
                  <a:cubicBezTo>
                    <a:pt x="1222" y="1965"/>
                    <a:pt x="1251" y="1968"/>
                    <a:pt x="1280" y="1968"/>
                  </a:cubicBezTo>
                  <a:cubicBezTo>
                    <a:pt x="1610" y="1968"/>
                    <a:pt x="1840" y="1649"/>
                    <a:pt x="1725" y="1318"/>
                  </a:cubicBezTo>
                  <a:cubicBezTo>
                    <a:pt x="1521" y="785"/>
                    <a:pt x="1129" y="377"/>
                    <a:pt x="659" y="64"/>
                  </a:cubicBezTo>
                  <a:cubicBezTo>
                    <a:pt x="596" y="17"/>
                    <a:pt x="518" y="17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9391425" y="1425175"/>
              <a:ext cx="318100" cy="28925"/>
            </a:xfrm>
            <a:custGeom>
              <a:rect b="b" l="l" r="r" t="t"/>
              <a:pathLst>
                <a:path extrusionOk="0" h="1157" w="12724">
                  <a:moveTo>
                    <a:pt x="12600" y="0"/>
                  </a:moveTo>
                  <a:cubicBezTo>
                    <a:pt x="12596" y="0"/>
                    <a:pt x="12592" y="1"/>
                    <a:pt x="12587" y="1"/>
                  </a:cubicBezTo>
                  <a:cubicBezTo>
                    <a:pt x="11584" y="64"/>
                    <a:pt x="10581" y="299"/>
                    <a:pt x="9593" y="440"/>
                  </a:cubicBezTo>
                  <a:cubicBezTo>
                    <a:pt x="8512" y="581"/>
                    <a:pt x="7430" y="691"/>
                    <a:pt x="6364" y="754"/>
                  </a:cubicBezTo>
                  <a:cubicBezTo>
                    <a:pt x="5203" y="823"/>
                    <a:pt x="4047" y="844"/>
                    <a:pt x="2890" y="844"/>
                  </a:cubicBezTo>
                  <a:cubicBezTo>
                    <a:pt x="1954" y="844"/>
                    <a:pt x="1018" y="830"/>
                    <a:pt x="79" y="816"/>
                  </a:cubicBezTo>
                  <a:cubicBezTo>
                    <a:pt x="74" y="815"/>
                    <a:pt x="70" y="815"/>
                    <a:pt x="66" y="815"/>
                  </a:cubicBezTo>
                  <a:cubicBezTo>
                    <a:pt x="1" y="815"/>
                    <a:pt x="5" y="927"/>
                    <a:pt x="79" y="942"/>
                  </a:cubicBezTo>
                  <a:cubicBezTo>
                    <a:pt x="1331" y="1090"/>
                    <a:pt x="2599" y="1156"/>
                    <a:pt x="3868" y="1156"/>
                  </a:cubicBezTo>
                  <a:cubicBezTo>
                    <a:pt x="4744" y="1156"/>
                    <a:pt x="5619" y="1125"/>
                    <a:pt x="6490" y="1067"/>
                  </a:cubicBezTo>
                  <a:cubicBezTo>
                    <a:pt x="7524" y="1004"/>
                    <a:pt x="8574" y="910"/>
                    <a:pt x="9609" y="769"/>
                  </a:cubicBezTo>
                  <a:cubicBezTo>
                    <a:pt x="10612" y="644"/>
                    <a:pt x="11662" y="534"/>
                    <a:pt x="12618" y="221"/>
                  </a:cubicBezTo>
                  <a:cubicBezTo>
                    <a:pt x="12724" y="191"/>
                    <a:pt x="12713" y="0"/>
                    <a:pt x="12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9546200" y="1456350"/>
              <a:ext cx="127000" cy="18650"/>
            </a:xfrm>
            <a:custGeom>
              <a:rect b="b" l="l" r="r" t="t"/>
              <a:pathLst>
                <a:path extrusionOk="0" h="746" w="5080">
                  <a:moveTo>
                    <a:pt x="4542" y="1"/>
                  </a:moveTo>
                  <a:cubicBezTo>
                    <a:pt x="3101" y="1"/>
                    <a:pt x="1583" y="307"/>
                    <a:pt x="158" y="494"/>
                  </a:cubicBezTo>
                  <a:cubicBezTo>
                    <a:pt x="6" y="509"/>
                    <a:pt x="1" y="746"/>
                    <a:pt x="144" y="746"/>
                  </a:cubicBezTo>
                  <a:cubicBezTo>
                    <a:pt x="148" y="746"/>
                    <a:pt x="153" y="745"/>
                    <a:pt x="158" y="745"/>
                  </a:cubicBezTo>
                  <a:cubicBezTo>
                    <a:pt x="1725" y="620"/>
                    <a:pt x="3433" y="620"/>
                    <a:pt x="4954" y="212"/>
                  </a:cubicBezTo>
                  <a:cubicBezTo>
                    <a:pt x="5079" y="181"/>
                    <a:pt x="5048" y="8"/>
                    <a:pt x="4923" y="8"/>
                  </a:cubicBezTo>
                  <a:cubicBezTo>
                    <a:pt x="4796" y="3"/>
                    <a:pt x="4669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9057650" y="1459525"/>
              <a:ext cx="128500" cy="107025"/>
            </a:xfrm>
            <a:custGeom>
              <a:rect b="b" l="l" r="r" t="t"/>
              <a:pathLst>
                <a:path extrusionOk="0" h="4281" w="5140">
                  <a:moveTo>
                    <a:pt x="144" y="1"/>
                  </a:moveTo>
                  <a:cubicBezTo>
                    <a:pt x="67" y="1"/>
                    <a:pt x="0" y="108"/>
                    <a:pt x="60" y="179"/>
                  </a:cubicBezTo>
                  <a:cubicBezTo>
                    <a:pt x="1392" y="1731"/>
                    <a:pt x="3069" y="3392"/>
                    <a:pt x="4934" y="4270"/>
                  </a:cubicBezTo>
                  <a:cubicBezTo>
                    <a:pt x="4951" y="4277"/>
                    <a:pt x="4967" y="4280"/>
                    <a:pt x="4983" y="4280"/>
                  </a:cubicBezTo>
                  <a:cubicBezTo>
                    <a:pt x="5072" y="4280"/>
                    <a:pt x="5140" y="4178"/>
                    <a:pt x="5060" y="4098"/>
                  </a:cubicBezTo>
                  <a:cubicBezTo>
                    <a:pt x="4260" y="3424"/>
                    <a:pt x="3351" y="2875"/>
                    <a:pt x="2536" y="2185"/>
                  </a:cubicBezTo>
                  <a:cubicBezTo>
                    <a:pt x="1737" y="1511"/>
                    <a:pt x="953" y="790"/>
                    <a:pt x="216" y="38"/>
                  </a:cubicBezTo>
                  <a:cubicBezTo>
                    <a:pt x="194" y="11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8997875" y="1023525"/>
              <a:ext cx="111475" cy="154075"/>
            </a:xfrm>
            <a:custGeom>
              <a:rect b="b" l="l" r="r" t="t"/>
              <a:pathLst>
                <a:path extrusionOk="0" h="6163" w="4459">
                  <a:moveTo>
                    <a:pt x="113" y="1"/>
                  </a:moveTo>
                  <a:cubicBezTo>
                    <a:pt x="57" y="1"/>
                    <a:pt x="1" y="54"/>
                    <a:pt x="37" y="127"/>
                  </a:cubicBezTo>
                  <a:cubicBezTo>
                    <a:pt x="679" y="1145"/>
                    <a:pt x="1541" y="2039"/>
                    <a:pt x="2247" y="3026"/>
                  </a:cubicBezTo>
                  <a:cubicBezTo>
                    <a:pt x="2952" y="4029"/>
                    <a:pt x="3532" y="5111"/>
                    <a:pt x="4237" y="6114"/>
                  </a:cubicBezTo>
                  <a:cubicBezTo>
                    <a:pt x="4262" y="6148"/>
                    <a:pt x="4294" y="6163"/>
                    <a:pt x="4325" y="6163"/>
                  </a:cubicBezTo>
                  <a:cubicBezTo>
                    <a:pt x="4393" y="6163"/>
                    <a:pt x="4458" y="6091"/>
                    <a:pt x="4426" y="6004"/>
                  </a:cubicBezTo>
                  <a:cubicBezTo>
                    <a:pt x="3908" y="4860"/>
                    <a:pt x="3156" y="3810"/>
                    <a:pt x="2435" y="2791"/>
                  </a:cubicBezTo>
                  <a:cubicBezTo>
                    <a:pt x="1761" y="1851"/>
                    <a:pt x="1056" y="769"/>
                    <a:pt x="162" y="17"/>
                  </a:cubicBezTo>
                  <a:cubicBezTo>
                    <a:pt x="147" y="6"/>
                    <a:pt x="130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15"/>
          <p:cNvSpPr/>
          <p:nvPr/>
        </p:nvSpPr>
        <p:spPr>
          <a:xfrm>
            <a:off x="68608" y="1964056"/>
            <a:ext cx="340651" cy="1132240"/>
          </a:xfrm>
          <a:custGeom>
            <a:rect b="b" l="l" r="r" t="t"/>
            <a:pathLst>
              <a:path extrusionOk="0" h="10321" w="3106">
                <a:moveTo>
                  <a:pt x="194" y="1"/>
                </a:moveTo>
                <a:cubicBezTo>
                  <a:pt x="91" y="1"/>
                  <a:pt x="1" y="135"/>
                  <a:pt x="87" y="240"/>
                </a:cubicBezTo>
                <a:cubicBezTo>
                  <a:pt x="1043" y="1433"/>
                  <a:pt x="1863" y="3148"/>
                  <a:pt x="2186" y="4639"/>
                </a:cubicBezTo>
                <a:cubicBezTo>
                  <a:pt x="2410" y="5583"/>
                  <a:pt x="2360" y="6552"/>
                  <a:pt x="2087" y="7484"/>
                </a:cubicBezTo>
                <a:cubicBezTo>
                  <a:pt x="1814" y="8404"/>
                  <a:pt x="969" y="8963"/>
                  <a:pt x="633" y="9845"/>
                </a:cubicBezTo>
                <a:cubicBezTo>
                  <a:pt x="524" y="10122"/>
                  <a:pt x="778" y="10321"/>
                  <a:pt x="1031" y="10321"/>
                </a:cubicBezTo>
                <a:cubicBezTo>
                  <a:pt x="1095" y="10321"/>
                  <a:pt x="1159" y="10308"/>
                  <a:pt x="1217" y="10280"/>
                </a:cubicBezTo>
                <a:cubicBezTo>
                  <a:pt x="2820" y="9485"/>
                  <a:pt x="3106" y="6590"/>
                  <a:pt x="2857" y="5024"/>
                </a:cubicBezTo>
                <a:cubicBezTo>
                  <a:pt x="2534" y="2999"/>
                  <a:pt x="1677" y="1508"/>
                  <a:pt x="285" y="42"/>
                </a:cubicBezTo>
                <a:cubicBezTo>
                  <a:pt x="257" y="13"/>
                  <a:pt x="225" y="1"/>
                  <a:pt x="19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8641140" y="3492147"/>
            <a:ext cx="602270" cy="1411890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8892914" y="3625163"/>
            <a:ext cx="340667" cy="1069898"/>
          </a:xfrm>
          <a:custGeom>
            <a:rect b="b" l="l" r="r" t="t"/>
            <a:pathLst>
              <a:path extrusionOk="0" h="24236" w="7717">
                <a:moveTo>
                  <a:pt x="5190" y="1"/>
                </a:moveTo>
                <a:cubicBezTo>
                  <a:pt x="5172" y="1"/>
                  <a:pt x="5152" y="3"/>
                  <a:pt x="5132" y="7"/>
                </a:cubicBezTo>
                <a:cubicBezTo>
                  <a:pt x="3715" y="280"/>
                  <a:pt x="2001" y="814"/>
                  <a:pt x="1094" y="2020"/>
                </a:cubicBezTo>
                <a:cubicBezTo>
                  <a:pt x="75" y="3386"/>
                  <a:pt x="0" y="4989"/>
                  <a:pt x="709" y="6518"/>
                </a:cubicBezTo>
                <a:cubicBezTo>
                  <a:pt x="1504" y="8220"/>
                  <a:pt x="2634" y="9636"/>
                  <a:pt x="3119" y="11488"/>
                </a:cubicBezTo>
                <a:cubicBezTo>
                  <a:pt x="3703" y="13761"/>
                  <a:pt x="3367" y="15849"/>
                  <a:pt x="2150" y="17837"/>
                </a:cubicBezTo>
                <a:cubicBezTo>
                  <a:pt x="1442" y="18980"/>
                  <a:pt x="795" y="20073"/>
                  <a:pt x="1094" y="21465"/>
                </a:cubicBezTo>
                <a:cubicBezTo>
                  <a:pt x="1417" y="22931"/>
                  <a:pt x="3044" y="23503"/>
                  <a:pt x="4287" y="23913"/>
                </a:cubicBezTo>
                <a:cubicBezTo>
                  <a:pt x="5306" y="24236"/>
                  <a:pt x="6536" y="24149"/>
                  <a:pt x="7716" y="24186"/>
                </a:cubicBezTo>
                <a:cubicBezTo>
                  <a:pt x="7679" y="23689"/>
                  <a:pt x="7642" y="23180"/>
                  <a:pt x="7617" y="22683"/>
                </a:cubicBezTo>
                <a:cubicBezTo>
                  <a:pt x="7381" y="22670"/>
                  <a:pt x="7182" y="22658"/>
                  <a:pt x="7020" y="22645"/>
                </a:cubicBezTo>
                <a:cubicBezTo>
                  <a:pt x="5840" y="22596"/>
                  <a:pt x="4722" y="22583"/>
                  <a:pt x="3604" y="22099"/>
                </a:cubicBezTo>
                <a:cubicBezTo>
                  <a:pt x="2013" y="21391"/>
                  <a:pt x="2398" y="19974"/>
                  <a:pt x="3131" y="18732"/>
                </a:cubicBezTo>
                <a:cubicBezTo>
                  <a:pt x="4038" y="17191"/>
                  <a:pt x="4647" y="15687"/>
                  <a:pt x="4697" y="13886"/>
                </a:cubicBezTo>
                <a:cubicBezTo>
                  <a:pt x="4734" y="12208"/>
                  <a:pt x="4225" y="10444"/>
                  <a:pt x="3430" y="8978"/>
                </a:cubicBezTo>
                <a:cubicBezTo>
                  <a:pt x="2622" y="7499"/>
                  <a:pt x="1292" y="6170"/>
                  <a:pt x="1206" y="4393"/>
                </a:cubicBezTo>
                <a:cubicBezTo>
                  <a:pt x="1094" y="2194"/>
                  <a:pt x="3492" y="964"/>
                  <a:pt x="5256" y="454"/>
                </a:cubicBezTo>
                <a:cubicBezTo>
                  <a:pt x="5534" y="373"/>
                  <a:pt x="5445" y="1"/>
                  <a:pt x="51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 rot="-6299822">
            <a:off x="-175537" y="1019264"/>
            <a:ext cx="827904" cy="325750"/>
          </a:xfrm>
          <a:custGeom>
            <a:rect b="b" l="l" r="r" t="t"/>
            <a:pathLst>
              <a:path extrusionOk="0" h="6278" w="15955">
                <a:moveTo>
                  <a:pt x="15955" y="0"/>
                </a:moveTo>
                <a:lnTo>
                  <a:pt x="15955" y="0"/>
                </a:lnTo>
                <a:cubicBezTo>
                  <a:pt x="15539" y="70"/>
                  <a:pt x="15116" y="107"/>
                  <a:pt x="14679" y="107"/>
                </a:cubicBezTo>
                <a:cubicBezTo>
                  <a:pt x="14567" y="107"/>
                  <a:pt x="14453" y="105"/>
                  <a:pt x="14339" y="100"/>
                </a:cubicBezTo>
                <a:cubicBezTo>
                  <a:pt x="14302" y="1094"/>
                  <a:pt x="13991" y="1877"/>
                  <a:pt x="13420" y="2746"/>
                </a:cubicBezTo>
                <a:cubicBezTo>
                  <a:pt x="12861" y="3579"/>
                  <a:pt x="12016" y="4362"/>
                  <a:pt x="11071" y="4734"/>
                </a:cubicBezTo>
                <a:cubicBezTo>
                  <a:pt x="10856" y="4819"/>
                  <a:pt x="10656" y="4857"/>
                  <a:pt x="10469" y="4857"/>
                </a:cubicBezTo>
                <a:cubicBezTo>
                  <a:pt x="9642" y="4857"/>
                  <a:pt x="9064" y="4127"/>
                  <a:pt x="8487" y="3529"/>
                </a:cubicBezTo>
                <a:cubicBezTo>
                  <a:pt x="7511" y="2516"/>
                  <a:pt x="6257" y="2296"/>
                  <a:pt x="4964" y="2296"/>
                </a:cubicBezTo>
                <a:cubicBezTo>
                  <a:pt x="4529" y="2296"/>
                  <a:pt x="4089" y="2321"/>
                  <a:pt x="3654" y="2349"/>
                </a:cubicBezTo>
                <a:cubicBezTo>
                  <a:pt x="3429" y="2365"/>
                  <a:pt x="3201" y="2379"/>
                  <a:pt x="2975" y="2379"/>
                </a:cubicBezTo>
                <a:cubicBezTo>
                  <a:pt x="2338" y="2379"/>
                  <a:pt x="1717" y="2270"/>
                  <a:pt x="1231" y="1802"/>
                </a:cubicBezTo>
                <a:cubicBezTo>
                  <a:pt x="870" y="1442"/>
                  <a:pt x="771" y="845"/>
                  <a:pt x="796" y="212"/>
                </a:cubicBezTo>
                <a:lnTo>
                  <a:pt x="796" y="212"/>
                </a:lnTo>
                <a:cubicBezTo>
                  <a:pt x="659" y="361"/>
                  <a:pt x="535" y="522"/>
                  <a:pt x="423" y="684"/>
                </a:cubicBezTo>
                <a:cubicBezTo>
                  <a:pt x="249" y="907"/>
                  <a:pt x="112" y="1156"/>
                  <a:pt x="1" y="1404"/>
                </a:cubicBezTo>
                <a:cubicBezTo>
                  <a:pt x="199" y="2423"/>
                  <a:pt x="833" y="3069"/>
                  <a:pt x="1827" y="3405"/>
                </a:cubicBezTo>
                <a:cubicBezTo>
                  <a:pt x="2320" y="3573"/>
                  <a:pt x="2851" y="3617"/>
                  <a:pt x="3388" y="3617"/>
                </a:cubicBezTo>
                <a:cubicBezTo>
                  <a:pt x="3968" y="3617"/>
                  <a:pt x="4555" y="3566"/>
                  <a:pt x="5110" y="3566"/>
                </a:cubicBezTo>
                <a:cubicBezTo>
                  <a:pt x="5143" y="3566"/>
                  <a:pt x="5175" y="3566"/>
                  <a:pt x="5207" y="3566"/>
                </a:cubicBezTo>
                <a:cubicBezTo>
                  <a:pt x="6748" y="3591"/>
                  <a:pt x="7369" y="4411"/>
                  <a:pt x="8375" y="5405"/>
                </a:cubicBezTo>
                <a:cubicBezTo>
                  <a:pt x="9000" y="6026"/>
                  <a:pt x="9698" y="6277"/>
                  <a:pt x="10405" y="6277"/>
                </a:cubicBezTo>
                <a:cubicBezTo>
                  <a:pt x="11864" y="6277"/>
                  <a:pt x="13364" y="5209"/>
                  <a:pt x="14352" y="4113"/>
                </a:cubicBezTo>
                <a:cubicBezTo>
                  <a:pt x="15259" y="3119"/>
                  <a:pt x="15781" y="1926"/>
                  <a:pt x="15917" y="584"/>
                </a:cubicBezTo>
                <a:cubicBezTo>
                  <a:pt x="15942" y="410"/>
                  <a:pt x="15942" y="212"/>
                  <a:pt x="159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 rot="-6299822">
            <a:off x="-147976" y="1229863"/>
            <a:ext cx="463636" cy="109535"/>
          </a:xfrm>
          <a:custGeom>
            <a:rect b="b" l="l" r="r" t="t"/>
            <a:pathLst>
              <a:path extrusionOk="0" h="2111" w="8935">
                <a:moveTo>
                  <a:pt x="473" y="1"/>
                </a:moveTo>
                <a:cubicBezTo>
                  <a:pt x="311" y="75"/>
                  <a:pt x="162" y="162"/>
                  <a:pt x="1" y="249"/>
                </a:cubicBezTo>
                <a:cubicBezTo>
                  <a:pt x="125" y="448"/>
                  <a:pt x="274" y="622"/>
                  <a:pt x="473" y="808"/>
                </a:cubicBezTo>
                <a:cubicBezTo>
                  <a:pt x="1380" y="1616"/>
                  <a:pt x="2921" y="1889"/>
                  <a:pt x="4089" y="2051"/>
                </a:cubicBezTo>
                <a:cubicBezTo>
                  <a:pt x="4366" y="2089"/>
                  <a:pt x="4676" y="2110"/>
                  <a:pt x="5004" y="2110"/>
                </a:cubicBezTo>
                <a:cubicBezTo>
                  <a:pt x="6372" y="2110"/>
                  <a:pt x="8053" y="1750"/>
                  <a:pt x="8935" y="808"/>
                </a:cubicBezTo>
                <a:cubicBezTo>
                  <a:pt x="8413" y="634"/>
                  <a:pt x="7903" y="436"/>
                  <a:pt x="7394" y="237"/>
                </a:cubicBezTo>
                <a:cubicBezTo>
                  <a:pt x="7270" y="336"/>
                  <a:pt x="7120" y="436"/>
                  <a:pt x="6959" y="523"/>
                </a:cubicBezTo>
                <a:cubicBezTo>
                  <a:pt x="6217" y="894"/>
                  <a:pt x="5323" y="959"/>
                  <a:pt x="4497" y="959"/>
                </a:cubicBezTo>
                <a:cubicBezTo>
                  <a:pt x="4410" y="959"/>
                  <a:pt x="4323" y="959"/>
                  <a:pt x="4238" y="958"/>
                </a:cubicBezTo>
                <a:cubicBezTo>
                  <a:pt x="3231" y="933"/>
                  <a:pt x="2076" y="1007"/>
                  <a:pt x="1156" y="572"/>
                </a:cubicBezTo>
                <a:cubicBezTo>
                  <a:pt x="871" y="436"/>
                  <a:pt x="647" y="237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-322198" y="2931650"/>
            <a:ext cx="531899" cy="1012035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68" name="Google Shape;368;p16"/>
          <p:cNvGrpSpPr/>
          <p:nvPr/>
        </p:nvGrpSpPr>
        <p:grpSpPr>
          <a:xfrm>
            <a:off x="8896246" y="3791452"/>
            <a:ext cx="252652" cy="373337"/>
            <a:chOff x="5446181" y="2529085"/>
            <a:chExt cx="138174" cy="204177"/>
          </a:xfrm>
        </p:grpSpPr>
        <p:sp>
          <p:nvSpPr>
            <p:cNvPr id="369" name="Google Shape;369;p16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16"/>
          <p:cNvGrpSpPr/>
          <p:nvPr/>
        </p:nvGrpSpPr>
        <p:grpSpPr>
          <a:xfrm>
            <a:off x="8505690" y="4731511"/>
            <a:ext cx="224542" cy="331124"/>
            <a:chOff x="5738779" y="2391033"/>
            <a:chExt cx="85397" cy="125927"/>
          </a:xfrm>
        </p:grpSpPr>
        <p:sp>
          <p:nvSpPr>
            <p:cNvPr id="372" name="Google Shape;372;p16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16"/>
          <p:cNvGrpSpPr/>
          <p:nvPr/>
        </p:nvGrpSpPr>
        <p:grpSpPr>
          <a:xfrm>
            <a:off x="8798960" y="3197723"/>
            <a:ext cx="154754" cy="228567"/>
            <a:chOff x="6293219" y="2071404"/>
            <a:chExt cx="58855" cy="86924"/>
          </a:xfrm>
        </p:grpSpPr>
        <p:sp>
          <p:nvSpPr>
            <p:cNvPr id="375" name="Google Shape;375;p16"/>
            <p:cNvSpPr/>
            <p:nvPr/>
          </p:nvSpPr>
          <p:spPr>
            <a:xfrm>
              <a:off x="6293219" y="2110896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847" y="1"/>
                  </a:moveTo>
                  <a:cubicBezTo>
                    <a:pt x="645" y="1"/>
                    <a:pt x="441" y="7"/>
                    <a:pt x="236" y="12"/>
                  </a:cubicBezTo>
                  <a:cubicBezTo>
                    <a:pt x="0" y="12"/>
                    <a:pt x="0" y="373"/>
                    <a:pt x="236" y="373"/>
                  </a:cubicBezTo>
                  <a:cubicBezTo>
                    <a:pt x="463" y="378"/>
                    <a:pt x="687" y="388"/>
                    <a:pt x="910" y="388"/>
                  </a:cubicBezTo>
                  <a:cubicBezTo>
                    <a:pt x="1213" y="388"/>
                    <a:pt x="1514" y="370"/>
                    <a:pt x="1814" y="298"/>
                  </a:cubicBezTo>
                  <a:cubicBezTo>
                    <a:pt x="1926" y="273"/>
                    <a:pt x="1926" y="112"/>
                    <a:pt x="1814" y="87"/>
                  </a:cubicBezTo>
                  <a:cubicBezTo>
                    <a:pt x="1493" y="18"/>
                    <a:pt x="1171" y="1"/>
                    <a:pt x="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6313316" y="2071404"/>
              <a:ext cx="19394" cy="86924"/>
            </a:xfrm>
            <a:custGeom>
              <a:rect b="b" l="l" r="r" t="t"/>
              <a:pathLst>
                <a:path extrusionOk="0" h="2846" w="635">
                  <a:moveTo>
                    <a:pt x="318" y="1"/>
                  </a:moveTo>
                  <a:cubicBezTo>
                    <a:pt x="252" y="1"/>
                    <a:pt x="187" y="38"/>
                    <a:pt x="175" y="112"/>
                  </a:cubicBezTo>
                  <a:cubicBezTo>
                    <a:pt x="1" y="1007"/>
                    <a:pt x="75" y="1877"/>
                    <a:pt x="212" y="2771"/>
                  </a:cubicBezTo>
                  <a:cubicBezTo>
                    <a:pt x="224" y="2821"/>
                    <a:pt x="274" y="2846"/>
                    <a:pt x="322" y="2846"/>
                  </a:cubicBezTo>
                  <a:cubicBezTo>
                    <a:pt x="370" y="2846"/>
                    <a:pt x="417" y="2821"/>
                    <a:pt x="423" y="2771"/>
                  </a:cubicBezTo>
                  <a:cubicBezTo>
                    <a:pt x="560" y="1877"/>
                    <a:pt x="635" y="1007"/>
                    <a:pt x="461" y="112"/>
                  </a:cubicBezTo>
                  <a:cubicBezTo>
                    <a:pt x="448" y="38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16"/>
          <p:cNvSpPr/>
          <p:nvPr/>
        </p:nvSpPr>
        <p:spPr>
          <a:xfrm>
            <a:off x="8896255" y="4731493"/>
            <a:ext cx="106179" cy="82621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8730227" y="4272960"/>
            <a:ext cx="68721" cy="52810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9" name="Google Shape;379;p16"/>
          <p:cNvGrpSpPr/>
          <p:nvPr/>
        </p:nvGrpSpPr>
        <p:grpSpPr>
          <a:xfrm flipH="1">
            <a:off x="189171" y="813702"/>
            <a:ext cx="252652" cy="373337"/>
            <a:chOff x="5446181" y="2529085"/>
            <a:chExt cx="138174" cy="204177"/>
          </a:xfrm>
        </p:grpSpPr>
        <p:sp>
          <p:nvSpPr>
            <p:cNvPr id="380" name="Google Shape;380;p16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" name="Google Shape;382;p16"/>
          <p:cNvGrpSpPr/>
          <p:nvPr/>
        </p:nvGrpSpPr>
        <p:grpSpPr>
          <a:xfrm flipH="1">
            <a:off x="1327537" y="11"/>
            <a:ext cx="224542" cy="331124"/>
            <a:chOff x="5738779" y="2391033"/>
            <a:chExt cx="85397" cy="125927"/>
          </a:xfrm>
        </p:grpSpPr>
        <p:sp>
          <p:nvSpPr>
            <p:cNvPr id="383" name="Google Shape;383;p16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16"/>
          <p:cNvGrpSpPr/>
          <p:nvPr/>
        </p:nvGrpSpPr>
        <p:grpSpPr>
          <a:xfrm flipH="1">
            <a:off x="175980" y="157023"/>
            <a:ext cx="154754" cy="228567"/>
            <a:chOff x="6293219" y="2071404"/>
            <a:chExt cx="58855" cy="86924"/>
          </a:xfrm>
        </p:grpSpPr>
        <p:sp>
          <p:nvSpPr>
            <p:cNvPr id="386" name="Google Shape;386;p16"/>
            <p:cNvSpPr/>
            <p:nvPr/>
          </p:nvSpPr>
          <p:spPr>
            <a:xfrm>
              <a:off x="6293219" y="2110896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847" y="1"/>
                  </a:moveTo>
                  <a:cubicBezTo>
                    <a:pt x="645" y="1"/>
                    <a:pt x="441" y="7"/>
                    <a:pt x="236" y="12"/>
                  </a:cubicBezTo>
                  <a:cubicBezTo>
                    <a:pt x="0" y="12"/>
                    <a:pt x="0" y="373"/>
                    <a:pt x="236" y="373"/>
                  </a:cubicBezTo>
                  <a:cubicBezTo>
                    <a:pt x="463" y="378"/>
                    <a:pt x="687" y="388"/>
                    <a:pt x="910" y="388"/>
                  </a:cubicBezTo>
                  <a:cubicBezTo>
                    <a:pt x="1213" y="388"/>
                    <a:pt x="1514" y="370"/>
                    <a:pt x="1814" y="298"/>
                  </a:cubicBezTo>
                  <a:cubicBezTo>
                    <a:pt x="1926" y="273"/>
                    <a:pt x="1926" y="112"/>
                    <a:pt x="1814" y="87"/>
                  </a:cubicBezTo>
                  <a:cubicBezTo>
                    <a:pt x="1493" y="18"/>
                    <a:pt x="1171" y="1"/>
                    <a:pt x="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6313316" y="2071404"/>
              <a:ext cx="19394" cy="86924"/>
            </a:xfrm>
            <a:custGeom>
              <a:rect b="b" l="l" r="r" t="t"/>
              <a:pathLst>
                <a:path extrusionOk="0" h="2846" w="635">
                  <a:moveTo>
                    <a:pt x="318" y="1"/>
                  </a:moveTo>
                  <a:cubicBezTo>
                    <a:pt x="252" y="1"/>
                    <a:pt x="187" y="38"/>
                    <a:pt x="175" y="112"/>
                  </a:cubicBezTo>
                  <a:cubicBezTo>
                    <a:pt x="1" y="1007"/>
                    <a:pt x="75" y="1877"/>
                    <a:pt x="212" y="2771"/>
                  </a:cubicBezTo>
                  <a:cubicBezTo>
                    <a:pt x="224" y="2821"/>
                    <a:pt x="274" y="2846"/>
                    <a:pt x="322" y="2846"/>
                  </a:cubicBezTo>
                  <a:cubicBezTo>
                    <a:pt x="370" y="2846"/>
                    <a:pt x="417" y="2821"/>
                    <a:pt x="423" y="2771"/>
                  </a:cubicBezTo>
                  <a:cubicBezTo>
                    <a:pt x="560" y="1877"/>
                    <a:pt x="635" y="1007"/>
                    <a:pt x="461" y="112"/>
                  </a:cubicBezTo>
                  <a:cubicBezTo>
                    <a:pt x="448" y="38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16"/>
          <p:cNvSpPr/>
          <p:nvPr/>
        </p:nvSpPr>
        <p:spPr>
          <a:xfrm flipH="1">
            <a:off x="859585" y="229993"/>
            <a:ext cx="106179" cy="82621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 flipH="1">
            <a:off x="539121" y="1295210"/>
            <a:ext cx="68721" cy="52810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2" name="Google Shape;392;p17"/>
          <p:cNvSpPr txBox="1"/>
          <p:nvPr>
            <p:ph hasCustomPrompt="1" idx="2" type="title"/>
          </p:nvPr>
        </p:nvSpPr>
        <p:spPr>
          <a:xfrm>
            <a:off x="1785550" y="2026896"/>
            <a:ext cx="9144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3" name="Google Shape;393;p17"/>
          <p:cNvSpPr txBox="1"/>
          <p:nvPr>
            <p:ph hasCustomPrompt="1" idx="3" type="title"/>
          </p:nvPr>
        </p:nvSpPr>
        <p:spPr>
          <a:xfrm>
            <a:off x="4091050" y="2026887"/>
            <a:ext cx="914400" cy="731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4" name="Google Shape;394;p17"/>
          <p:cNvSpPr txBox="1"/>
          <p:nvPr>
            <p:ph hasCustomPrompt="1" idx="4" type="title"/>
          </p:nvPr>
        </p:nvSpPr>
        <p:spPr>
          <a:xfrm>
            <a:off x="6444050" y="2026846"/>
            <a:ext cx="9144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5" name="Google Shape;395;p17"/>
          <p:cNvSpPr txBox="1"/>
          <p:nvPr>
            <p:ph idx="1" type="subTitle"/>
          </p:nvPr>
        </p:nvSpPr>
        <p:spPr>
          <a:xfrm>
            <a:off x="1090000" y="2873918"/>
            <a:ext cx="2305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6" name="Google Shape;396;p17"/>
          <p:cNvSpPr txBox="1"/>
          <p:nvPr>
            <p:ph idx="5" type="subTitle"/>
          </p:nvPr>
        </p:nvSpPr>
        <p:spPr>
          <a:xfrm>
            <a:off x="3395500" y="2873916"/>
            <a:ext cx="2305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6" type="subTitle"/>
          </p:nvPr>
        </p:nvSpPr>
        <p:spPr>
          <a:xfrm>
            <a:off x="5748500" y="2873958"/>
            <a:ext cx="2305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98" name="Google Shape;398;p17"/>
          <p:cNvGrpSpPr/>
          <p:nvPr/>
        </p:nvGrpSpPr>
        <p:grpSpPr>
          <a:xfrm flipH="1">
            <a:off x="7551200" y="3538535"/>
            <a:ext cx="1329295" cy="1451126"/>
            <a:chOff x="109061" y="3612638"/>
            <a:chExt cx="1329295" cy="1451126"/>
          </a:xfrm>
        </p:grpSpPr>
        <p:grpSp>
          <p:nvGrpSpPr>
            <p:cNvPr id="399" name="Google Shape;399;p17"/>
            <p:cNvGrpSpPr/>
            <p:nvPr/>
          </p:nvGrpSpPr>
          <p:grpSpPr>
            <a:xfrm>
              <a:off x="1181546" y="4522379"/>
              <a:ext cx="256809" cy="379791"/>
              <a:chOff x="4510355" y="4299794"/>
              <a:chExt cx="138144" cy="204299"/>
            </a:xfrm>
          </p:grpSpPr>
          <p:sp>
            <p:nvSpPr>
              <p:cNvPr id="400" name="Google Shape;400;p17"/>
              <p:cNvSpPr/>
              <p:nvPr/>
            </p:nvSpPr>
            <p:spPr>
              <a:xfrm>
                <a:off x="4510355" y="4392307"/>
                <a:ext cx="138144" cy="27946"/>
              </a:xfrm>
              <a:custGeom>
                <a:rect b="b" l="l" r="r" t="t"/>
                <a:pathLst>
                  <a:path extrusionOk="0" h="915" w="4523">
                    <a:moveTo>
                      <a:pt x="2059" y="0"/>
                    </a:moveTo>
                    <a:cubicBezTo>
                      <a:pt x="1558" y="0"/>
                      <a:pt x="1054" y="19"/>
                      <a:pt x="547" y="29"/>
                    </a:cubicBezTo>
                    <a:cubicBezTo>
                      <a:pt x="0" y="41"/>
                      <a:pt x="0" y="873"/>
                      <a:pt x="547" y="886"/>
                    </a:cubicBezTo>
                    <a:cubicBezTo>
                      <a:pt x="1054" y="896"/>
                      <a:pt x="1558" y="914"/>
                      <a:pt x="2059" y="914"/>
                    </a:cubicBezTo>
                    <a:cubicBezTo>
                      <a:pt x="2797" y="914"/>
                      <a:pt x="3529" y="875"/>
                      <a:pt x="4262" y="712"/>
                    </a:cubicBezTo>
                    <a:cubicBezTo>
                      <a:pt x="4523" y="662"/>
                      <a:pt x="4523" y="265"/>
                      <a:pt x="4262" y="203"/>
                    </a:cubicBezTo>
                    <a:cubicBezTo>
                      <a:pt x="3529" y="40"/>
                      <a:pt x="2797" y="0"/>
                      <a:pt x="20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7"/>
              <p:cNvSpPr/>
              <p:nvPr/>
            </p:nvSpPr>
            <p:spPr>
              <a:xfrm>
                <a:off x="4557788" y="4299794"/>
                <a:ext cx="44806" cy="204299"/>
              </a:xfrm>
              <a:custGeom>
                <a:rect b="b" l="l" r="r" t="t"/>
                <a:pathLst>
                  <a:path extrusionOk="0" h="6689" w="1467">
                    <a:moveTo>
                      <a:pt x="733" y="1"/>
                    </a:moveTo>
                    <a:cubicBezTo>
                      <a:pt x="575" y="1"/>
                      <a:pt x="416" y="88"/>
                      <a:pt x="385" y="262"/>
                    </a:cubicBezTo>
                    <a:cubicBezTo>
                      <a:pt x="0" y="2374"/>
                      <a:pt x="162" y="4412"/>
                      <a:pt x="485" y="6512"/>
                    </a:cubicBezTo>
                    <a:cubicBezTo>
                      <a:pt x="503" y="6630"/>
                      <a:pt x="615" y="6689"/>
                      <a:pt x="727" y="6689"/>
                    </a:cubicBezTo>
                    <a:cubicBezTo>
                      <a:pt x="839" y="6689"/>
                      <a:pt x="951" y="6630"/>
                      <a:pt x="969" y="6512"/>
                    </a:cubicBezTo>
                    <a:cubicBezTo>
                      <a:pt x="1305" y="4412"/>
                      <a:pt x="1466" y="2374"/>
                      <a:pt x="1081" y="262"/>
                    </a:cubicBezTo>
                    <a:cubicBezTo>
                      <a:pt x="1050" y="88"/>
                      <a:pt x="892" y="1"/>
                      <a:pt x="7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2" name="Google Shape;402;p17"/>
            <p:cNvGrpSpPr/>
            <p:nvPr/>
          </p:nvGrpSpPr>
          <p:grpSpPr>
            <a:xfrm>
              <a:off x="109061" y="4133671"/>
              <a:ext cx="109412" cy="161592"/>
              <a:chOff x="3741475" y="3250502"/>
              <a:chExt cx="58855" cy="86924"/>
            </a:xfrm>
          </p:grpSpPr>
          <p:sp>
            <p:nvSpPr>
              <p:cNvPr id="403" name="Google Shape;403;p17"/>
              <p:cNvSpPr/>
              <p:nvPr/>
            </p:nvSpPr>
            <p:spPr>
              <a:xfrm>
                <a:off x="3741475" y="3289902"/>
                <a:ext cx="58855" cy="11820"/>
              </a:xfrm>
              <a:custGeom>
                <a:rect b="b" l="l" r="r" t="t"/>
                <a:pathLst>
                  <a:path extrusionOk="0" h="387" w="1927">
                    <a:moveTo>
                      <a:pt x="911" y="0"/>
                    </a:moveTo>
                    <a:cubicBezTo>
                      <a:pt x="688" y="0"/>
                      <a:pt x="463" y="10"/>
                      <a:pt x="237" y="15"/>
                    </a:cubicBezTo>
                    <a:cubicBezTo>
                      <a:pt x="1" y="15"/>
                      <a:pt x="1" y="375"/>
                      <a:pt x="237" y="375"/>
                    </a:cubicBezTo>
                    <a:cubicBezTo>
                      <a:pt x="442" y="380"/>
                      <a:pt x="645" y="387"/>
                      <a:pt x="847" y="387"/>
                    </a:cubicBezTo>
                    <a:cubicBezTo>
                      <a:pt x="1172" y="387"/>
                      <a:pt x="1493" y="370"/>
                      <a:pt x="1815" y="301"/>
                    </a:cubicBezTo>
                    <a:cubicBezTo>
                      <a:pt x="1927" y="276"/>
                      <a:pt x="1927" y="115"/>
                      <a:pt x="1815" y="90"/>
                    </a:cubicBezTo>
                    <a:cubicBezTo>
                      <a:pt x="1514" y="18"/>
                      <a:pt x="1214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7"/>
              <p:cNvSpPr/>
              <p:nvPr/>
            </p:nvSpPr>
            <p:spPr>
              <a:xfrm>
                <a:off x="3761603" y="3250502"/>
                <a:ext cx="18997" cy="86924"/>
              </a:xfrm>
              <a:custGeom>
                <a:rect b="b" l="l" r="r" t="t"/>
                <a:pathLst>
                  <a:path extrusionOk="0" h="2846" w="622">
                    <a:moveTo>
                      <a:pt x="316" y="0"/>
                    </a:moveTo>
                    <a:cubicBezTo>
                      <a:pt x="249" y="0"/>
                      <a:pt x="180" y="38"/>
                      <a:pt x="162" y="112"/>
                    </a:cubicBezTo>
                    <a:cubicBezTo>
                      <a:pt x="0" y="1007"/>
                      <a:pt x="75" y="1877"/>
                      <a:pt x="212" y="2771"/>
                    </a:cubicBezTo>
                    <a:cubicBezTo>
                      <a:pt x="218" y="2821"/>
                      <a:pt x="264" y="2846"/>
                      <a:pt x="312" y="2846"/>
                    </a:cubicBezTo>
                    <a:cubicBezTo>
                      <a:pt x="361" y="2846"/>
                      <a:pt x="410" y="2821"/>
                      <a:pt x="423" y="2771"/>
                    </a:cubicBezTo>
                    <a:cubicBezTo>
                      <a:pt x="559" y="1877"/>
                      <a:pt x="622" y="1007"/>
                      <a:pt x="460" y="112"/>
                    </a:cubicBezTo>
                    <a:cubicBezTo>
                      <a:pt x="448" y="38"/>
                      <a:pt x="382" y="0"/>
                      <a:pt x="3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" name="Google Shape;405;p17"/>
            <p:cNvGrpSpPr/>
            <p:nvPr/>
          </p:nvGrpSpPr>
          <p:grpSpPr>
            <a:xfrm>
              <a:off x="402788" y="4902173"/>
              <a:ext cx="109412" cy="161592"/>
              <a:chOff x="4820760" y="3853535"/>
              <a:chExt cx="58855" cy="86924"/>
            </a:xfrm>
          </p:grpSpPr>
          <p:sp>
            <p:nvSpPr>
              <p:cNvPr id="406" name="Google Shape;406;p17"/>
              <p:cNvSpPr/>
              <p:nvPr/>
            </p:nvSpPr>
            <p:spPr>
              <a:xfrm>
                <a:off x="4820760" y="3892905"/>
                <a:ext cx="58855" cy="11850"/>
              </a:xfrm>
              <a:custGeom>
                <a:rect b="b" l="l" r="r" t="t"/>
                <a:pathLst>
                  <a:path extrusionOk="0" h="388" w="1927">
                    <a:moveTo>
                      <a:pt x="911" y="1"/>
                    </a:moveTo>
                    <a:cubicBezTo>
                      <a:pt x="688" y="1"/>
                      <a:pt x="463" y="10"/>
                      <a:pt x="237" y="16"/>
                    </a:cubicBezTo>
                    <a:cubicBezTo>
                      <a:pt x="1" y="16"/>
                      <a:pt x="1" y="376"/>
                      <a:pt x="237" y="376"/>
                    </a:cubicBezTo>
                    <a:cubicBezTo>
                      <a:pt x="442" y="381"/>
                      <a:pt x="645" y="387"/>
                      <a:pt x="847" y="387"/>
                    </a:cubicBezTo>
                    <a:cubicBezTo>
                      <a:pt x="1172" y="387"/>
                      <a:pt x="1493" y="370"/>
                      <a:pt x="1815" y="301"/>
                    </a:cubicBezTo>
                    <a:cubicBezTo>
                      <a:pt x="1927" y="277"/>
                      <a:pt x="1927" y="115"/>
                      <a:pt x="1815" y="90"/>
                    </a:cubicBezTo>
                    <a:cubicBezTo>
                      <a:pt x="1514" y="19"/>
                      <a:pt x="1214" y="1"/>
                      <a:pt x="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7"/>
              <p:cNvSpPr/>
              <p:nvPr/>
            </p:nvSpPr>
            <p:spPr>
              <a:xfrm>
                <a:off x="4841254" y="3853535"/>
                <a:ext cx="19028" cy="86924"/>
              </a:xfrm>
              <a:custGeom>
                <a:rect b="b" l="l" r="r" t="t"/>
                <a:pathLst>
                  <a:path extrusionOk="0" h="2846" w="623">
                    <a:moveTo>
                      <a:pt x="307" y="0"/>
                    </a:moveTo>
                    <a:cubicBezTo>
                      <a:pt x="240" y="0"/>
                      <a:pt x="175" y="37"/>
                      <a:pt x="162" y="112"/>
                    </a:cubicBezTo>
                    <a:cubicBezTo>
                      <a:pt x="1" y="1006"/>
                      <a:pt x="63" y="1876"/>
                      <a:pt x="200" y="2771"/>
                    </a:cubicBezTo>
                    <a:cubicBezTo>
                      <a:pt x="212" y="2821"/>
                      <a:pt x="262" y="2845"/>
                      <a:pt x="310" y="2845"/>
                    </a:cubicBezTo>
                    <a:cubicBezTo>
                      <a:pt x="358" y="2845"/>
                      <a:pt x="405" y="2821"/>
                      <a:pt x="411" y="2771"/>
                    </a:cubicBezTo>
                    <a:cubicBezTo>
                      <a:pt x="547" y="1876"/>
                      <a:pt x="622" y="1006"/>
                      <a:pt x="461" y="112"/>
                    </a:cubicBezTo>
                    <a:cubicBezTo>
                      <a:pt x="442" y="37"/>
                      <a:pt x="374" y="0"/>
                      <a:pt x="3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8" name="Google Shape;408;p17"/>
            <p:cNvSpPr/>
            <p:nvPr/>
          </p:nvSpPr>
          <p:spPr>
            <a:xfrm>
              <a:off x="725755" y="4594094"/>
              <a:ext cx="107991" cy="84031"/>
            </a:xfrm>
            <a:custGeom>
              <a:rect b="b" l="l" r="r" t="t"/>
              <a:pathLst>
                <a:path extrusionOk="0" h="1480" w="1902">
                  <a:moveTo>
                    <a:pt x="958" y="1"/>
                  </a:moveTo>
                  <a:cubicBezTo>
                    <a:pt x="1" y="1"/>
                    <a:pt x="1" y="1480"/>
                    <a:pt x="958" y="1480"/>
                  </a:cubicBezTo>
                  <a:cubicBezTo>
                    <a:pt x="1902" y="1480"/>
                    <a:pt x="1902" y="1"/>
                    <a:pt x="9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218484" y="3612638"/>
              <a:ext cx="69155" cy="53655"/>
            </a:xfrm>
            <a:custGeom>
              <a:rect b="b" l="l" r="r" t="t"/>
              <a:pathLst>
                <a:path extrusionOk="0" h="945" w="1218">
                  <a:moveTo>
                    <a:pt x="609" y="1"/>
                  </a:moveTo>
                  <a:cubicBezTo>
                    <a:pt x="0" y="1"/>
                    <a:pt x="0" y="945"/>
                    <a:pt x="609" y="945"/>
                  </a:cubicBezTo>
                  <a:cubicBezTo>
                    <a:pt x="1218" y="945"/>
                    <a:pt x="121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129154" y="4790155"/>
              <a:ext cx="69212" cy="53712"/>
            </a:xfrm>
            <a:custGeom>
              <a:rect b="b" l="l" r="r" t="t"/>
              <a:pathLst>
                <a:path extrusionOk="0" h="946" w="1219">
                  <a:moveTo>
                    <a:pt x="610" y="1"/>
                  </a:moveTo>
                  <a:cubicBezTo>
                    <a:pt x="1" y="1"/>
                    <a:pt x="1" y="945"/>
                    <a:pt x="610" y="945"/>
                  </a:cubicBezTo>
                  <a:cubicBezTo>
                    <a:pt x="1218" y="945"/>
                    <a:pt x="1218" y="1"/>
                    <a:pt x="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" name="Google Shape;411;p17"/>
          <p:cNvGrpSpPr/>
          <p:nvPr/>
        </p:nvGrpSpPr>
        <p:grpSpPr>
          <a:xfrm>
            <a:off x="203750" y="130080"/>
            <a:ext cx="212949" cy="314927"/>
            <a:chOff x="4510355" y="4299794"/>
            <a:chExt cx="138144" cy="204299"/>
          </a:xfrm>
        </p:grpSpPr>
        <p:sp>
          <p:nvSpPr>
            <p:cNvPr id="412" name="Google Shape;412;p17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" name="Google Shape;414;p17"/>
          <p:cNvGrpSpPr/>
          <p:nvPr/>
        </p:nvGrpSpPr>
        <p:grpSpPr>
          <a:xfrm>
            <a:off x="113021" y="539509"/>
            <a:ext cx="90726" cy="133993"/>
            <a:chOff x="3741475" y="3250502"/>
            <a:chExt cx="58855" cy="86924"/>
          </a:xfrm>
        </p:grpSpPr>
        <p:sp>
          <p:nvSpPr>
            <p:cNvPr id="415" name="Google Shape;415;p17"/>
            <p:cNvSpPr/>
            <p:nvPr/>
          </p:nvSpPr>
          <p:spPr>
            <a:xfrm>
              <a:off x="3741475" y="3289902"/>
              <a:ext cx="58855" cy="11820"/>
            </a:xfrm>
            <a:custGeom>
              <a:rect b="b" l="l" r="r" t="t"/>
              <a:pathLst>
                <a:path extrusionOk="0" h="387" w="1927">
                  <a:moveTo>
                    <a:pt x="911" y="0"/>
                  </a:moveTo>
                  <a:cubicBezTo>
                    <a:pt x="688" y="0"/>
                    <a:pt x="463" y="10"/>
                    <a:pt x="237" y="15"/>
                  </a:cubicBezTo>
                  <a:cubicBezTo>
                    <a:pt x="1" y="15"/>
                    <a:pt x="1" y="375"/>
                    <a:pt x="237" y="375"/>
                  </a:cubicBezTo>
                  <a:cubicBezTo>
                    <a:pt x="442" y="380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6"/>
                    <a:pt x="1927" y="115"/>
                    <a:pt x="1815" y="90"/>
                  </a:cubicBezTo>
                  <a:cubicBezTo>
                    <a:pt x="1514" y="18"/>
                    <a:pt x="1214" y="0"/>
                    <a:pt x="9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3761603" y="3250502"/>
              <a:ext cx="18997" cy="86924"/>
            </a:xfrm>
            <a:custGeom>
              <a:rect b="b" l="l" r="r" t="t"/>
              <a:pathLst>
                <a:path extrusionOk="0" h="2846" w="622">
                  <a:moveTo>
                    <a:pt x="316" y="0"/>
                  </a:moveTo>
                  <a:cubicBezTo>
                    <a:pt x="249" y="0"/>
                    <a:pt x="180" y="38"/>
                    <a:pt x="162" y="112"/>
                  </a:cubicBezTo>
                  <a:cubicBezTo>
                    <a:pt x="0" y="1007"/>
                    <a:pt x="75" y="1877"/>
                    <a:pt x="212" y="2771"/>
                  </a:cubicBezTo>
                  <a:cubicBezTo>
                    <a:pt x="218" y="2821"/>
                    <a:pt x="264" y="2846"/>
                    <a:pt x="312" y="2846"/>
                  </a:cubicBezTo>
                  <a:cubicBezTo>
                    <a:pt x="361" y="2846"/>
                    <a:pt x="410" y="2821"/>
                    <a:pt x="423" y="2771"/>
                  </a:cubicBezTo>
                  <a:cubicBezTo>
                    <a:pt x="559" y="1877"/>
                    <a:pt x="622" y="1007"/>
                    <a:pt x="460" y="112"/>
                  </a:cubicBezTo>
                  <a:cubicBezTo>
                    <a:pt x="448" y="38"/>
                    <a:pt x="382" y="0"/>
                    <a:pt x="3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17"/>
          <p:cNvGrpSpPr/>
          <p:nvPr/>
        </p:nvGrpSpPr>
        <p:grpSpPr>
          <a:xfrm>
            <a:off x="541189" y="311035"/>
            <a:ext cx="90726" cy="133993"/>
            <a:chOff x="4820760" y="3853535"/>
            <a:chExt cx="58855" cy="86924"/>
          </a:xfrm>
        </p:grpSpPr>
        <p:sp>
          <p:nvSpPr>
            <p:cNvPr id="418" name="Google Shape;418;p17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17"/>
          <p:cNvSpPr/>
          <p:nvPr/>
        </p:nvSpPr>
        <p:spPr>
          <a:xfrm>
            <a:off x="334423" y="1886351"/>
            <a:ext cx="89546" cy="69678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129719" y="1709707"/>
            <a:ext cx="57343" cy="44491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423974" y="69802"/>
            <a:ext cx="57391" cy="44538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17"/>
          <p:cNvGrpSpPr/>
          <p:nvPr/>
        </p:nvGrpSpPr>
        <p:grpSpPr>
          <a:xfrm flipH="1" rot="-658881">
            <a:off x="277646" y="740119"/>
            <a:ext cx="350290" cy="850776"/>
            <a:chOff x="6889800" y="1171275"/>
            <a:chExt cx="483175" cy="1173525"/>
          </a:xfrm>
        </p:grpSpPr>
        <p:sp>
          <p:nvSpPr>
            <p:cNvPr id="424" name="Google Shape;424;p17"/>
            <p:cNvSpPr/>
            <p:nvPr/>
          </p:nvSpPr>
          <p:spPr>
            <a:xfrm>
              <a:off x="6889800" y="1171275"/>
              <a:ext cx="483175" cy="1173525"/>
            </a:xfrm>
            <a:custGeom>
              <a:rect b="b" l="l" r="r" t="t"/>
              <a:pathLst>
                <a:path extrusionOk="0" h="46941" w="19327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912550" y="1665350"/>
              <a:ext cx="426100" cy="30900"/>
            </a:xfrm>
            <a:custGeom>
              <a:rect b="b" l="l" r="r" t="t"/>
              <a:pathLst>
                <a:path extrusionOk="0" h="1236" w="17044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899375" y="1913575"/>
              <a:ext cx="454050" cy="48350"/>
            </a:xfrm>
            <a:custGeom>
              <a:rect b="b" l="l" r="r" t="t"/>
              <a:pathLst>
                <a:path extrusionOk="0" h="1934" w="18162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7037325" y="1754975"/>
              <a:ext cx="249325" cy="30500"/>
            </a:xfrm>
            <a:custGeom>
              <a:rect b="b" l="l" r="r" t="t"/>
              <a:pathLst>
                <a:path extrusionOk="0" h="1220" w="9973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7127075" y="1826375"/>
              <a:ext cx="160875" cy="34600"/>
            </a:xfrm>
            <a:custGeom>
              <a:rect b="b" l="l" r="r" t="t"/>
              <a:pathLst>
                <a:path extrusionOk="0" h="1384" w="6435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302825" y="1983100"/>
              <a:ext cx="27050" cy="253775"/>
            </a:xfrm>
            <a:custGeom>
              <a:rect b="b" l="l" r="r" t="t"/>
              <a:pathLst>
                <a:path extrusionOk="0" h="10151" w="1082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7272650" y="2157050"/>
              <a:ext cx="16100" cy="89475"/>
            </a:xfrm>
            <a:custGeom>
              <a:rect b="b" l="l" r="r" t="t"/>
              <a:pathLst>
                <a:path extrusionOk="0" h="3579" w="644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17"/>
          <p:cNvGrpSpPr/>
          <p:nvPr/>
        </p:nvGrpSpPr>
        <p:grpSpPr>
          <a:xfrm rot="1061524">
            <a:off x="8456577" y="1637962"/>
            <a:ext cx="534923" cy="1086946"/>
            <a:chOff x="7642550" y="2045675"/>
            <a:chExt cx="534925" cy="1086950"/>
          </a:xfrm>
        </p:grpSpPr>
        <p:sp>
          <p:nvSpPr>
            <p:cNvPr id="432" name="Google Shape;432;p17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9" name="Google Shape;439;p17"/>
          <p:cNvSpPr/>
          <p:nvPr/>
        </p:nvSpPr>
        <p:spPr>
          <a:xfrm rot="-3459503">
            <a:off x="527160" y="3627146"/>
            <a:ext cx="330496" cy="2061680"/>
          </a:xfrm>
          <a:custGeom>
            <a:rect b="b" l="l" r="r" t="t"/>
            <a:pathLst>
              <a:path extrusionOk="0" h="15508" w="2486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 rot="-2187879">
            <a:off x="8686618" y="-358268"/>
            <a:ext cx="754769" cy="2615642"/>
          </a:xfrm>
          <a:custGeom>
            <a:rect b="b" l="l" r="r" t="t"/>
            <a:pathLst>
              <a:path extrusionOk="0" h="16066" w="4636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 rot="-2187879">
            <a:off x="8862592" y="-132625"/>
            <a:ext cx="208555" cy="839428"/>
          </a:xfrm>
          <a:custGeom>
            <a:rect b="b" l="l" r="r" t="t"/>
            <a:pathLst>
              <a:path extrusionOk="0" h="5156" w="1281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17"/>
          <p:cNvGrpSpPr/>
          <p:nvPr/>
        </p:nvGrpSpPr>
        <p:grpSpPr>
          <a:xfrm rot="-657767">
            <a:off x="151871" y="3098483"/>
            <a:ext cx="601818" cy="556801"/>
            <a:chOff x="9444725" y="1971600"/>
            <a:chExt cx="877000" cy="811400"/>
          </a:xfrm>
        </p:grpSpPr>
        <p:sp>
          <p:nvSpPr>
            <p:cNvPr id="443" name="Google Shape;443;p17"/>
            <p:cNvSpPr/>
            <p:nvPr/>
          </p:nvSpPr>
          <p:spPr>
            <a:xfrm>
              <a:off x="9444725" y="1971600"/>
              <a:ext cx="877000" cy="811400"/>
            </a:xfrm>
            <a:custGeom>
              <a:rect b="b" l="l" r="r" t="t"/>
              <a:pathLst>
                <a:path extrusionOk="0" h="32456" w="3508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9885175" y="2544725"/>
              <a:ext cx="144225" cy="117075"/>
            </a:xfrm>
            <a:custGeom>
              <a:rect b="b" l="l" r="r" t="t"/>
              <a:pathLst>
                <a:path extrusionOk="0" h="4683" w="5769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9731175" y="2566075"/>
              <a:ext cx="128150" cy="106425"/>
            </a:xfrm>
            <a:custGeom>
              <a:rect b="b" l="l" r="r" t="t"/>
              <a:pathLst>
                <a:path extrusionOk="0" h="4257" w="5126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9760150" y="2401650"/>
              <a:ext cx="129350" cy="62075"/>
            </a:xfrm>
            <a:custGeom>
              <a:rect b="b" l="l" r="r" t="t"/>
              <a:pathLst>
                <a:path extrusionOk="0" h="2483" w="5174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9628100" y="2462200"/>
              <a:ext cx="61550" cy="25800"/>
            </a:xfrm>
            <a:custGeom>
              <a:rect b="b" l="l" r="r" t="t"/>
              <a:pathLst>
                <a:path extrusionOk="0" h="1032" w="2462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9555600" y="2375200"/>
              <a:ext cx="39625" cy="22825"/>
            </a:xfrm>
            <a:custGeom>
              <a:rect b="b" l="l" r="r" t="t"/>
              <a:pathLst>
                <a:path extrusionOk="0" h="913" w="1585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9614400" y="2396050"/>
              <a:ext cx="25475" cy="38150"/>
            </a:xfrm>
            <a:custGeom>
              <a:rect b="b" l="l" r="r" t="t"/>
              <a:pathLst>
                <a:path extrusionOk="0" h="1526" w="1019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10159850" y="2401375"/>
              <a:ext cx="16875" cy="13675"/>
            </a:xfrm>
            <a:custGeom>
              <a:rect b="b" l="l" r="r" t="t"/>
              <a:pathLst>
                <a:path extrusionOk="0" h="547" w="675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9794650" y="2005925"/>
              <a:ext cx="105825" cy="70675"/>
            </a:xfrm>
            <a:custGeom>
              <a:rect b="b" l="l" r="r" t="t"/>
              <a:pathLst>
                <a:path extrusionOk="0" h="2827" w="4233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9889475" y="2226100"/>
              <a:ext cx="9425" cy="8375"/>
            </a:xfrm>
            <a:custGeom>
              <a:rect b="b" l="l" r="r" t="t"/>
              <a:pathLst>
                <a:path extrusionOk="0" h="335" w="377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5" name="Google Shape;455;p18"/>
          <p:cNvSpPr txBox="1"/>
          <p:nvPr>
            <p:ph idx="1" type="subTitle"/>
          </p:nvPr>
        </p:nvSpPr>
        <p:spPr>
          <a:xfrm>
            <a:off x="940400" y="2017269"/>
            <a:ext cx="20991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18"/>
          <p:cNvSpPr txBox="1"/>
          <p:nvPr>
            <p:ph idx="2" type="subTitle"/>
          </p:nvPr>
        </p:nvSpPr>
        <p:spPr>
          <a:xfrm>
            <a:off x="3522425" y="2017269"/>
            <a:ext cx="20991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57" name="Google Shape;457;p18"/>
          <p:cNvSpPr txBox="1"/>
          <p:nvPr>
            <p:ph idx="3" type="subTitle"/>
          </p:nvPr>
        </p:nvSpPr>
        <p:spPr>
          <a:xfrm>
            <a:off x="6104475" y="2017269"/>
            <a:ext cx="20991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58" name="Google Shape;458;p18"/>
          <p:cNvSpPr txBox="1"/>
          <p:nvPr>
            <p:ph idx="4" type="subTitle"/>
          </p:nvPr>
        </p:nvSpPr>
        <p:spPr>
          <a:xfrm>
            <a:off x="940400" y="1616201"/>
            <a:ext cx="20991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9" name="Google Shape;459;p18"/>
          <p:cNvSpPr txBox="1"/>
          <p:nvPr>
            <p:ph idx="5" type="subTitle"/>
          </p:nvPr>
        </p:nvSpPr>
        <p:spPr>
          <a:xfrm>
            <a:off x="3522431" y="1616201"/>
            <a:ext cx="20991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0" name="Google Shape;460;p18"/>
          <p:cNvSpPr txBox="1"/>
          <p:nvPr>
            <p:ph idx="6" type="subTitle"/>
          </p:nvPr>
        </p:nvSpPr>
        <p:spPr>
          <a:xfrm>
            <a:off x="6104475" y="1616201"/>
            <a:ext cx="20991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1" name="Google Shape;461;p18"/>
          <p:cNvSpPr/>
          <p:nvPr/>
        </p:nvSpPr>
        <p:spPr>
          <a:xfrm rot="8100000">
            <a:off x="86597" y="3551797"/>
            <a:ext cx="754236" cy="2613796"/>
          </a:xfrm>
          <a:custGeom>
            <a:rect b="b" l="l" r="r" t="t"/>
            <a:pathLst>
              <a:path extrusionOk="0" h="16066" w="4636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 rot="-4347006">
            <a:off x="7013175" y="3619279"/>
            <a:ext cx="1563313" cy="2762380"/>
          </a:xfrm>
          <a:custGeom>
            <a:rect b="b" l="l" r="r" t="t"/>
            <a:pathLst>
              <a:path extrusionOk="0" h="32474" w="18378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3" name="Google Shape;463;p18"/>
          <p:cNvGrpSpPr/>
          <p:nvPr/>
        </p:nvGrpSpPr>
        <p:grpSpPr>
          <a:xfrm rot="10800000">
            <a:off x="251859" y="145497"/>
            <a:ext cx="293749" cy="434421"/>
            <a:chOff x="4510355" y="4299794"/>
            <a:chExt cx="138144" cy="204299"/>
          </a:xfrm>
        </p:grpSpPr>
        <p:sp>
          <p:nvSpPr>
            <p:cNvPr id="464" name="Google Shape;464;p18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18"/>
          <p:cNvGrpSpPr/>
          <p:nvPr/>
        </p:nvGrpSpPr>
        <p:grpSpPr>
          <a:xfrm rot="10800000">
            <a:off x="1106067" y="260536"/>
            <a:ext cx="125150" cy="184835"/>
            <a:chOff x="4820760" y="3853535"/>
            <a:chExt cx="58855" cy="86924"/>
          </a:xfrm>
        </p:grpSpPr>
        <p:sp>
          <p:nvSpPr>
            <p:cNvPr id="467" name="Google Shape;467;p18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9" name="Google Shape;469;p18"/>
          <p:cNvSpPr/>
          <p:nvPr/>
        </p:nvSpPr>
        <p:spPr>
          <a:xfrm rot="10800000">
            <a:off x="195239" y="768112"/>
            <a:ext cx="79168" cy="61438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8"/>
          <p:cNvSpPr/>
          <p:nvPr/>
        </p:nvSpPr>
        <p:spPr>
          <a:xfrm rot="10800000">
            <a:off x="8611265" y="3916745"/>
            <a:ext cx="123525" cy="9611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18"/>
          <p:cNvGrpSpPr/>
          <p:nvPr/>
        </p:nvGrpSpPr>
        <p:grpSpPr>
          <a:xfrm rot="-874411">
            <a:off x="194887" y="1017165"/>
            <a:ext cx="406928" cy="747953"/>
            <a:chOff x="10351075" y="912125"/>
            <a:chExt cx="639550" cy="1175525"/>
          </a:xfrm>
        </p:grpSpPr>
        <p:sp>
          <p:nvSpPr>
            <p:cNvPr id="472" name="Google Shape;472;p18"/>
            <p:cNvSpPr/>
            <p:nvPr/>
          </p:nvSpPr>
          <p:spPr>
            <a:xfrm>
              <a:off x="10351075" y="912125"/>
              <a:ext cx="639550" cy="1175525"/>
            </a:xfrm>
            <a:custGeom>
              <a:rect b="b" l="l" r="r" t="t"/>
              <a:pathLst>
                <a:path extrusionOk="0" h="47021" w="25582">
                  <a:moveTo>
                    <a:pt x="13935" y="610"/>
                  </a:moveTo>
                  <a:cubicBezTo>
                    <a:pt x="14160" y="610"/>
                    <a:pt x="14384" y="620"/>
                    <a:pt x="14609" y="648"/>
                  </a:cubicBezTo>
                  <a:cubicBezTo>
                    <a:pt x="14634" y="648"/>
                    <a:pt x="14664" y="646"/>
                    <a:pt x="14696" y="646"/>
                  </a:cubicBezTo>
                  <a:cubicBezTo>
                    <a:pt x="14742" y="646"/>
                    <a:pt x="14791" y="651"/>
                    <a:pt x="14829" y="680"/>
                  </a:cubicBezTo>
                  <a:cubicBezTo>
                    <a:pt x="14907" y="727"/>
                    <a:pt x="15033" y="789"/>
                    <a:pt x="15048" y="883"/>
                  </a:cubicBezTo>
                  <a:cubicBezTo>
                    <a:pt x="15111" y="1071"/>
                    <a:pt x="14923" y="1134"/>
                    <a:pt x="14782" y="1150"/>
                  </a:cubicBezTo>
                  <a:cubicBezTo>
                    <a:pt x="14627" y="1183"/>
                    <a:pt x="14464" y="1216"/>
                    <a:pt x="14309" y="1216"/>
                  </a:cubicBezTo>
                  <a:cubicBezTo>
                    <a:pt x="14245" y="1216"/>
                    <a:pt x="14183" y="1211"/>
                    <a:pt x="14123" y="1197"/>
                  </a:cubicBezTo>
                  <a:cubicBezTo>
                    <a:pt x="13699" y="1075"/>
                    <a:pt x="13271" y="1050"/>
                    <a:pt x="12843" y="1050"/>
                  </a:cubicBezTo>
                  <a:cubicBezTo>
                    <a:pt x="12552" y="1050"/>
                    <a:pt x="12261" y="1061"/>
                    <a:pt x="11972" y="1061"/>
                  </a:cubicBezTo>
                  <a:cubicBezTo>
                    <a:pt x="11869" y="1061"/>
                    <a:pt x="11766" y="1060"/>
                    <a:pt x="11663" y="1056"/>
                  </a:cubicBezTo>
                  <a:cubicBezTo>
                    <a:pt x="11459" y="1040"/>
                    <a:pt x="11224" y="1071"/>
                    <a:pt x="11036" y="946"/>
                  </a:cubicBezTo>
                  <a:cubicBezTo>
                    <a:pt x="11127" y="699"/>
                    <a:pt x="11326" y="624"/>
                    <a:pt x="11490" y="624"/>
                  </a:cubicBezTo>
                  <a:cubicBezTo>
                    <a:pt x="11523" y="624"/>
                    <a:pt x="11555" y="627"/>
                    <a:pt x="11584" y="633"/>
                  </a:cubicBezTo>
                  <a:cubicBezTo>
                    <a:pt x="11813" y="661"/>
                    <a:pt x="12040" y="671"/>
                    <a:pt x="12267" y="671"/>
                  </a:cubicBezTo>
                  <a:cubicBezTo>
                    <a:pt x="12826" y="671"/>
                    <a:pt x="13381" y="610"/>
                    <a:pt x="13935" y="610"/>
                  </a:cubicBezTo>
                  <a:close/>
                  <a:moveTo>
                    <a:pt x="8904" y="2702"/>
                  </a:moveTo>
                  <a:cubicBezTo>
                    <a:pt x="8982" y="2702"/>
                    <a:pt x="9045" y="2749"/>
                    <a:pt x="9014" y="2827"/>
                  </a:cubicBezTo>
                  <a:cubicBezTo>
                    <a:pt x="8998" y="2874"/>
                    <a:pt x="8904" y="2905"/>
                    <a:pt x="8857" y="2921"/>
                  </a:cubicBezTo>
                  <a:cubicBezTo>
                    <a:pt x="8855" y="2922"/>
                    <a:pt x="8854" y="2923"/>
                    <a:pt x="8852" y="2923"/>
                  </a:cubicBezTo>
                  <a:cubicBezTo>
                    <a:pt x="8830" y="2923"/>
                    <a:pt x="8780" y="2857"/>
                    <a:pt x="8794" y="2843"/>
                  </a:cubicBezTo>
                  <a:cubicBezTo>
                    <a:pt x="8825" y="2796"/>
                    <a:pt x="8857" y="2749"/>
                    <a:pt x="8904" y="2702"/>
                  </a:cubicBezTo>
                  <a:close/>
                  <a:moveTo>
                    <a:pt x="17228" y="2713"/>
                  </a:moveTo>
                  <a:cubicBezTo>
                    <a:pt x="17243" y="2713"/>
                    <a:pt x="17259" y="2715"/>
                    <a:pt x="17274" y="2717"/>
                  </a:cubicBezTo>
                  <a:cubicBezTo>
                    <a:pt x="17525" y="2749"/>
                    <a:pt x="17776" y="2796"/>
                    <a:pt x="18042" y="2858"/>
                  </a:cubicBezTo>
                  <a:cubicBezTo>
                    <a:pt x="18089" y="2858"/>
                    <a:pt x="18152" y="2968"/>
                    <a:pt x="18136" y="3015"/>
                  </a:cubicBezTo>
                  <a:cubicBezTo>
                    <a:pt x="18120" y="3062"/>
                    <a:pt x="18042" y="3125"/>
                    <a:pt x="17979" y="3140"/>
                  </a:cubicBezTo>
                  <a:cubicBezTo>
                    <a:pt x="17943" y="3146"/>
                    <a:pt x="17906" y="3147"/>
                    <a:pt x="17870" y="3147"/>
                  </a:cubicBezTo>
                  <a:cubicBezTo>
                    <a:pt x="17796" y="3147"/>
                    <a:pt x="17723" y="3140"/>
                    <a:pt x="17650" y="3140"/>
                  </a:cubicBezTo>
                  <a:cubicBezTo>
                    <a:pt x="17650" y="3156"/>
                    <a:pt x="17634" y="3156"/>
                    <a:pt x="17634" y="3172"/>
                  </a:cubicBezTo>
                  <a:cubicBezTo>
                    <a:pt x="17493" y="3172"/>
                    <a:pt x="17337" y="3172"/>
                    <a:pt x="17196" y="3140"/>
                  </a:cubicBezTo>
                  <a:cubicBezTo>
                    <a:pt x="17102" y="3109"/>
                    <a:pt x="17023" y="3015"/>
                    <a:pt x="16960" y="2937"/>
                  </a:cubicBezTo>
                  <a:cubicBezTo>
                    <a:pt x="16903" y="2851"/>
                    <a:pt x="17068" y="2713"/>
                    <a:pt x="17228" y="2713"/>
                  </a:cubicBezTo>
                  <a:close/>
                  <a:moveTo>
                    <a:pt x="15896" y="1518"/>
                  </a:moveTo>
                  <a:cubicBezTo>
                    <a:pt x="16100" y="1518"/>
                    <a:pt x="16227" y="1679"/>
                    <a:pt x="16255" y="1902"/>
                  </a:cubicBezTo>
                  <a:cubicBezTo>
                    <a:pt x="16342" y="3023"/>
                    <a:pt x="16241" y="3238"/>
                    <a:pt x="15247" y="3238"/>
                  </a:cubicBezTo>
                  <a:cubicBezTo>
                    <a:pt x="15171" y="3238"/>
                    <a:pt x="15089" y="3237"/>
                    <a:pt x="15001" y="3235"/>
                  </a:cubicBezTo>
                  <a:cubicBezTo>
                    <a:pt x="14889" y="3233"/>
                    <a:pt x="14778" y="3232"/>
                    <a:pt x="14666" y="3232"/>
                  </a:cubicBezTo>
                  <a:cubicBezTo>
                    <a:pt x="13885" y="3232"/>
                    <a:pt x="13105" y="3280"/>
                    <a:pt x="12337" y="3376"/>
                  </a:cubicBezTo>
                  <a:cubicBezTo>
                    <a:pt x="12074" y="3410"/>
                    <a:pt x="11811" y="3430"/>
                    <a:pt x="11548" y="3430"/>
                  </a:cubicBezTo>
                  <a:cubicBezTo>
                    <a:pt x="11215" y="3430"/>
                    <a:pt x="10882" y="3399"/>
                    <a:pt x="10550" y="3329"/>
                  </a:cubicBezTo>
                  <a:cubicBezTo>
                    <a:pt x="10079" y="3219"/>
                    <a:pt x="9829" y="2999"/>
                    <a:pt x="9766" y="2529"/>
                  </a:cubicBezTo>
                  <a:cubicBezTo>
                    <a:pt x="9750" y="2467"/>
                    <a:pt x="9735" y="2388"/>
                    <a:pt x="9735" y="2310"/>
                  </a:cubicBezTo>
                  <a:cubicBezTo>
                    <a:pt x="9688" y="1887"/>
                    <a:pt x="9876" y="1667"/>
                    <a:pt x="10283" y="1667"/>
                  </a:cubicBezTo>
                  <a:cubicBezTo>
                    <a:pt x="10429" y="1662"/>
                    <a:pt x="10578" y="1660"/>
                    <a:pt x="10726" y="1660"/>
                  </a:cubicBezTo>
                  <a:cubicBezTo>
                    <a:pt x="11023" y="1660"/>
                    <a:pt x="11323" y="1667"/>
                    <a:pt x="11616" y="1667"/>
                  </a:cubicBezTo>
                  <a:cubicBezTo>
                    <a:pt x="11929" y="1667"/>
                    <a:pt x="12242" y="1655"/>
                    <a:pt x="12555" y="1655"/>
                  </a:cubicBezTo>
                  <a:cubicBezTo>
                    <a:pt x="13024" y="1655"/>
                    <a:pt x="13490" y="1683"/>
                    <a:pt x="13951" y="1824"/>
                  </a:cubicBezTo>
                  <a:cubicBezTo>
                    <a:pt x="14027" y="1845"/>
                    <a:pt x="14103" y="1853"/>
                    <a:pt x="14177" y="1853"/>
                  </a:cubicBezTo>
                  <a:cubicBezTo>
                    <a:pt x="14441" y="1853"/>
                    <a:pt x="14694" y="1747"/>
                    <a:pt x="14938" y="1698"/>
                  </a:cubicBezTo>
                  <a:cubicBezTo>
                    <a:pt x="15236" y="1636"/>
                    <a:pt x="15518" y="1573"/>
                    <a:pt x="15816" y="1526"/>
                  </a:cubicBezTo>
                  <a:cubicBezTo>
                    <a:pt x="15844" y="1521"/>
                    <a:pt x="15871" y="1518"/>
                    <a:pt x="15896" y="1518"/>
                  </a:cubicBezTo>
                  <a:close/>
                  <a:moveTo>
                    <a:pt x="18512" y="3763"/>
                  </a:moveTo>
                  <a:cubicBezTo>
                    <a:pt x="18601" y="3763"/>
                    <a:pt x="18690" y="3786"/>
                    <a:pt x="18779" y="3799"/>
                  </a:cubicBezTo>
                  <a:cubicBezTo>
                    <a:pt x="18810" y="4081"/>
                    <a:pt x="18622" y="4238"/>
                    <a:pt x="18450" y="4363"/>
                  </a:cubicBezTo>
                  <a:cubicBezTo>
                    <a:pt x="17776" y="4833"/>
                    <a:pt x="17086" y="5288"/>
                    <a:pt x="16412" y="5742"/>
                  </a:cubicBezTo>
                  <a:cubicBezTo>
                    <a:pt x="16177" y="5899"/>
                    <a:pt x="15910" y="5915"/>
                    <a:pt x="15659" y="5931"/>
                  </a:cubicBezTo>
                  <a:cubicBezTo>
                    <a:pt x="15017" y="5962"/>
                    <a:pt x="14390" y="5978"/>
                    <a:pt x="13747" y="6009"/>
                  </a:cubicBezTo>
                  <a:cubicBezTo>
                    <a:pt x="13418" y="6025"/>
                    <a:pt x="13073" y="6025"/>
                    <a:pt x="12744" y="6072"/>
                  </a:cubicBezTo>
                  <a:cubicBezTo>
                    <a:pt x="12606" y="6097"/>
                    <a:pt x="12473" y="6109"/>
                    <a:pt x="12342" y="6109"/>
                  </a:cubicBezTo>
                  <a:cubicBezTo>
                    <a:pt x="12146" y="6109"/>
                    <a:pt x="11954" y="6081"/>
                    <a:pt x="11757" y="6025"/>
                  </a:cubicBezTo>
                  <a:cubicBezTo>
                    <a:pt x="11255" y="5868"/>
                    <a:pt x="10753" y="5727"/>
                    <a:pt x="10220" y="5695"/>
                  </a:cubicBezTo>
                  <a:cubicBezTo>
                    <a:pt x="10111" y="5695"/>
                    <a:pt x="10001" y="5664"/>
                    <a:pt x="9891" y="5633"/>
                  </a:cubicBezTo>
                  <a:cubicBezTo>
                    <a:pt x="8982" y="5351"/>
                    <a:pt x="8920" y="5319"/>
                    <a:pt x="8700" y="4238"/>
                  </a:cubicBezTo>
                  <a:cubicBezTo>
                    <a:pt x="8655" y="3983"/>
                    <a:pt x="8796" y="3829"/>
                    <a:pt x="9040" y="3829"/>
                  </a:cubicBezTo>
                  <a:cubicBezTo>
                    <a:pt x="9052" y="3829"/>
                    <a:pt x="9064" y="3829"/>
                    <a:pt x="9076" y="3830"/>
                  </a:cubicBezTo>
                  <a:cubicBezTo>
                    <a:pt x="9484" y="3862"/>
                    <a:pt x="9907" y="3893"/>
                    <a:pt x="10299" y="3971"/>
                  </a:cubicBezTo>
                  <a:cubicBezTo>
                    <a:pt x="10674" y="4046"/>
                    <a:pt x="11048" y="4081"/>
                    <a:pt x="11423" y="4081"/>
                  </a:cubicBezTo>
                  <a:cubicBezTo>
                    <a:pt x="11754" y="4081"/>
                    <a:pt x="12084" y="4054"/>
                    <a:pt x="12415" y="4003"/>
                  </a:cubicBezTo>
                  <a:cubicBezTo>
                    <a:pt x="13018" y="3926"/>
                    <a:pt x="13614" y="3887"/>
                    <a:pt x="14213" y="3887"/>
                  </a:cubicBezTo>
                  <a:cubicBezTo>
                    <a:pt x="14470" y="3887"/>
                    <a:pt x="14727" y="3894"/>
                    <a:pt x="14985" y="3909"/>
                  </a:cubicBezTo>
                  <a:cubicBezTo>
                    <a:pt x="15403" y="3925"/>
                    <a:pt x="15821" y="3938"/>
                    <a:pt x="16239" y="3938"/>
                  </a:cubicBezTo>
                  <a:cubicBezTo>
                    <a:pt x="16979" y="3938"/>
                    <a:pt x="17718" y="3898"/>
                    <a:pt x="18450" y="3767"/>
                  </a:cubicBezTo>
                  <a:cubicBezTo>
                    <a:pt x="18470" y="3764"/>
                    <a:pt x="18491" y="3763"/>
                    <a:pt x="18512" y="3763"/>
                  </a:cubicBezTo>
                  <a:close/>
                  <a:moveTo>
                    <a:pt x="9208" y="6234"/>
                  </a:moveTo>
                  <a:cubicBezTo>
                    <a:pt x="9226" y="6234"/>
                    <a:pt x="9245" y="6237"/>
                    <a:pt x="9264" y="6244"/>
                  </a:cubicBezTo>
                  <a:cubicBezTo>
                    <a:pt x="9327" y="6260"/>
                    <a:pt x="9405" y="6291"/>
                    <a:pt x="9437" y="6354"/>
                  </a:cubicBezTo>
                  <a:cubicBezTo>
                    <a:pt x="9641" y="6887"/>
                    <a:pt x="9531" y="7404"/>
                    <a:pt x="9421" y="8015"/>
                  </a:cubicBezTo>
                  <a:cubicBezTo>
                    <a:pt x="9280" y="7874"/>
                    <a:pt x="9202" y="7827"/>
                    <a:pt x="9186" y="7780"/>
                  </a:cubicBezTo>
                  <a:cubicBezTo>
                    <a:pt x="9155" y="7310"/>
                    <a:pt x="9123" y="6824"/>
                    <a:pt x="9092" y="6354"/>
                  </a:cubicBezTo>
                  <a:cubicBezTo>
                    <a:pt x="9092" y="6279"/>
                    <a:pt x="9141" y="6234"/>
                    <a:pt x="9208" y="6234"/>
                  </a:cubicBezTo>
                  <a:close/>
                  <a:moveTo>
                    <a:pt x="10693" y="6463"/>
                  </a:moveTo>
                  <a:cubicBezTo>
                    <a:pt x="10702" y="6463"/>
                    <a:pt x="10712" y="6463"/>
                    <a:pt x="10722" y="6463"/>
                  </a:cubicBezTo>
                  <a:cubicBezTo>
                    <a:pt x="10800" y="6463"/>
                    <a:pt x="10879" y="6463"/>
                    <a:pt x="10942" y="6479"/>
                  </a:cubicBezTo>
                  <a:cubicBezTo>
                    <a:pt x="11471" y="6676"/>
                    <a:pt x="12010" y="6737"/>
                    <a:pt x="12554" y="6737"/>
                  </a:cubicBezTo>
                  <a:cubicBezTo>
                    <a:pt x="13007" y="6737"/>
                    <a:pt x="13463" y="6694"/>
                    <a:pt x="13920" y="6652"/>
                  </a:cubicBezTo>
                  <a:cubicBezTo>
                    <a:pt x="14056" y="6642"/>
                    <a:pt x="14193" y="6638"/>
                    <a:pt x="14332" y="6638"/>
                  </a:cubicBezTo>
                  <a:cubicBezTo>
                    <a:pt x="14639" y="6638"/>
                    <a:pt x="14949" y="6656"/>
                    <a:pt x="15252" y="6667"/>
                  </a:cubicBezTo>
                  <a:cubicBezTo>
                    <a:pt x="15550" y="6683"/>
                    <a:pt x="15691" y="6981"/>
                    <a:pt x="15534" y="7231"/>
                  </a:cubicBezTo>
                  <a:cubicBezTo>
                    <a:pt x="15503" y="7294"/>
                    <a:pt x="15471" y="7373"/>
                    <a:pt x="15424" y="7420"/>
                  </a:cubicBezTo>
                  <a:cubicBezTo>
                    <a:pt x="15346" y="7498"/>
                    <a:pt x="15221" y="7545"/>
                    <a:pt x="15174" y="7639"/>
                  </a:cubicBezTo>
                  <a:cubicBezTo>
                    <a:pt x="14672" y="8674"/>
                    <a:pt x="13732" y="8674"/>
                    <a:pt x="12791" y="8674"/>
                  </a:cubicBezTo>
                  <a:lnTo>
                    <a:pt x="12352" y="8674"/>
                  </a:lnTo>
                  <a:lnTo>
                    <a:pt x="12352" y="8658"/>
                  </a:lnTo>
                  <a:lnTo>
                    <a:pt x="11224" y="8658"/>
                  </a:lnTo>
                  <a:cubicBezTo>
                    <a:pt x="11217" y="8658"/>
                    <a:pt x="11211" y="8658"/>
                    <a:pt x="11204" y="8658"/>
                  </a:cubicBezTo>
                  <a:cubicBezTo>
                    <a:pt x="10415" y="8658"/>
                    <a:pt x="9831" y="7726"/>
                    <a:pt x="10111" y="6855"/>
                  </a:cubicBezTo>
                  <a:cubicBezTo>
                    <a:pt x="10186" y="6644"/>
                    <a:pt x="10450" y="6463"/>
                    <a:pt x="10693" y="6463"/>
                  </a:cubicBezTo>
                  <a:close/>
                  <a:moveTo>
                    <a:pt x="7611" y="8213"/>
                  </a:moveTo>
                  <a:cubicBezTo>
                    <a:pt x="7713" y="8213"/>
                    <a:pt x="7816" y="8222"/>
                    <a:pt x="7916" y="8235"/>
                  </a:cubicBezTo>
                  <a:cubicBezTo>
                    <a:pt x="8324" y="8297"/>
                    <a:pt x="8669" y="8658"/>
                    <a:pt x="8700" y="9081"/>
                  </a:cubicBezTo>
                  <a:cubicBezTo>
                    <a:pt x="8731" y="9598"/>
                    <a:pt x="8700" y="10131"/>
                    <a:pt x="8700" y="10648"/>
                  </a:cubicBezTo>
                  <a:lnTo>
                    <a:pt x="8684" y="10648"/>
                  </a:lnTo>
                  <a:cubicBezTo>
                    <a:pt x="8684" y="11181"/>
                    <a:pt x="8716" y="11699"/>
                    <a:pt x="8669" y="12216"/>
                  </a:cubicBezTo>
                  <a:cubicBezTo>
                    <a:pt x="8633" y="12715"/>
                    <a:pt x="8454" y="12943"/>
                    <a:pt x="8089" y="12943"/>
                  </a:cubicBezTo>
                  <a:cubicBezTo>
                    <a:pt x="7973" y="12943"/>
                    <a:pt x="7837" y="12920"/>
                    <a:pt x="7681" y="12874"/>
                  </a:cubicBezTo>
                  <a:cubicBezTo>
                    <a:pt x="6584" y="12561"/>
                    <a:pt x="5738" y="11981"/>
                    <a:pt x="5330" y="10852"/>
                  </a:cubicBezTo>
                  <a:cubicBezTo>
                    <a:pt x="5111" y="10241"/>
                    <a:pt x="5267" y="9739"/>
                    <a:pt x="5706" y="9332"/>
                  </a:cubicBezTo>
                  <a:cubicBezTo>
                    <a:pt x="6051" y="9003"/>
                    <a:pt x="6443" y="8721"/>
                    <a:pt x="6851" y="8438"/>
                  </a:cubicBezTo>
                  <a:cubicBezTo>
                    <a:pt x="7077" y="8269"/>
                    <a:pt x="7344" y="8213"/>
                    <a:pt x="7611" y="8213"/>
                  </a:cubicBezTo>
                  <a:close/>
                  <a:moveTo>
                    <a:pt x="7894" y="5762"/>
                  </a:moveTo>
                  <a:cubicBezTo>
                    <a:pt x="8162" y="5762"/>
                    <a:pt x="8275" y="5973"/>
                    <a:pt x="8449" y="6463"/>
                  </a:cubicBezTo>
                  <a:cubicBezTo>
                    <a:pt x="8449" y="6510"/>
                    <a:pt x="8465" y="6542"/>
                    <a:pt x="8481" y="6573"/>
                  </a:cubicBezTo>
                  <a:cubicBezTo>
                    <a:pt x="8747" y="7247"/>
                    <a:pt x="8637" y="7545"/>
                    <a:pt x="7869" y="7576"/>
                  </a:cubicBezTo>
                  <a:cubicBezTo>
                    <a:pt x="6725" y="7608"/>
                    <a:pt x="5816" y="8203"/>
                    <a:pt x="5079" y="9050"/>
                  </a:cubicBezTo>
                  <a:cubicBezTo>
                    <a:pt x="4217" y="10022"/>
                    <a:pt x="4217" y="11056"/>
                    <a:pt x="5299" y="12247"/>
                  </a:cubicBezTo>
                  <a:cubicBezTo>
                    <a:pt x="5988" y="13000"/>
                    <a:pt x="6866" y="13486"/>
                    <a:pt x="7916" y="13611"/>
                  </a:cubicBezTo>
                  <a:cubicBezTo>
                    <a:pt x="8543" y="13674"/>
                    <a:pt x="8575" y="13752"/>
                    <a:pt x="8653" y="14363"/>
                  </a:cubicBezTo>
                  <a:cubicBezTo>
                    <a:pt x="8669" y="14504"/>
                    <a:pt x="8684" y="14661"/>
                    <a:pt x="8669" y="14802"/>
                  </a:cubicBezTo>
                  <a:cubicBezTo>
                    <a:pt x="8637" y="15084"/>
                    <a:pt x="8434" y="15288"/>
                    <a:pt x="8151" y="15319"/>
                  </a:cubicBezTo>
                  <a:cubicBezTo>
                    <a:pt x="8052" y="15325"/>
                    <a:pt x="7953" y="15326"/>
                    <a:pt x="7856" y="15326"/>
                  </a:cubicBezTo>
                  <a:cubicBezTo>
                    <a:pt x="7662" y="15326"/>
                    <a:pt x="7477" y="15319"/>
                    <a:pt x="7321" y="15319"/>
                  </a:cubicBezTo>
                  <a:cubicBezTo>
                    <a:pt x="7158" y="15351"/>
                    <a:pt x="7002" y="15365"/>
                    <a:pt x="6851" y="15365"/>
                  </a:cubicBezTo>
                  <a:cubicBezTo>
                    <a:pt x="6249" y="15365"/>
                    <a:pt x="5738" y="15134"/>
                    <a:pt x="5236" y="14834"/>
                  </a:cubicBezTo>
                  <a:cubicBezTo>
                    <a:pt x="3966" y="14097"/>
                    <a:pt x="3982" y="14066"/>
                    <a:pt x="2885" y="12827"/>
                  </a:cubicBezTo>
                  <a:cubicBezTo>
                    <a:pt x="2305" y="12169"/>
                    <a:pt x="2195" y="11448"/>
                    <a:pt x="2321" y="10633"/>
                  </a:cubicBezTo>
                  <a:cubicBezTo>
                    <a:pt x="2399" y="10194"/>
                    <a:pt x="2540" y="9771"/>
                    <a:pt x="2807" y="9395"/>
                  </a:cubicBezTo>
                  <a:cubicBezTo>
                    <a:pt x="3386" y="8564"/>
                    <a:pt x="3904" y="7686"/>
                    <a:pt x="4813" y="7169"/>
                  </a:cubicBezTo>
                  <a:cubicBezTo>
                    <a:pt x="5612" y="6714"/>
                    <a:pt x="6443" y="6275"/>
                    <a:pt x="7305" y="5931"/>
                  </a:cubicBezTo>
                  <a:cubicBezTo>
                    <a:pt x="7566" y="5822"/>
                    <a:pt x="7752" y="5762"/>
                    <a:pt x="7894" y="5762"/>
                  </a:cubicBezTo>
                  <a:close/>
                  <a:moveTo>
                    <a:pt x="16381" y="6667"/>
                  </a:moveTo>
                  <a:cubicBezTo>
                    <a:pt x="16553" y="6667"/>
                    <a:pt x="16647" y="6793"/>
                    <a:pt x="16631" y="6965"/>
                  </a:cubicBezTo>
                  <a:cubicBezTo>
                    <a:pt x="16631" y="7263"/>
                    <a:pt x="16600" y="7561"/>
                    <a:pt x="16584" y="7858"/>
                  </a:cubicBezTo>
                  <a:cubicBezTo>
                    <a:pt x="16475" y="9128"/>
                    <a:pt x="16522" y="10398"/>
                    <a:pt x="16537" y="11667"/>
                  </a:cubicBezTo>
                  <a:cubicBezTo>
                    <a:pt x="16553" y="12529"/>
                    <a:pt x="16506" y="13392"/>
                    <a:pt x="16522" y="14238"/>
                  </a:cubicBezTo>
                  <a:cubicBezTo>
                    <a:pt x="16537" y="14787"/>
                    <a:pt x="16333" y="15100"/>
                    <a:pt x="15848" y="15398"/>
                  </a:cubicBezTo>
                  <a:cubicBezTo>
                    <a:pt x="14939" y="15921"/>
                    <a:pt x="13969" y="15997"/>
                    <a:pt x="12992" y="15997"/>
                  </a:cubicBezTo>
                  <a:cubicBezTo>
                    <a:pt x="12857" y="15997"/>
                    <a:pt x="12722" y="15995"/>
                    <a:pt x="12587" y="15993"/>
                  </a:cubicBezTo>
                  <a:cubicBezTo>
                    <a:pt x="12148" y="15978"/>
                    <a:pt x="11710" y="15852"/>
                    <a:pt x="11255" y="15821"/>
                  </a:cubicBezTo>
                  <a:cubicBezTo>
                    <a:pt x="10753" y="15774"/>
                    <a:pt x="10330" y="15555"/>
                    <a:pt x="9923" y="15288"/>
                  </a:cubicBezTo>
                  <a:cubicBezTo>
                    <a:pt x="9594" y="15069"/>
                    <a:pt x="9405" y="14755"/>
                    <a:pt x="9358" y="14348"/>
                  </a:cubicBezTo>
                  <a:cubicBezTo>
                    <a:pt x="9217" y="13203"/>
                    <a:pt x="9123" y="12044"/>
                    <a:pt x="9249" y="10884"/>
                  </a:cubicBezTo>
                  <a:cubicBezTo>
                    <a:pt x="9249" y="10178"/>
                    <a:pt x="9249" y="9473"/>
                    <a:pt x="9249" y="8768"/>
                  </a:cubicBezTo>
                  <a:cubicBezTo>
                    <a:pt x="9249" y="8705"/>
                    <a:pt x="9296" y="8627"/>
                    <a:pt x="9358" y="8579"/>
                  </a:cubicBezTo>
                  <a:cubicBezTo>
                    <a:pt x="9395" y="8542"/>
                    <a:pt x="9437" y="8527"/>
                    <a:pt x="9478" y="8527"/>
                  </a:cubicBezTo>
                  <a:cubicBezTo>
                    <a:pt x="9541" y="8527"/>
                    <a:pt x="9603" y="8563"/>
                    <a:pt x="9641" y="8611"/>
                  </a:cubicBezTo>
                  <a:cubicBezTo>
                    <a:pt x="10158" y="9206"/>
                    <a:pt x="10863" y="9285"/>
                    <a:pt x="11584" y="9316"/>
                  </a:cubicBezTo>
                  <a:cubicBezTo>
                    <a:pt x="11676" y="9320"/>
                    <a:pt x="11769" y="9321"/>
                    <a:pt x="11861" y="9321"/>
                  </a:cubicBezTo>
                  <a:cubicBezTo>
                    <a:pt x="12026" y="9321"/>
                    <a:pt x="12190" y="9317"/>
                    <a:pt x="12355" y="9317"/>
                  </a:cubicBezTo>
                  <a:cubicBezTo>
                    <a:pt x="12506" y="9317"/>
                    <a:pt x="12656" y="9320"/>
                    <a:pt x="12807" y="9332"/>
                  </a:cubicBezTo>
                  <a:cubicBezTo>
                    <a:pt x="12891" y="9338"/>
                    <a:pt x="12973" y="9341"/>
                    <a:pt x="13055" y="9341"/>
                  </a:cubicBezTo>
                  <a:cubicBezTo>
                    <a:pt x="14059" y="9341"/>
                    <a:pt x="14908" y="8907"/>
                    <a:pt x="15691" y="8313"/>
                  </a:cubicBezTo>
                  <a:cubicBezTo>
                    <a:pt x="15863" y="8188"/>
                    <a:pt x="15910" y="8015"/>
                    <a:pt x="15942" y="7827"/>
                  </a:cubicBezTo>
                  <a:cubicBezTo>
                    <a:pt x="15989" y="7498"/>
                    <a:pt x="16051" y="7169"/>
                    <a:pt x="16130" y="6840"/>
                  </a:cubicBezTo>
                  <a:cubicBezTo>
                    <a:pt x="16161" y="6761"/>
                    <a:pt x="16302" y="6667"/>
                    <a:pt x="16381" y="6667"/>
                  </a:cubicBezTo>
                  <a:close/>
                  <a:moveTo>
                    <a:pt x="16414" y="15859"/>
                  </a:moveTo>
                  <a:cubicBezTo>
                    <a:pt x="16573" y="15859"/>
                    <a:pt x="16711" y="15919"/>
                    <a:pt x="16788" y="16072"/>
                  </a:cubicBezTo>
                  <a:cubicBezTo>
                    <a:pt x="16929" y="16370"/>
                    <a:pt x="17086" y="16667"/>
                    <a:pt x="17196" y="16981"/>
                  </a:cubicBezTo>
                  <a:cubicBezTo>
                    <a:pt x="17384" y="17483"/>
                    <a:pt x="17540" y="17984"/>
                    <a:pt x="17713" y="18470"/>
                  </a:cubicBezTo>
                  <a:cubicBezTo>
                    <a:pt x="17760" y="18611"/>
                    <a:pt x="17791" y="18768"/>
                    <a:pt x="17885" y="18878"/>
                  </a:cubicBezTo>
                  <a:cubicBezTo>
                    <a:pt x="18575" y="19630"/>
                    <a:pt x="18904" y="20617"/>
                    <a:pt x="19547" y="21401"/>
                  </a:cubicBezTo>
                  <a:cubicBezTo>
                    <a:pt x="19703" y="21605"/>
                    <a:pt x="19813" y="21856"/>
                    <a:pt x="19939" y="22091"/>
                  </a:cubicBezTo>
                  <a:cubicBezTo>
                    <a:pt x="20424" y="23047"/>
                    <a:pt x="20863" y="24034"/>
                    <a:pt x="21443" y="24959"/>
                  </a:cubicBezTo>
                  <a:cubicBezTo>
                    <a:pt x="21678" y="25335"/>
                    <a:pt x="21961" y="25743"/>
                    <a:pt x="21992" y="26182"/>
                  </a:cubicBezTo>
                  <a:cubicBezTo>
                    <a:pt x="22086" y="27295"/>
                    <a:pt x="22666" y="28188"/>
                    <a:pt x="23262" y="29019"/>
                  </a:cubicBezTo>
                  <a:cubicBezTo>
                    <a:pt x="24061" y="30147"/>
                    <a:pt x="24500" y="31401"/>
                    <a:pt x="24829" y="32718"/>
                  </a:cubicBezTo>
                  <a:cubicBezTo>
                    <a:pt x="24923" y="33078"/>
                    <a:pt x="24954" y="33455"/>
                    <a:pt x="24923" y="33831"/>
                  </a:cubicBezTo>
                  <a:cubicBezTo>
                    <a:pt x="24892" y="34834"/>
                    <a:pt x="24845" y="35853"/>
                    <a:pt x="24672" y="36840"/>
                  </a:cubicBezTo>
                  <a:cubicBezTo>
                    <a:pt x="24594" y="37358"/>
                    <a:pt x="24453" y="37890"/>
                    <a:pt x="24453" y="38408"/>
                  </a:cubicBezTo>
                  <a:cubicBezTo>
                    <a:pt x="24453" y="39709"/>
                    <a:pt x="23889" y="40790"/>
                    <a:pt x="23183" y="41825"/>
                  </a:cubicBezTo>
                  <a:cubicBezTo>
                    <a:pt x="22650" y="42608"/>
                    <a:pt x="21929" y="43173"/>
                    <a:pt x="21020" y="43533"/>
                  </a:cubicBezTo>
                  <a:cubicBezTo>
                    <a:pt x="20315" y="43815"/>
                    <a:pt x="19609" y="43925"/>
                    <a:pt x="18857" y="43988"/>
                  </a:cubicBezTo>
                  <a:cubicBezTo>
                    <a:pt x="17820" y="44086"/>
                    <a:pt x="16796" y="44196"/>
                    <a:pt x="15516" y="44196"/>
                  </a:cubicBezTo>
                  <a:cubicBezTo>
                    <a:pt x="15364" y="44196"/>
                    <a:pt x="15208" y="44195"/>
                    <a:pt x="15048" y="44192"/>
                  </a:cubicBezTo>
                  <a:cubicBezTo>
                    <a:pt x="14453" y="44129"/>
                    <a:pt x="13512" y="44176"/>
                    <a:pt x="12587" y="44050"/>
                  </a:cubicBezTo>
                  <a:cubicBezTo>
                    <a:pt x="11910" y="43950"/>
                    <a:pt x="11213" y="43900"/>
                    <a:pt x="10520" y="43900"/>
                  </a:cubicBezTo>
                  <a:cubicBezTo>
                    <a:pt x="10347" y="43900"/>
                    <a:pt x="10173" y="43903"/>
                    <a:pt x="10001" y="43909"/>
                  </a:cubicBezTo>
                  <a:cubicBezTo>
                    <a:pt x="9946" y="43911"/>
                    <a:pt x="9891" y="43912"/>
                    <a:pt x="9837" y="43912"/>
                  </a:cubicBezTo>
                  <a:cubicBezTo>
                    <a:pt x="8833" y="43912"/>
                    <a:pt x="7895" y="43647"/>
                    <a:pt x="6929" y="43424"/>
                  </a:cubicBezTo>
                  <a:cubicBezTo>
                    <a:pt x="6271" y="43282"/>
                    <a:pt x="5612" y="43141"/>
                    <a:pt x="5017" y="42828"/>
                  </a:cubicBezTo>
                  <a:cubicBezTo>
                    <a:pt x="4374" y="42499"/>
                    <a:pt x="3778" y="42138"/>
                    <a:pt x="3324" y="41558"/>
                  </a:cubicBezTo>
                  <a:cubicBezTo>
                    <a:pt x="3073" y="41229"/>
                    <a:pt x="2807" y="40916"/>
                    <a:pt x="2540" y="40602"/>
                  </a:cubicBezTo>
                  <a:cubicBezTo>
                    <a:pt x="1270" y="39019"/>
                    <a:pt x="659" y="37216"/>
                    <a:pt x="706" y="35194"/>
                  </a:cubicBezTo>
                  <a:cubicBezTo>
                    <a:pt x="769" y="32765"/>
                    <a:pt x="1317" y="30445"/>
                    <a:pt x="2352" y="28251"/>
                  </a:cubicBezTo>
                  <a:cubicBezTo>
                    <a:pt x="2430" y="28078"/>
                    <a:pt x="2509" y="27906"/>
                    <a:pt x="2618" y="27765"/>
                  </a:cubicBezTo>
                  <a:cubicBezTo>
                    <a:pt x="3528" y="26574"/>
                    <a:pt x="4170" y="25210"/>
                    <a:pt x="5017" y="23972"/>
                  </a:cubicBezTo>
                  <a:cubicBezTo>
                    <a:pt x="5142" y="23784"/>
                    <a:pt x="5236" y="23580"/>
                    <a:pt x="5346" y="23392"/>
                  </a:cubicBezTo>
                  <a:cubicBezTo>
                    <a:pt x="5894" y="22436"/>
                    <a:pt x="6474" y="21526"/>
                    <a:pt x="7164" y="20680"/>
                  </a:cubicBezTo>
                  <a:cubicBezTo>
                    <a:pt x="7728" y="19990"/>
                    <a:pt x="8199" y="19222"/>
                    <a:pt x="8700" y="18470"/>
                  </a:cubicBezTo>
                  <a:cubicBezTo>
                    <a:pt x="8825" y="18266"/>
                    <a:pt x="8888" y="18000"/>
                    <a:pt x="8967" y="17749"/>
                  </a:cubicBezTo>
                  <a:cubicBezTo>
                    <a:pt x="9045" y="17420"/>
                    <a:pt x="9076" y="17075"/>
                    <a:pt x="9186" y="16761"/>
                  </a:cubicBezTo>
                  <a:cubicBezTo>
                    <a:pt x="9296" y="16495"/>
                    <a:pt x="9264" y="16119"/>
                    <a:pt x="9578" y="16009"/>
                  </a:cubicBezTo>
                  <a:cubicBezTo>
                    <a:pt x="9620" y="15992"/>
                    <a:pt x="9661" y="15984"/>
                    <a:pt x="9701" y="15984"/>
                  </a:cubicBezTo>
                  <a:cubicBezTo>
                    <a:pt x="9911" y="15984"/>
                    <a:pt x="10088" y="16192"/>
                    <a:pt x="10299" y="16244"/>
                  </a:cubicBezTo>
                  <a:cubicBezTo>
                    <a:pt x="11210" y="16503"/>
                    <a:pt x="12117" y="16661"/>
                    <a:pt x="13017" y="16661"/>
                  </a:cubicBezTo>
                  <a:cubicBezTo>
                    <a:pt x="14020" y="16661"/>
                    <a:pt x="15013" y="16465"/>
                    <a:pt x="15989" y="15993"/>
                  </a:cubicBezTo>
                  <a:cubicBezTo>
                    <a:pt x="16098" y="15946"/>
                    <a:pt x="16192" y="15899"/>
                    <a:pt x="16302" y="15868"/>
                  </a:cubicBezTo>
                  <a:cubicBezTo>
                    <a:pt x="16340" y="15862"/>
                    <a:pt x="16377" y="15859"/>
                    <a:pt x="16414" y="15859"/>
                  </a:cubicBezTo>
                  <a:close/>
                  <a:moveTo>
                    <a:pt x="7453" y="44339"/>
                  </a:moveTo>
                  <a:cubicBezTo>
                    <a:pt x="7524" y="44339"/>
                    <a:pt x="7596" y="44349"/>
                    <a:pt x="7666" y="44364"/>
                  </a:cubicBezTo>
                  <a:cubicBezTo>
                    <a:pt x="9923" y="44787"/>
                    <a:pt x="12211" y="44756"/>
                    <a:pt x="14484" y="44928"/>
                  </a:cubicBezTo>
                  <a:cubicBezTo>
                    <a:pt x="14990" y="44966"/>
                    <a:pt x="15497" y="44988"/>
                    <a:pt x="16004" y="44988"/>
                  </a:cubicBezTo>
                  <a:cubicBezTo>
                    <a:pt x="17178" y="44988"/>
                    <a:pt x="18350" y="44870"/>
                    <a:pt x="19500" y="44552"/>
                  </a:cubicBezTo>
                  <a:cubicBezTo>
                    <a:pt x="19548" y="44541"/>
                    <a:pt x="19601" y="44532"/>
                    <a:pt x="19651" y="44532"/>
                  </a:cubicBezTo>
                  <a:cubicBezTo>
                    <a:pt x="19747" y="44532"/>
                    <a:pt x="19835" y="44565"/>
                    <a:pt x="19876" y="44677"/>
                  </a:cubicBezTo>
                  <a:cubicBezTo>
                    <a:pt x="19907" y="44771"/>
                    <a:pt x="19907" y="44897"/>
                    <a:pt x="19860" y="44991"/>
                  </a:cubicBezTo>
                  <a:cubicBezTo>
                    <a:pt x="19562" y="45743"/>
                    <a:pt x="18904" y="46010"/>
                    <a:pt x="18199" y="46182"/>
                  </a:cubicBezTo>
                  <a:cubicBezTo>
                    <a:pt x="17211" y="46402"/>
                    <a:pt x="16192" y="46417"/>
                    <a:pt x="15189" y="46449"/>
                  </a:cubicBezTo>
                  <a:cubicBezTo>
                    <a:pt x="12979" y="46308"/>
                    <a:pt x="10769" y="46308"/>
                    <a:pt x="8590" y="45931"/>
                  </a:cubicBezTo>
                  <a:cubicBezTo>
                    <a:pt x="8340" y="45884"/>
                    <a:pt x="8073" y="45822"/>
                    <a:pt x="7822" y="45743"/>
                  </a:cubicBezTo>
                  <a:cubicBezTo>
                    <a:pt x="7525" y="45649"/>
                    <a:pt x="7289" y="45461"/>
                    <a:pt x="7164" y="45179"/>
                  </a:cubicBezTo>
                  <a:cubicBezTo>
                    <a:pt x="7054" y="44975"/>
                    <a:pt x="6945" y="44756"/>
                    <a:pt x="7070" y="44536"/>
                  </a:cubicBezTo>
                  <a:cubicBezTo>
                    <a:pt x="7156" y="44386"/>
                    <a:pt x="7300" y="44339"/>
                    <a:pt x="7453" y="44339"/>
                  </a:cubicBezTo>
                  <a:close/>
                  <a:moveTo>
                    <a:pt x="14209" y="1"/>
                  </a:moveTo>
                  <a:cubicBezTo>
                    <a:pt x="14155" y="1"/>
                    <a:pt x="14100" y="2"/>
                    <a:pt x="14045" y="6"/>
                  </a:cubicBezTo>
                  <a:cubicBezTo>
                    <a:pt x="12587" y="100"/>
                    <a:pt x="11114" y="21"/>
                    <a:pt x="9735" y="617"/>
                  </a:cubicBezTo>
                  <a:cubicBezTo>
                    <a:pt x="9123" y="883"/>
                    <a:pt x="9061" y="899"/>
                    <a:pt x="9029" y="1573"/>
                  </a:cubicBezTo>
                  <a:cubicBezTo>
                    <a:pt x="9029" y="2169"/>
                    <a:pt x="8982" y="2231"/>
                    <a:pt x="8465" y="2357"/>
                  </a:cubicBezTo>
                  <a:cubicBezTo>
                    <a:pt x="8293" y="2404"/>
                    <a:pt x="8089" y="2404"/>
                    <a:pt x="7916" y="2451"/>
                  </a:cubicBezTo>
                  <a:cubicBezTo>
                    <a:pt x="7603" y="2545"/>
                    <a:pt x="7509" y="2702"/>
                    <a:pt x="7525" y="3031"/>
                  </a:cubicBezTo>
                  <a:cubicBezTo>
                    <a:pt x="7572" y="3501"/>
                    <a:pt x="7838" y="3862"/>
                    <a:pt x="8026" y="4253"/>
                  </a:cubicBezTo>
                  <a:cubicBezTo>
                    <a:pt x="8261" y="4755"/>
                    <a:pt x="8151" y="5084"/>
                    <a:pt x="7650" y="5241"/>
                  </a:cubicBezTo>
                  <a:cubicBezTo>
                    <a:pt x="6678" y="5539"/>
                    <a:pt x="5832" y="6103"/>
                    <a:pt x="4876" y="6463"/>
                  </a:cubicBezTo>
                  <a:cubicBezTo>
                    <a:pt x="4390" y="6652"/>
                    <a:pt x="3998" y="6965"/>
                    <a:pt x="3622" y="7357"/>
                  </a:cubicBezTo>
                  <a:cubicBezTo>
                    <a:pt x="2932" y="8078"/>
                    <a:pt x="2462" y="8940"/>
                    <a:pt x="2054" y="9802"/>
                  </a:cubicBezTo>
                  <a:cubicBezTo>
                    <a:pt x="1521" y="10962"/>
                    <a:pt x="1521" y="12138"/>
                    <a:pt x="2477" y="13156"/>
                  </a:cubicBezTo>
                  <a:cubicBezTo>
                    <a:pt x="2697" y="13392"/>
                    <a:pt x="2901" y="13674"/>
                    <a:pt x="3057" y="13971"/>
                  </a:cubicBezTo>
                  <a:cubicBezTo>
                    <a:pt x="3292" y="14426"/>
                    <a:pt x="3653" y="14724"/>
                    <a:pt x="4108" y="14943"/>
                  </a:cubicBezTo>
                  <a:cubicBezTo>
                    <a:pt x="4311" y="15037"/>
                    <a:pt x="4515" y="15131"/>
                    <a:pt x="4703" y="15272"/>
                  </a:cubicBezTo>
                  <a:cubicBezTo>
                    <a:pt x="5311" y="15708"/>
                    <a:pt x="5974" y="15922"/>
                    <a:pt x="6712" y="15922"/>
                  </a:cubicBezTo>
                  <a:cubicBezTo>
                    <a:pt x="6849" y="15922"/>
                    <a:pt x="6990" y="15914"/>
                    <a:pt x="7133" y="15899"/>
                  </a:cubicBezTo>
                  <a:cubicBezTo>
                    <a:pt x="7231" y="15892"/>
                    <a:pt x="7329" y="15889"/>
                    <a:pt x="7427" y="15889"/>
                  </a:cubicBezTo>
                  <a:cubicBezTo>
                    <a:pt x="7736" y="15889"/>
                    <a:pt x="8046" y="15919"/>
                    <a:pt x="8355" y="15931"/>
                  </a:cubicBezTo>
                  <a:cubicBezTo>
                    <a:pt x="8528" y="15946"/>
                    <a:pt x="8653" y="16056"/>
                    <a:pt x="8669" y="16213"/>
                  </a:cubicBezTo>
                  <a:cubicBezTo>
                    <a:pt x="8747" y="16809"/>
                    <a:pt x="8778" y="17404"/>
                    <a:pt x="8387" y="17921"/>
                  </a:cubicBezTo>
                  <a:cubicBezTo>
                    <a:pt x="7901" y="18580"/>
                    <a:pt x="7368" y="19222"/>
                    <a:pt x="7039" y="19975"/>
                  </a:cubicBezTo>
                  <a:cubicBezTo>
                    <a:pt x="6960" y="20147"/>
                    <a:pt x="6819" y="20288"/>
                    <a:pt x="6694" y="20429"/>
                  </a:cubicBezTo>
                  <a:cubicBezTo>
                    <a:pt x="6067" y="21166"/>
                    <a:pt x="5518" y="21981"/>
                    <a:pt x="5017" y="22812"/>
                  </a:cubicBezTo>
                  <a:cubicBezTo>
                    <a:pt x="4233" y="24081"/>
                    <a:pt x="3481" y="25382"/>
                    <a:pt x="2665" y="26621"/>
                  </a:cubicBezTo>
                  <a:cubicBezTo>
                    <a:pt x="1270" y="28768"/>
                    <a:pt x="487" y="31135"/>
                    <a:pt x="142" y="33643"/>
                  </a:cubicBezTo>
                  <a:cubicBezTo>
                    <a:pt x="1" y="34630"/>
                    <a:pt x="32" y="35665"/>
                    <a:pt x="173" y="36652"/>
                  </a:cubicBezTo>
                  <a:cubicBezTo>
                    <a:pt x="314" y="37765"/>
                    <a:pt x="596" y="38862"/>
                    <a:pt x="1270" y="39818"/>
                  </a:cubicBezTo>
                  <a:cubicBezTo>
                    <a:pt x="1584" y="40273"/>
                    <a:pt x="1882" y="40759"/>
                    <a:pt x="2242" y="41182"/>
                  </a:cubicBezTo>
                  <a:cubicBezTo>
                    <a:pt x="3073" y="42201"/>
                    <a:pt x="3919" y="43220"/>
                    <a:pt x="5220" y="43643"/>
                  </a:cubicBezTo>
                  <a:cubicBezTo>
                    <a:pt x="5816" y="43831"/>
                    <a:pt x="6177" y="44176"/>
                    <a:pt x="6333" y="44771"/>
                  </a:cubicBezTo>
                  <a:cubicBezTo>
                    <a:pt x="6396" y="44991"/>
                    <a:pt x="6474" y="45195"/>
                    <a:pt x="6506" y="45414"/>
                  </a:cubicBezTo>
                  <a:cubicBezTo>
                    <a:pt x="6568" y="45931"/>
                    <a:pt x="6898" y="46214"/>
                    <a:pt x="7336" y="46370"/>
                  </a:cubicBezTo>
                  <a:cubicBezTo>
                    <a:pt x="7650" y="46496"/>
                    <a:pt x="7979" y="46574"/>
                    <a:pt x="8324" y="46621"/>
                  </a:cubicBezTo>
                  <a:cubicBezTo>
                    <a:pt x="9014" y="46715"/>
                    <a:pt x="9735" y="46778"/>
                    <a:pt x="10440" y="46888"/>
                  </a:cubicBezTo>
                  <a:cubicBezTo>
                    <a:pt x="11216" y="46997"/>
                    <a:pt x="11997" y="47016"/>
                    <a:pt x="12780" y="47016"/>
                  </a:cubicBezTo>
                  <a:cubicBezTo>
                    <a:pt x="13202" y="47016"/>
                    <a:pt x="13625" y="47011"/>
                    <a:pt x="14047" y="47011"/>
                  </a:cubicBezTo>
                  <a:cubicBezTo>
                    <a:pt x="14188" y="47011"/>
                    <a:pt x="14328" y="47011"/>
                    <a:pt x="14468" y="47013"/>
                  </a:cubicBezTo>
                  <a:cubicBezTo>
                    <a:pt x="14991" y="47013"/>
                    <a:pt x="15513" y="46992"/>
                    <a:pt x="16036" y="46992"/>
                  </a:cubicBezTo>
                  <a:cubicBezTo>
                    <a:pt x="16297" y="46992"/>
                    <a:pt x="16558" y="46997"/>
                    <a:pt x="16819" y="47013"/>
                  </a:cubicBezTo>
                  <a:cubicBezTo>
                    <a:pt x="16904" y="47018"/>
                    <a:pt x="16988" y="47021"/>
                    <a:pt x="17071" y="47021"/>
                  </a:cubicBezTo>
                  <a:cubicBezTo>
                    <a:pt x="17944" y="47021"/>
                    <a:pt x="18745" y="46734"/>
                    <a:pt x="19547" y="46433"/>
                  </a:cubicBezTo>
                  <a:cubicBezTo>
                    <a:pt x="20033" y="46245"/>
                    <a:pt x="20330" y="45900"/>
                    <a:pt x="20377" y="45336"/>
                  </a:cubicBezTo>
                  <a:cubicBezTo>
                    <a:pt x="20393" y="45116"/>
                    <a:pt x="20409" y="44897"/>
                    <a:pt x="20472" y="44677"/>
                  </a:cubicBezTo>
                  <a:cubicBezTo>
                    <a:pt x="20578" y="44295"/>
                    <a:pt x="20805" y="44003"/>
                    <a:pt x="21222" y="44003"/>
                  </a:cubicBezTo>
                  <a:cubicBezTo>
                    <a:pt x="21233" y="44003"/>
                    <a:pt x="21244" y="44003"/>
                    <a:pt x="21255" y="44003"/>
                  </a:cubicBezTo>
                  <a:cubicBezTo>
                    <a:pt x="21269" y="44004"/>
                    <a:pt x="21283" y="44004"/>
                    <a:pt x="21297" y="44004"/>
                  </a:cubicBezTo>
                  <a:cubicBezTo>
                    <a:pt x="21808" y="44004"/>
                    <a:pt x="22175" y="43729"/>
                    <a:pt x="22556" y="43424"/>
                  </a:cubicBezTo>
                  <a:cubicBezTo>
                    <a:pt x="23810" y="42389"/>
                    <a:pt x="24515" y="40994"/>
                    <a:pt x="25001" y="39489"/>
                  </a:cubicBezTo>
                  <a:cubicBezTo>
                    <a:pt x="25033" y="39380"/>
                    <a:pt x="25064" y="39270"/>
                    <a:pt x="25064" y="39160"/>
                  </a:cubicBezTo>
                  <a:cubicBezTo>
                    <a:pt x="25142" y="37436"/>
                    <a:pt x="25362" y="35727"/>
                    <a:pt x="25534" y="34019"/>
                  </a:cubicBezTo>
                  <a:cubicBezTo>
                    <a:pt x="25581" y="33580"/>
                    <a:pt x="25534" y="33110"/>
                    <a:pt x="25456" y="32671"/>
                  </a:cubicBezTo>
                  <a:cubicBezTo>
                    <a:pt x="25252" y="31276"/>
                    <a:pt x="24657" y="30038"/>
                    <a:pt x="23904" y="28862"/>
                  </a:cubicBezTo>
                  <a:cubicBezTo>
                    <a:pt x="23434" y="28141"/>
                    <a:pt x="22917" y="27451"/>
                    <a:pt x="22697" y="26589"/>
                  </a:cubicBezTo>
                  <a:cubicBezTo>
                    <a:pt x="22446" y="25649"/>
                    <a:pt x="22055" y="24771"/>
                    <a:pt x="21584" y="23909"/>
                  </a:cubicBezTo>
                  <a:cubicBezTo>
                    <a:pt x="20644" y="22122"/>
                    <a:pt x="19703" y="20335"/>
                    <a:pt x="18669" y="18611"/>
                  </a:cubicBezTo>
                  <a:cubicBezTo>
                    <a:pt x="18559" y="18454"/>
                    <a:pt x="18481" y="18251"/>
                    <a:pt x="18340" y="18172"/>
                  </a:cubicBezTo>
                  <a:cubicBezTo>
                    <a:pt x="17979" y="18000"/>
                    <a:pt x="17932" y="17655"/>
                    <a:pt x="17823" y="17341"/>
                  </a:cubicBezTo>
                  <a:cubicBezTo>
                    <a:pt x="17713" y="17028"/>
                    <a:pt x="17634" y="16699"/>
                    <a:pt x="17509" y="16385"/>
                  </a:cubicBezTo>
                  <a:cubicBezTo>
                    <a:pt x="17149" y="15351"/>
                    <a:pt x="17007" y="14285"/>
                    <a:pt x="17070" y="13188"/>
                  </a:cubicBezTo>
                  <a:cubicBezTo>
                    <a:pt x="17102" y="12623"/>
                    <a:pt x="17102" y="12059"/>
                    <a:pt x="17086" y="11495"/>
                  </a:cubicBezTo>
                  <a:cubicBezTo>
                    <a:pt x="17054" y="10382"/>
                    <a:pt x="16992" y="9253"/>
                    <a:pt x="17164" y="8141"/>
                  </a:cubicBezTo>
                  <a:cubicBezTo>
                    <a:pt x="17243" y="7623"/>
                    <a:pt x="17384" y="7090"/>
                    <a:pt x="17368" y="6589"/>
                  </a:cubicBezTo>
                  <a:cubicBezTo>
                    <a:pt x="17352" y="6009"/>
                    <a:pt x="17603" y="5680"/>
                    <a:pt x="18011" y="5382"/>
                  </a:cubicBezTo>
                  <a:cubicBezTo>
                    <a:pt x="18747" y="4865"/>
                    <a:pt x="19312" y="4144"/>
                    <a:pt x="20095" y="3689"/>
                  </a:cubicBezTo>
                  <a:cubicBezTo>
                    <a:pt x="20158" y="3642"/>
                    <a:pt x="20205" y="3579"/>
                    <a:pt x="20252" y="3532"/>
                  </a:cubicBezTo>
                  <a:cubicBezTo>
                    <a:pt x="20487" y="3250"/>
                    <a:pt x="20330" y="2733"/>
                    <a:pt x="19986" y="2733"/>
                  </a:cubicBezTo>
                  <a:cubicBezTo>
                    <a:pt x="19108" y="2717"/>
                    <a:pt x="18340" y="2278"/>
                    <a:pt x="17493" y="2153"/>
                  </a:cubicBezTo>
                  <a:cubicBezTo>
                    <a:pt x="17102" y="2106"/>
                    <a:pt x="16866" y="1965"/>
                    <a:pt x="16866" y="1526"/>
                  </a:cubicBezTo>
                  <a:cubicBezTo>
                    <a:pt x="16866" y="1119"/>
                    <a:pt x="16647" y="821"/>
                    <a:pt x="16286" y="633"/>
                  </a:cubicBezTo>
                  <a:cubicBezTo>
                    <a:pt x="15631" y="283"/>
                    <a:pt x="14934" y="1"/>
                    <a:pt x="14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10436125" y="1567225"/>
              <a:ext cx="457325" cy="57275"/>
            </a:xfrm>
            <a:custGeom>
              <a:rect b="b" l="l" r="r" t="t"/>
              <a:pathLst>
                <a:path extrusionOk="0" h="2291" w="18293">
                  <a:moveTo>
                    <a:pt x="11805" y="1"/>
                  </a:moveTo>
                  <a:cubicBezTo>
                    <a:pt x="11102" y="1"/>
                    <a:pt x="10401" y="21"/>
                    <a:pt x="9703" y="72"/>
                  </a:cubicBezTo>
                  <a:cubicBezTo>
                    <a:pt x="7978" y="213"/>
                    <a:pt x="6270" y="401"/>
                    <a:pt x="4546" y="417"/>
                  </a:cubicBezTo>
                  <a:cubicBezTo>
                    <a:pt x="4295" y="417"/>
                    <a:pt x="4028" y="432"/>
                    <a:pt x="3762" y="448"/>
                  </a:cubicBezTo>
                  <a:cubicBezTo>
                    <a:pt x="3668" y="464"/>
                    <a:pt x="3527" y="479"/>
                    <a:pt x="3558" y="652"/>
                  </a:cubicBezTo>
                  <a:cubicBezTo>
                    <a:pt x="3590" y="761"/>
                    <a:pt x="3699" y="808"/>
                    <a:pt x="3809" y="808"/>
                  </a:cubicBezTo>
                  <a:cubicBezTo>
                    <a:pt x="4185" y="840"/>
                    <a:pt x="4561" y="887"/>
                    <a:pt x="4938" y="887"/>
                  </a:cubicBezTo>
                  <a:cubicBezTo>
                    <a:pt x="6097" y="871"/>
                    <a:pt x="7257" y="840"/>
                    <a:pt x="8417" y="808"/>
                  </a:cubicBezTo>
                  <a:cubicBezTo>
                    <a:pt x="8558" y="808"/>
                    <a:pt x="8715" y="793"/>
                    <a:pt x="8856" y="761"/>
                  </a:cubicBezTo>
                  <a:cubicBezTo>
                    <a:pt x="10036" y="539"/>
                    <a:pt x="11219" y="456"/>
                    <a:pt x="12405" y="456"/>
                  </a:cubicBezTo>
                  <a:cubicBezTo>
                    <a:pt x="13645" y="456"/>
                    <a:pt x="14887" y="547"/>
                    <a:pt x="16129" y="667"/>
                  </a:cubicBezTo>
                  <a:cubicBezTo>
                    <a:pt x="16239" y="667"/>
                    <a:pt x="16348" y="699"/>
                    <a:pt x="16443" y="746"/>
                  </a:cubicBezTo>
                  <a:cubicBezTo>
                    <a:pt x="16505" y="777"/>
                    <a:pt x="16552" y="856"/>
                    <a:pt x="16568" y="918"/>
                  </a:cubicBezTo>
                  <a:cubicBezTo>
                    <a:pt x="16568" y="965"/>
                    <a:pt x="16521" y="1075"/>
                    <a:pt x="16474" y="1091"/>
                  </a:cubicBezTo>
                  <a:cubicBezTo>
                    <a:pt x="16035" y="1185"/>
                    <a:pt x="15596" y="1279"/>
                    <a:pt x="15157" y="1341"/>
                  </a:cubicBezTo>
                  <a:cubicBezTo>
                    <a:pt x="13010" y="1671"/>
                    <a:pt x="10847" y="1796"/>
                    <a:pt x="8245" y="1812"/>
                  </a:cubicBezTo>
                  <a:cubicBezTo>
                    <a:pt x="7910" y="1857"/>
                    <a:pt x="7562" y="1876"/>
                    <a:pt x="7204" y="1876"/>
                  </a:cubicBezTo>
                  <a:cubicBezTo>
                    <a:pt x="5655" y="1876"/>
                    <a:pt x="3912" y="1528"/>
                    <a:pt x="2142" y="1528"/>
                  </a:cubicBezTo>
                  <a:cubicBezTo>
                    <a:pt x="2081" y="1528"/>
                    <a:pt x="2020" y="1529"/>
                    <a:pt x="1959" y="1530"/>
                  </a:cubicBezTo>
                  <a:cubicBezTo>
                    <a:pt x="1881" y="1530"/>
                    <a:pt x="1803" y="1498"/>
                    <a:pt x="1740" y="1482"/>
                  </a:cubicBezTo>
                  <a:cubicBezTo>
                    <a:pt x="1474" y="1435"/>
                    <a:pt x="1427" y="1341"/>
                    <a:pt x="1521" y="1028"/>
                  </a:cubicBezTo>
                  <a:cubicBezTo>
                    <a:pt x="1605" y="690"/>
                    <a:pt x="1500" y="504"/>
                    <a:pt x="1204" y="504"/>
                  </a:cubicBezTo>
                  <a:cubicBezTo>
                    <a:pt x="1171" y="504"/>
                    <a:pt x="1135" y="506"/>
                    <a:pt x="1097" y="511"/>
                  </a:cubicBezTo>
                  <a:cubicBezTo>
                    <a:pt x="800" y="542"/>
                    <a:pt x="517" y="652"/>
                    <a:pt x="267" y="824"/>
                  </a:cubicBezTo>
                  <a:cubicBezTo>
                    <a:pt x="110" y="934"/>
                    <a:pt x="0" y="1075"/>
                    <a:pt x="16" y="1294"/>
                  </a:cubicBezTo>
                  <a:cubicBezTo>
                    <a:pt x="32" y="1545"/>
                    <a:pt x="188" y="1702"/>
                    <a:pt x="423" y="1765"/>
                  </a:cubicBezTo>
                  <a:cubicBezTo>
                    <a:pt x="911" y="1883"/>
                    <a:pt x="1385" y="2001"/>
                    <a:pt x="1884" y="2001"/>
                  </a:cubicBezTo>
                  <a:cubicBezTo>
                    <a:pt x="1914" y="2001"/>
                    <a:pt x="1945" y="2001"/>
                    <a:pt x="1975" y="2000"/>
                  </a:cubicBezTo>
                  <a:cubicBezTo>
                    <a:pt x="2246" y="1995"/>
                    <a:pt x="2518" y="1990"/>
                    <a:pt x="2789" y="1990"/>
                  </a:cubicBezTo>
                  <a:cubicBezTo>
                    <a:pt x="3488" y="1990"/>
                    <a:pt x="4186" y="2027"/>
                    <a:pt x="4875" y="2219"/>
                  </a:cubicBezTo>
                  <a:cubicBezTo>
                    <a:pt x="5048" y="2273"/>
                    <a:pt x="5229" y="2290"/>
                    <a:pt x="5412" y="2290"/>
                  </a:cubicBezTo>
                  <a:cubicBezTo>
                    <a:pt x="5494" y="2290"/>
                    <a:pt x="5576" y="2287"/>
                    <a:pt x="5659" y="2282"/>
                  </a:cubicBezTo>
                  <a:cubicBezTo>
                    <a:pt x="6009" y="2260"/>
                    <a:pt x="6359" y="2253"/>
                    <a:pt x="6709" y="2253"/>
                  </a:cubicBezTo>
                  <a:cubicBezTo>
                    <a:pt x="7245" y="2253"/>
                    <a:pt x="7782" y="2269"/>
                    <a:pt x="8323" y="2269"/>
                  </a:cubicBezTo>
                  <a:cubicBezTo>
                    <a:pt x="8443" y="2269"/>
                    <a:pt x="8563" y="2268"/>
                    <a:pt x="8684" y="2266"/>
                  </a:cubicBezTo>
                  <a:cubicBezTo>
                    <a:pt x="11725" y="2219"/>
                    <a:pt x="14734" y="1937"/>
                    <a:pt x="17712" y="1357"/>
                  </a:cubicBezTo>
                  <a:cubicBezTo>
                    <a:pt x="17853" y="1341"/>
                    <a:pt x="18010" y="1294"/>
                    <a:pt x="18135" y="1216"/>
                  </a:cubicBezTo>
                  <a:cubicBezTo>
                    <a:pt x="18214" y="1169"/>
                    <a:pt x="18292" y="1044"/>
                    <a:pt x="18292" y="950"/>
                  </a:cubicBezTo>
                  <a:cubicBezTo>
                    <a:pt x="18292" y="871"/>
                    <a:pt x="18214" y="714"/>
                    <a:pt x="18135" y="683"/>
                  </a:cubicBezTo>
                  <a:cubicBezTo>
                    <a:pt x="17446" y="484"/>
                    <a:pt x="16786" y="150"/>
                    <a:pt x="16024" y="150"/>
                  </a:cubicBezTo>
                  <a:cubicBezTo>
                    <a:pt x="16007" y="150"/>
                    <a:pt x="15990" y="150"/>
                    <a:pt x="15972" y="150"/>
                  </a:cubicBezTo>
                  <a:cubicBezTo>
                    <a:pt x="15913" y="152"/>
                    <a:pt x="15853" y="153"/>
                    <a:pt x="15794" y="153"/>
                  </a:cubicBezTo>
                  <a:cubicBezTo>
                    <a:pt x="15302" y="153"/>
                    <a:pt x="14798" y="100"/>
                    <a:pt x="14295" y="72"/>
                  </a:cubicBezTo>
                  <a:cubicBezTo>
                    <a:pt x="13464" y="29"/>
                    <a:pt x="12634" y="1"/>
                    <a:pt x="11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10400075" y="1687600"/>
              <a:ext cx="48625" cy="229825"/>
            </a:xfrm>
            <a:custGeom>
              <a:rect b="b" l="l" r="r" t="t"/>
              <a:pathLst>
                <a:path extrusionOk="0" h="9193" w="1945">
                  <a:moveTo>
                    <a:pt x="1260" y="0"/>
                  </a:moveTo>
                  <a:cubicBezTo>
                    <a:pt x="1209" y="0"/>
                    <a:pt x="1154" y="27"/>
                    <a:pt x="1129" y="84"/>
                  </a:cubicBezTo>
                  <a:cubicBezTo>
                    <a:pt x="0" y="2922"/>
                    <a:pt x="94" y="6495"/>
                    <a:pt x="1724" y="9144"/>
                  </a:cubicBezTo>
                  <a:cubicBezTo>
                    <a:pt x="1749" y="9178"/>
                    <a:pt x="1780" y="9193"/>
                    <a:pt x="1811" y="9193"/>
                  </a:cubicBezTo>
                  <a:cubicBezTo>
                    <a:pt x="1880" y="9193"/>
                    <a:pt x="1945" y="9121"/>
                    <a:pt x="1912" y="9035"/>
                  </a:cubicBezTo>
                  <a:cubicBezTo>
                    <a:pt x="658" y="6135"/>
                    <a:pt x="345" y="3172"/>
                    <a:pt x="1364" y="147"/>
                  </a:cubicBezTo>
                  <a:cubicBezTo>
                    <a:pt x="1401" y="55"/>
                    <a:pt x="1334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10497700" y="1436825"/>
              <a:ext cx="52350" cy="88650"/>
            </a:xfrm>
            <a:custGeom>
              <a:rect b="b" l="l" r="r" t="t"/>
              <a:pathLst>
                <a:path extrusionOk="0" h="3546" w="2094">
                  <a:moveTo>
                    <a:pt x="1929" y="1"/>
                  </a:moveTo>
                  <a:cubicBezTo>
                    <a:pt x="1890" y="1"/>
                    <a:pt x="1852" y="17"/>
                    <a:pt x="1832" y="53"/>
                  </a:cubicBezTo>
                  <a:cubicBezTo>
                    <a:pt x="1111" y="1071"/>
                    <a:pt x="594" y="2278"/>
                    <a:pt x="45" y="3376"/>
                  </a:cubicBezTo>
                  <a:cubicBezTo>
                    <a:pt x="0" y="3465"/>
                    <a:pt x="83" y="3546"/>
                    <a:pt x="157" y="3546"/>
                  </a:cubicBezTo>
                  <a:cubicBezTo>
                    <a:pt x="186" y="3546"/>
                    <a:pt x="215" y="3533"/>
                    <a:pt x="233" y="3501"/>
                  </a:cubicBezTo>
                  <a:cubicBezTo>
                    <a:pt x="876" y="2419"/>
                    <a:pt x="1597" y="1322"/>
                    <a:pt x="2051" y="162"/>
                  </a:cubicBezTo>
                  <a:cubicBezTo>
                    <a:pt x="2094" y="67"/>
                    <a:pt x="2008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10722175" y="1182525"/>
              <a:ext cx="9825" cy="57750"/>
            </a:xfrm>
            <a:custGeom>
              <a:rect b="b" l="l" r="r" t="t"/>
              <a:pathLst>
                <a:path extrusionOk="0" h="2310" w="393">
                  <a:moveTo>
                    <a:pt x="159" y="1"/>
                  </a:moveTo>
                  <a:cubicBezTo>
                    <a:pt x="118" y="1"/>
                    <a:pt x="79" y="28"/>
                    <a:pt x="79" y="83"/>
                  </a:cubicBezTo>
                  <a:cubicBezTo>
                    <a:pt x="63" y="804"/>
                    <a:pt x="0" y="1557"/>
                    <a:pt x="141" y="2262"/>
                  </a:cubicBezTo>
                  <a:cubicBezTo>
                    <a:pt x="149" y="2293"/>
                    <a:pt x="181" y="2309"/>
                    <a:pt x="212" y="2309"/>
                  </a:cubicBezTo>
                  <a:cubicBezTo>
                    <a:pt x="243" y="2309"/>
                    <a:pt x="275" y="2293"/>
                    <a:pt x="283" y="2262"/>
                  </a:cubicBezTo>
                  <a:cubicBezTo>
                    <a:pt x="392" y="1541"/>
                    <a:pt x="283" y="804"/>
                    <a:pt x="251" y="83"/>
                  </a:cubicBezTo>
                  <a:cubicBezTo>
                    <a:pt x="243" y="28"/>
                    <a:pt x="200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10442200" y="1087325"/>
              <a:ext cx="54675" cy="44550"/>
            </a:xfrm>
            <a:custGeom>
              <a:rect b="b" l="l" r="r" t="t"/>
              <a:pathLst>
                <a:path extrusionOk="0" h="1782" w="2187">
                  <a:moveTo>
                    <a:pt x="1994" y="0"/>
                  </a:moveTo>
                  <a:cubicBezTo>
                    <a:pt x="1964" y="0"/>
                    <a:pt x="1933" y="11"/>
                    <a:pt x="1905" y="35"/>
                  </a:cubicBezTo>
                  <a:cubicBezTo>
                    <a:pt x="1278" y="521"/>
                    <a:pt x="541" y="992"/>
                    <a:pt x="55" y="1619"/>
                  </a:cubicBezTo>
                  <a:cubicBezTo>
                    <a:pt x="1" y="1700"/>
                    <a:pt x="87" y="1781"/>
                    <a:pt x="173" y="1781"/>
                  </a:cubicBezTo>
                  <a:cubicBezTo>
                    <a:pt x="186" y="1781"/>
                    <a:pt x="199" y="1779"/>
                    <a:pt x="212" y="1775"/>
                  </a:cubicBezTo>
                  <a:cubicBezTo>
                    <a:pt x="901" y="1415"/>
                    <a:pt x="1497" y="741"/>
                    <a:pt x="2077" y="223"/>
                  </a:cubicBezTo>
                  <a:cubicBezTo>
                    <a:pt x="2186" y="126"/>
                    <a:pt x="2098" y="0"/>
                    <a:pt x="1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10711600" y="1024125"/>
              <a:ext cx="79175" cy="7800"/>
            </a:xfrm>
            <a:custGeom>
              <a:rect b="b" l="l" r="r" t="t"/>
              <a:pathLst>
                <a:path extrusionOk="0" h="312" w="3167">
                  <a:moveTo>
                    <a:pt x="2124" y="0"/>
                  </a:moveTo>
                  <a:cubicBezTo>
                    <a:pt x="1440" y="0"/>
                    <a:pt x="744" y="59"/>
                    <a:pt x="79" y="103"/>
                  </a:cubicBezTo>
                  <a:cubicBezTo>
                    <a:pt x="0" y="103"/>
                    <a:pt x="0" y="212"/>
                    <a:pt x="79" y="212"/>
                  </a:cubicBezTo>
                  <a:cubicBezTo>
                    <a:pt x="764" y="246"/>
                    <a:pt x="1481" y="312"/>
                    <a:pt x="2185" y="312"/>
                  </a:cubicBezTo>
                  <a:cubicBezTo>
                    <a:pt x="2463" y="312"/>
                    <a:pt x="2739" y="302"/>
                    <a:pt x="3010" y="275"/>
                  </a:cubicBezTo>
                  <a:cubicBezTo>
                    <a:pt x="3166" y="259"/>
                    <a:pt x="3166" y="56"/>
                    <a:pt x="3010" y="40"/>
                  </a:cubicBezTo>
                  <a:cubicBezTo>
                    <a:pt x="2719" y="11"/>
                    <a:pt x="2423" y="0"/>
                    <a:pt x="2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10434150" y="1807850"/>
              <a:ext cx="105800" cy="161225"/>
            </a:xfrm>
            <a:custGeom>
              <a:rect b="b" l="l" r="r" t="t"/>
              <a:pathLst>
                <a:path extrusionOk="0" h="6449" w="4232">
                  <a:moveTo>
                    <a:pt x="424" y="0"/>
                  </a:moveTo>
                  <a:cubicBezTo>
                    <a:pt x="381" y="0"/>
                    <a:pt x="338" y="24"/>
                    <a:pt x="330" y="71"/>
                  </a:cubicBezTo>
                  <a:cubicBezTo>
                    <a:pt x="1" y="2469"/>
                    <a:pt x="1866" y="5463"/>
                    <a:pt x="4029" y="6435"/>
                  </a:cubicBezTo>
                  <a:cubicBezTo>
                    <a:pt x="4052" y="6445"/>
                    <a:pt x="4072" y="6449"/>
                    <a:pt x="4091" y="6449"/>
                  </a:cubicBezTo>
                  <a:cubicBezTo>
                    <a:pt x="4190" y="6449"/>
                    <a:pt x="4231" y="6326"/>
                    <a:pt x="4139" y="6247"/>
                  </a:cubicBezTo>
                  <a:cubicBezTo>
                    <a:pt x="3104" y="5463"/>
                    <a:pt x="2180" y="4663"/>
                    <a:pt x="1537" y="3519"/>
                  </a:cubicBezTo>
                  <a:cubicBezTo>
                    <a:pt x="894" y="2422"/>
                    <a:pt x="737" y="1293"/>
                    <a:pt x="518" y="71"/>
                  </a:cubicBezTo>
                  <a:cubicBezTo>
                    <a:pt x="510" y="24"/>
                    <a:pt x="467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2" name="Google Shape;482;p19"/>
          <p:cNvSpPr txBox="1"/>
          <p:nvPr>
            <p:ph idx="1" type="subTitle"/>
          </p:nvPr>
        </p:nvSpPr>
        <p:spPr>
          <a:xfrm>
            <a:off x="1333675" y="1704825"/>
            <a:ext cx="29145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83" name="Google Shape;483;p19"/>
          <p:cNvSpPr txBox="1"/>
          <p:nvPr>
            <p:ph idx="2" type="subTitle"/>
          </p:nvPr>
        </p:nvSpPr>
        <p:spPr>
          <a:xfrm>
            <a:off x="4895825" y="1704825"/>
            <a:ext cx="29145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84" name="Google Shape;484;p19"/>
          <p:cNvSpPr txBox="1"/>
          <p:nvPr>
            <p:ph idx="3" type="subTitle"/>
          </p:nvPr>
        </p:nvSpPr>
        <p:spPr>
          <a:xfrm>
            <a:off x="1333675" y="3199006"/>
            <a:ext cx="29145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85" name="Google Shape;485;p19"/>
          <p:cNvSpPr txBox="1"/>
          <p:nvPr>
            <p:ph idx="4" type="subTitle"/>
          </p:nvPr>
        </p:nvSpPr>
        <p:spPr>
          <a:xfrm>
            <a:off x="4895825" y="3199006"/>
            <a:ext cx="29145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19"/>
          <p:cNvSpPr txBox="1"/>
          <p:nvPr>
            <p:ph idx="5" type="subTitle"/>
          </p:nvPr>
        </p:nvSpPr>
        <p:spPr>
          <a:xfrm>
            <a:off x="1333675" y="1370350"/>
            <a:ext cx="2914500" cy="4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7" name="Google Shape;487;p19"/>
          <p:cNvSpPr txBox="1"/>
          <p:nvPr>
            <p:ph idx="6" type="subTitle"/>
          </p:nvPr>
        </p:nvSpPr>
        <p:spPr>
          <a:xfrm>
            <a:off x="1333675" y="2864503"/>
            <a:ext cx="2914500" cy="4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8" name="Google Shape;488;p19"/>
          <p:cNvSpPr txBox="1"/>
          <p:nvPr>
            <p:ph idx="7" type="subTitle"/>
          </p:nvPr>
        </p:nvSpPr>
        <p:spPr>
          <a:xfrm>
            <a:off x="4895825" y="1370350"/>
            <a:ext cx="2914500" cy="4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9" name="Google Shape;489;p19"/>
          <p:cNvSpPr txBox="1"/>
          <p:nvPr>
            <p:ph idx="8" type="subTitle"/>
          </p:nvPr>
        </p:nvSpPr>
        <p:spPr>
          <a:xfrm>
            <a:off x="4895825" y="2864503"/>
            <a:ext cx="2914500" cy="4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0" name="Google Shape;490;p19"/>
          <p:cNvSpPr/>
          <p:nvPr/>
        </p:nvSpPr>
        <p:spPr>
          <a:xfrm rot="-87">
            <a:off x="26" y="164509"/>
            <a:ext cx="594307" cy="2178535"/>
          </a:xfrm>
          <a:custGeom>
            <a:rect b="b" l="l" r="r" t="t"/>
            <a:pathLst>
              <a:path extrusionOk="0" h="22093" w="6027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 rot="-87">
            <a:off x="16" y="495344"/>
            <a:ext cx="245138" cy="1529205"/>
          </a:xfrm>
          <a:custGeom>
            <a:rect b="b" l="l" r="r" t="t"/>
            <a:pathLst>
              <a:path extrusionOk="0" h="15508" w="2486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 rot="2700000">
            <a:off x="8340708" y="3078356"/>
            <a:ext cx="1810191" cy="2029197"/>
          </a:xfrm>
          <a:custGeom>
            <a:rect b="b" l="l" r="r" t="t"/>
            <a:pathLst>
              <a:path extrusionOk="0" h="21435" w="19123">
                <a:moveTo>
                  <a:pt x="1193" y="0"/>
                </a:moveTo>
                <a:lnTo>
                  <a:pt x="1193" y="0"/>
                </a:lnTo>
                <a:cubicBezTo>
                  <a:pt x="833" y="186"/>
                  <a:pt x="485" y="385"/>
                  <a:pt x="137" y="547"/>
                </a:cubicBezTo>
                <a:cubicBezTo>
                  <a:pt x="1" y="2498"/>
                  <a:pt x="162" y="4411"/>
                  <a:pt x="1019" y="6076"/>
                </a:cubicBezTo>
                <a:cubicBezTo>
                  <a:pt x="1603" y="7207"/>
                  <a:pt x="2846" y="7654"/>
                  <a:pt x="3977" y="8039"/>
                </a:cubicBezTo>
                <a:cubicBezTo>
                  <a:pt x="4784" y="8313"/>
                  <a:pt x="5629" y="8549"/>
                  <a:pt x="6263" y="9145"/>
                </a:cubicBezTo>
                <a:cubicBezTo>
                  <a:pt x="6996" y="9791"/>
                  <a:pt x="7095" y="11046"/>
                  <a:pt x="7145" y="11966"/>
                </a:cubicBezTo>
                <a:cubicBezTo>
                  <a:pt x="7244" y="13742"/>
                  <a:pt x="7145" y="15519"/>
                  <a:pt x="7928" y="17184"/>
                </a:cubicBezTo>
                <a:cubicBezTo>
                  <a:pt x="8698" y="18849"/>
                  <a:pt x="10040" y="20216"/>
                  <a:pt x="11755" y="20912"/>
                </a:cubicBezTo>
                <a:cubicBezTo>
                  <a:pt x="12624" y="21260"/>
                  <a:pt x="13531" y="21421"/>
                  <a:pt x="14463" y="21433"/>
                </a:cubicBezTo>
                <a:cubicBezTo>
                  <a:pt x="14493" y="21434"/>
                  <a:pt x="14522" y="21434"/>
                  <a:pt x="14552" y="21434"/>
                </a:cubicBezTo>
                <a:cubicBezTo>
                  <a:pt x="15678" y="21434"/>
                  <a:pt x="16803" y="20981"/>
                  <a:pt x="17893" y="20775"/>
                </a:cubicBezTo>
                <a:cubicBezTo>
                  <a:pt x="18091" y="20738"/>
                  <a:pt x="18278" y="20713"/>
                  <a:pt x="18452" y="20700"/>
                </a:cubicBezTo>
                <a:cubicBezTo>
                  <a:pt x="18675" y="20116"/>
                  <a:pt x="18899" y="19532"/>
                  <a:pt x="19123" y="18936"/>
                </a:cubicBezTo>
                <a:cubicBezTo>
                  <a:pt x="19026" y="18929"/>
                  <a:pt x="18928" y="18926"/>
                  <a:pt x="18831" y="18926"/>
                </a:cubicBezTo>
                <a:cubicBezTo>
                  <a:pt x="17291" y="18926"/>
                  <a:pt x="15778" y="19707"/>
                  <a:pt x="14200" y="19707"/>
                </a:cubicBezTo>
                <a:cubicBezTo>
                  <a:pt x="14188" y="19707"/>
                  <a:pt x="14177" y="19706"/>
                  <a:pt x="14165" y="19706"/>
                </a:cubicBezTo>
                <a:cubicBezTo>
                  <a:pt x="12326" y="19706"/>
                  <a:pt x="10699" y="18563"/>
                  <a:pt x="9742" y="17047"/>
                </a:cubicBezTo>
                <a:cubicBezTo>
                  <a:pt x="8723" y="15445"/>
                  <a:pt x="8860" y="13519"/>
                  <a:pt x="8723" y="11692"/>
                </a:cubicBezTo>
                <a:cubicBezTo>
                  <a:pt x="8599" y="10027"/>
                  <a:pt x="8040" y="8710"/>
                  <a:pt x="6660" y="7704"/>
                </a:cubicBezTo>
                <a:cubicBezTo>
                  <a:pt x="5480" y="6859"/>
                  <a:pt x="3877" y="7045"/>
                  <a:pt x="2647" y="6325"/>
                </a:cubicBezTo>
                <a:cubicBezTo>
                  <a:pt x="1044" y="5393"/>
                  <a:pt x="1131" y="2460"/>
                  <a:pt x="1156" y="882"/>
                </a:cubicBezTo>
                <a:cubicBezTo>
                  <a:pt x="1168" y="584"/>
                  <a:pt x="1168" y="286"/>
                  <a:pt x="119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 rot="2700000">
            <a:off x="9031134" y="2585667"/>
            <a:ext cx="47141" cy="307953"/>
          </a:xfrm>
          <a:custGeom>
            <a:rect b="b" l="l" r="r" t="t"/>
            <a:pathLst>
              <a:path extrusionOk="0" h="3253" w="498">
                <a:moveTo>
                  <a:pt x="25" y="0"/>
                </a:moveTo>
                <a:lnTo>
                  <a:pt x="25" y="0"/>
                </a:lnTo>
                <a:cubicBezTo>
                  <a:pt x="50" y="1056"/>
                  <a:pt x="0" y="2112"/>
                  <a:pt x="125" y="3169"/>
                </a:cubicBezTo>
                <a:cubicBezTo>
                  <a:pt x="132" y="3219"/>
                  <a:pt x="181" y="3253"/>
                  <a:pt x="223" y="3253"/>
                </a:cubicBezTo>
                <a:cubicBezTo>
                  <a:pt x="254" y="3253"/>
                  <a:pt x="281" y="3235"/>
                  <a:pt x="286" y="3193"/>
                </a:cubicBezTo>
                <a:cubicBezTo>
                  <a:pt x="423" y="2224"/>
                  <a:pt x="497" y="1218"/>
                  <a:pt x="485" y="211"/>
                </a:cubicBezTo>
                <a:lnTo>
                  <a:pt x="2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 rot="2700000">
            <a:off x="8516771" y="3136933"/>
            <a:ext cx="628072" cy="567153"/>
          </a:xfrm>
          <a:custGeom>
            <a:rect b="b" l="l" r="r" t="t"/>
            <a:pathLst>
              <a:path extrusionOk="0" h="5991" w="6635">
                <a:moveTo>
                  <a:pt x="79" y="0"/>
                </a:moveTo>
                <a:cubicBezTo>
                  <a:pt x="42" y="0"/>
                  <a:pt x="0" y="32"/>
                  <a:pt x="16" y="78"/>
                </a:cubicBezTo>
                <a:cubicBezTo>
                  <a:pt x="438" y="1457"/>
                  <a:pt x="1370" y="2414"/>
                  <a:pt x="2613" y="3110"/>
                </a:cubicBezTo>
                <a:cubicBezTo>
                  <a:pt x="3259" y="3470"/>
                  <a:pt x="3942" y="3793"/>
                  <a:pt x="4576" y="4191"/>
                </a:cubicBezTo>
                <a:cubicBezTo>
                  <a:pt x="5346" y="4676"/>
                  <a:pt x="5769" y="5346"/>
                  <a:pt x="6390" y="5955"/>
                </a:cubicBezTo>
                <a:cubicBezTo>
                  <a:pt x="6418" y="5979"/>
                  <a:pt x="6453" y="5990"/>
                  <a:pt x="6488" y="5990"/>
                </a:cubicBezTo>
                <a:cubicBezTo>
                  <a:pt x="6562" y="5990"/>
                  <a:pt x="6634" y="5940"/>
                  <a:pt x="6626" y="5856"/>
                </a:cubicBezTo>
                <a:cubicBezTo>
                  <a:pt x="6539" y="4589"/>
                  <a:pt x="5060" y="3793"/>
                  <a:pt x="4066" y="3296"/>
                </a:cubicBezTo>
                <a:cubicBezTo>
                  <a:pt x="2501" y="2514"/>
                  <a:pt x="625" y="1917"/>
                  <a:pt x="128" y="41"/>
                </a:cubicBezTo>
                <a:cubicBezTo>
                  <a:pt x="123" y="12"/>
                  <a:pt x="102" y="0"/>
                  <a:pt x="7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 rot="2700000">
            <a:off x="8217742" y="4446934"/>
            <a:ext cx="1247435" cy="793597"/>
          </a:xfrm>
          <a:custGeom>
            <a:rect b="b" l="l" r="r" t="t"/>
            <a:pathLst>
              <a:path extrusionOk="0" h="8383" w="13178">
                <a:moveTo>
                  <a:pt x="315" y="1"/>
                </a:moveTo>
                <a:cubicBezTo>
                  <a:pt x="158" y="1"/>
                  <a:pt x="0" y="165"/>
                  <a:pt x="94" y="353"/>
                </a:cubicBezTo>
                <a:cubicBezTo>
                  <a:pt x="1274" y="2527"/>
                  <a:pt x="1709" y="5062"/>
                  <a:pt x="3772" y="6627"/>
                </a:cubicBezTo>
                <a:cubicBezTo>
                  <a:pt x="5269" y="7766"/>
                  <a:pt x="7373" y="8383"/>
                  <a:pt x="9416" y="8383"/>
                </a:cubicBezTo>
                <a:cubicBezTo>
                  <a:pt x="10694" y="8383"/>
                  <a:pt x="11949" y="8141"/>
                  <a:pt x="13016" y="7634"/>
                </a:cubicBezTo>
                <a:cubicBezTo>
                  <a:pt x="13178" y="7547"/>
                  <a:pt x="13091" y="7311"/>
                  <a:pt x="12929" y="7298"/>
                </a:cubicBezTo>
                <a:cubicBezTo>
                  <a:pt x="12871" y="7297"/>
                  <a:pt x="12813" y="7296"/>
                  <a:pt x="12756" y="7296"/>
                </a:cubicBezTo>
                <a:cubicBezTo>
                  <a:pt x="11481" y="7296"/>
                  <a:pt x="10224" y="7636"/>
                  <a:pt x="8943" y="7636"/>
                </a:cubicBezTo>
                <a:cubicBezTo>
                  <a:pt x="8797" y="7636"/>
                  <a:pt x="8652" y="7631"/>
                  <a:pt x="8506" y="7621"/>
                </a:cubicBezTo>
                <a:cubicBezTo>
                  <a:pt x="6990" y="7510"/>
                  <a:pt x="5325" y="6938"/>
                  <a:pt x="4045" y="6143"/>
                </a:cubicBezTo>
                <a:cubicBezTo>
                  <a:pt x="2045" y="4900"/>
                  <a:pt x="1573" y="2055"/>
                  <a:pt x="504" y="117"/>
                </a:cubicBezTo>
                <a:cubicBezTo>
                  <a:pt x="457" y="35"/>
                  <a:pt x="386" y="1"/>
                  <a:pt x="3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6" name="Google Shape;496;p19"/>
          <p:cNvGrpSpPr/>
          <p:nvPr/>
        </p:nvGrpSpPr>
        <p:grpSpPr>
          <a:xfrm rot="-1238230">
            <a:off x="7641514" y="4622750"/>
            <a:ext cx="478501" cy="442709"/>
            <a:chOff x="9444725" y="1971600"/>
            <a:chExt cx="877000" cy="811400"/>
          </a:xfrm>
        </p:grpSpPr>
        <p:sp>
          <p:nvSpPr>
            <p:cNvPr id="497" name="Google Shape;497;p19"/>
            <p:cNvSpPr/>
            <p:nvPr/>
          </p:nvSpPr>
          <p:spPr>
            <a:xfrm>
              <a:off x="9444725" y="1971600"/>
              <a:ext cx="877000" cy="811400"/>
            </a:xfrm>
            <a:custGeom>
              <a:rect b="b" l="l" r="r" t="t"/>
              <a:pathLst>
                <a:path extrusionOk="0" h="32456" w="3508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9885175" y="2544725"/>
              <a:ext cx="144225" cy="117075"/>
            </a:xfrm>
            <a:custGeom>
              <a:rect b="b" l="l" r="r" t="t"/>
              <a:pathLst>
                <a:path extrusionOk="0" h="4683" w="5769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9731175" y="2566075"/>
              <a:ext cx="128150" cy="106425"/>
            </a:xfrm>
            <a:custGeom>
              <a:rect b="b" l="l" r="r" t="t"/>
              <a:pathLst>
                <a:path extrusionOk="0" h="4257" w="5126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9760150" y="2401650"/>
              <a:ext cx="129350" cy="62075"/>
            </a:xfrm>
            <a:custGeom>
              <a:rect b="b" l="l" r="r" t="t"/>
              <a:pathLst>
                <a:path extrusionOk="0" h="2483" w="5174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9628100" y="2462200"/>
              <a:ext cx="61550" cy="25800"/>
            </a:xfrm>
            <a:custGeom>
              <a:rect b="b" l="l" r="r" t="t"/>
              <a:pathLst>
                <a:path extrusionOk="0" h="1032" w="2462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9555600" y="2375200"/>
              <a:ext cx="39625" cy="22825"/>
            </a:xfrm>
            <a:custGeom>
              <a:rect b="b" l="l" r="r" t="t"/>
              <a:pathLst>
                <a:path extrusionOk="0" h="913" w="1585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9614400" y="2396050"/>
              <a:ext cx="25475" cy="38150"/>
            </a:xfrm>
            <a:custGeom>
              <a:rect b="b" l="l" r="r" t="t"/>
              <a:pathLst>
                <a:path extrusionOk="0" h="1526" w="1019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10159850" y="2401375"/>
              <a:ext cx="16875" cy="13675"/>
            </a:xfrm>
            <a:custGeom>
              <a:rect b="b" l="l" r="r" t="t"/>
              <a:pathLst>
                <a:path extrusionOk="0" h="547" w="675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9794650" y="2005925"/>
              <a:ext cx="105825" cy="70675"/>
            </a:xfrm>
            <a:custGeom>
              <a:rect b="b" l="l" r="r" t="t"/>
              <a:pathLst>
                <a:path extrusionOk="0" h="2827" w="4233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9889475" y="2226100"/>
              <a:ext cx="9425" cy="8375"/>
            </a:xfrm>
            <a:custGeom>
              <a:rect b="b" l="l" r="r" t="t"/>
              <a:pathLst>
                <a:path extrusionOk="0" h="335" w="377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7" name="Google Shape;507;p19"/>
          <p:cNvGrpSpPr/>
          <p:nvPr/>
        </p:nvGrpSpPr>
        <p:grpSpPr>
          <a:xfrm flipH="1" rot="872405">
            <a:off x="-112529" y="2445815"/>
            <a:ext cx="688088" cy="587451"/>
            <a:chOff x="8902375" y="942775"/>
            <a:chExt cx="897400" cy="766150"/>
          </a:xfrm>
        </p:grpSpPr>
        <p:sp>
          <p:nvSpPr>
            <p:cNvPr id="508" name="Google Shape;508;p19"/>
            <p:cNvSpPr/>
            <p:nvPr/>
          </p:nvSpPr>
          <p:spPr>
            <a:xfrm>
              <a:off x="8902375" y="942775"/>
              <a:ext cx="897400" cy="766150"/>
            </a:xfrm>
            <a:custGeom>
              <a:rect b="b" l="l" r="r" t="t"/>
              <a:pathLst>
                <a:path extrusionOk="0" h="30646" w="35896">
                  <a:moveTo>
                    <a:pt x="1886" y="681"/>
                  </a:moveTo>
                  <a:cubicBezTo>
                    <a:pt x="2031" y="681"/>
                    <a:pt x="2179" y="705"/>
                    <a:pt x="2321" y="755"/>
                  </a:cubicBezTo>
                  <a:cubicBezTo>
                    <a:pt x="3120" y="1005"/>
                    <a:pt x="3857" y="1413"/>
                    <a:pt x="4343" y="2118"/>
                  </a:cubicBezTo>
                  <a:cubicBezTo>
                    <a:pt x="4891" y="2918"/>
                    <a:pt x="5409" y="3733"/>
                    <a:pt x="5894" y="4579"/>
                  </a:cubicBezTo>
                  <a:cubicBezTo>
                    <a:pt x="6631" y="5880"/>
                    <a:pt x="7336" y="7212"/>
                    <a:pt x="8261" y="8388"/>
                  </a:cubicBezTo>
                  <a:cubicBezTo>
                    <a:pt x="9186" y="9564"/>
                    <a:pt x="9985" y="10833"/>
                    <a:pt x="10832" y="12071"/>
                  </a:cubicBezTo>
                  <a:cubicBezTo>
                    <a:pt x="11208" y="12636"/>
                    <a:pt x="11553" y="13200"/>
                    <a:pt x="11913" y="13764"/>
                  </a:cubicBezTo>
                  <a:cubicBezTo>
                    <a:pt x="11976" y="13858"/>
                    <a:pt x="11976" y="13984"/>
                    <a:pt x="12007" y="14062"/>
                  </a:cubicBezTo>
                  <a:cubicBezTo>
                    <a:pt x="11945" y="14140"/>
                    <a:pt x="11913" y="14235"/>
                    <a:pt x="11866" y="14250"/>
                  </a:cubicBezTo>
                  <a:cubicBezTo>
                    <a:pt x="11553" y="14376"/>
                    <a:pt x="11239" y="14564"/>
                    <a:pt x="10910" y="14579"/>
                  </a:cubicBezTo>
                  <a:cubicBezTo>
                    <a:pt x="10393" y="14611"/>
                    <a:pt x="9891" y="14611"/>
                    <a:pt x="9421" y="14924"/>
                  </a:cubicBezTo>
                  <a:cubicBezTo>
                    <a:pt x="9381" y="14949"/>
                    <a:pt x="9336" y="14959"/>
                    <a:pt x="9289" y="14959"/>
                  </a:cubicBezTo>
                  <a:cubicBezTo>
                    <a:pt x="9157" y="14959"/>
                    <a:pt x="9012" y="14872"/>
                    <a:pt x="8920" y="14767"/>
                  </a:cubicBezTo>
                  <a:cubicBezTo>
                    <a:pt x="8716" y="14548"/>
                    <a:pt x="8543" y="14313"/>
                    <a:pt x="8355" y="14078"/>
                  </a:cubicBezTo>
                  <a:cubicBezTo>
                    <a:pt x="8230" y="13937"/>
                    <a:pt x="8120" y="13780"/>
                    <a:pt x="7963" y="13670"/>
                  </a:cubicBezTo>
                  <a:cubicBezTo>
                    <a:pt x="6976" y="13012"/>
                    <a:pt x="6568" y="11946"/>
                    <a:pt x="6083" y="10927"/>
                  </a:cubicBezTo>
                  <a:cubicBezTo>
                    <a:pt x="5393" y="9485"/>
                    <a:pt x="4625" y="8059"/>
                    <a:pt x="3716" y="6727"/>
                  </a:cubicBezTo>
                  <a:cubicBezTo>
                    <a:pt x="2775" y="5332"/>
                    <a:pt x="1960" y="3858"/>
                    <a:pt x="1114" y="2400"/>
                  </a:cubicBezTo>
                  <a:cubicBezTo>
                    <a:pt x="1098" y="2369"/>
                    <a:pt x="1082" y="2322"/>
                    <a:pt x="1067" y="2291"/>
                  </a:cubicBezTo>
                  <a:cubicBezTo>
                    <a:pt x="863" y="1930"/>
                    <a:pt x="628" y="1570"/>
                    <a:pt x="910" y="1146"/>
                  </a:cubicBezTo>
                  <a:cubicBezTo>
                    <a:pt x="1106" y="859"/>
                    <a:pt x="1487" y="681"/>
                    <a:pt x="1886" y="681"/>
                  </a:cubicBezTo>
                  <a:close/>
                  <a:moveTo>
                    <a:pt x="6657" y="16052"/>
                  </a:moveTo>
                  <a:cubicBezTo>
                    <a:pt x="6885" y="16052"/>
                    <a:pt x="7125" y="16066"/>
                    <a:pt x="7383" y="16100"/>
                  </a:cubicBezTo>
                  <a:cubicBezTo>
                    <a:pt x="6851" y="16413"/>
                    <a:pt x="6459" y="16617"/>
                    <a:pt x="6130" y="16883"/>
                  </a:cubicBezTo>
                  <a:cubicBezTo>
                    <a:pt x="5785" y="17166"/>
                    <a:pt x="5409" y="17401"/>
                    <a:pt x="5017" y="17620"/>
                  </a:cubicBezTo>
                  <a:cubicBezTo>
                    <a:pt x="4781" y="17750"/>
                    <a:pt x="4590" y="17817"/>
                    <a:pt x="4419" y="17817"/>
                  </a:cubicBezTo>
                  <a:cubicBezTo>
                    <a:pt x="4156" y="17817"/>
                    <a:pt x="3940" y="17661"/>
                    <a:pt x="3684" y="17338"/>
                  </a:cubicBezTo>
                  <a:cubicBezTo>
                    <a:pt x="3512" y="17119"/>
                    <a:pt x="3559" y="16930"/>
                    <a:pt x="3778" y="16774"/>
                  </a:cubicBezTo>
                  <a:cubicBezTo>
                    <a:pt x="4217" y="16460"/>
                    <a:pt x="4735" y="16351"/>
                    <a:pt x="5236" y="16225"/>
                  </a:cubicBezTo>
                  <a:cubicBezTo>
                    <a:pt x="5683" y="16127"/>
                    <a:pt x="6137" y="16052"/>
                    <a:pt x="6657" y="16052"/>
                  </a:cubicBezTo>
                  <a:close/>
                  <a:moveTo>
                    <a:pt x="22086" y="11317"/>
                  </a:moveTo>
                  <a:cubicBezTo>
                    <a:pt x="22633" y="11317"/>
                    <a:pt x="23180" y="11437"/>
                    <a:pt x="23732" y="11586"/>
                  </a:cubicBezTo>
                  <a:cubicBezTo>
                    <a:pt x="24171" y="11711"/>
                    <a:pt x="24563" y="11883"/>
                    <a:pt x="24829" y="12291"/>
                  </a:cubicBezTo>
                  <a:cubicBezTo>
                    <a:pt x="25237" y="12918"/>
                    <a:pt x="25832" y="13278"/>
                    <a:pt x="26569" y="13419"/>
                  </a:cubicBezTo>
                  <a:cubicBezTo>
                    <a:pt x="27008" y="13498"/>
                    <a:pt x="27431" y="13686"/>
                    <a:pt x="27870" y="13796"/>
                  </a:cubicBezTo>
                  <a:cubicBezTo>
                    <a:pt x="28371" y="13921"/>
                    <a:pt x="28716" y="14219"/>
                    <a:pt x="29014" y="14642"/>
                  </a:cubicBezTo>
                  <a:cubicBezTo>
                    <a:pt x="29218" y="14940"/>
                    <a:pt x="29484" y="15222"/>
                    <a:pt x="29641" y="15551"/>
                  </a:cubicBezTo>
                  <a:cubicBezTo>
                    <a:pt x="29845" y="15959"/>
                    <a:pt x="30096" y="16194"/>
                    <a:pt x="30534" y="16304"/>
                  </a:cubicBezTo>
                  <a:cubicBezTo>
                    <a:pt x="30738" y="16335"/>
                    <a:pt x="30911" y="16539"/>
                    <a:pt x="31067" y="16695"/>
                  </a:cubicBezTo>
                  <a:cubicBezTo>
                    <a:pt x="31428" y="17025"/>
                    <a:pt x="31757" y="17369"/>
                    <a:pt x="32118" y="17699"/>
                  </a:cubicBezTo>
                  <a:cubicBezTo>
                    <a:pt x="32137" y="17728"/>
                    <a:pt x="32195" y="17739"/>
                    <a:pt x="32243" y="17739"/>
                  </a:cubicBezTo>
                  <a:cubicBezTo>
                    <a:pt x="32270" y="17739"/>
                    <a:pt x="32294" y="17736"/>
                    <a:pt x="32306" y="17730"/>
                  </a:cubicBezTo>
                  <a:cubicBezTo>
                    <a:pt x="32353" y="17683"/>
                    <a:pt x="32368" y="17589"/>
                    <a:pt x="32368" y="17526"/>
                  </a:cubicBezTo>
                  <a:cubicBezTo>
                    <a:pt x="32368" y="17244"/>
                    <a:pt x="32212" y="17040"/>
                    <a:pt x="32039" y="16836"/>
                  </a:cubicBezTo>
                  <a:cubicBezTo>
                    <a:pt x="31726" y="16507"/>
                    <a:pt x="31459" y="16178"/>
                    <a:pt x="31177" y="15849"/>
                  </a:cubicBezTo>
                  <a:cubicBezTo>
                    <a:pt x="31263" y="15729"/>
                    <a:pt x="31344" y="15693"/>
                    <a:pt x="31420" y="15693"/>
                  </a:cubicBezTo>
                  <a:cubicBezTo>
                    <a:pt x="31483" y="15693"/>
                    <a:pt x="31543" y="15718"/>
                    <a:pt x="31600" y="15739"/>
                  </a:cubicBezTo>
                  <a:cubicBezTo>
                    <a:pt x="32400" y="16068"/>
                    <a:pt x="33277" y="16209"/>
                    <a:pt x="33967" y="16774"/>
                  </a:cubicBezTo>
                  <a:cubicBezTo>
                    <a:pt x="34077" y="16868"/>
                    <a:pt x="34218" y="16946"/>
                    <a:pt x="34312" y="17056"/>
                  </a:cubicBezTo>
                  <a:cubicBezTo>
                    <a:pt x="34375" y="17134"/>
                    <a:pt x="34422" y="17260"/>
                    <a:pt x="34390" y="17354"/>
                  </a:cubicBezTo>
                  <a:cubicBezTo>
                    <a:pt x="34312" y="17699"/>
                    <a:pt x="33951" y="18043"/>
                    <a:pt x="33607" y="18043"/>
                  </a:cubicBezTo>
                  <a:cubicBezTo>
                    <a:pt x="33559" y="18042"/>
                    <a:pt x="33511" y="18042"/>
                    <a:pt x="33463" y="18042"/>
                  </a:cubicBezTo>
                  <a:cubicBezTo>
                    <a:pt x="32308" y="18042"/>
                    <a:pt x="31193" y="18394"/>
                    <a:pt x="30064" y="18545"/>
                  </a:cubicBezTo>
                  <a:cubicBezTo>
                    <a:pt x="29337" y="18647"/>
                    <a:pt x="28610" y="18770"/>
                    <a:pt x="27883" y="18770"/>
                  </a:cubicBezTo>
                  <a:cubicBezTo>
                    <a:pt x="27717" y="18770"/>
                    <a:pt x="27550" y="18763"/>
                    <a:pt x="27384" y="18749"/>
                  </a:cubicBezTo>
                  <a:cubicBezTo>
                    <a:pt x="27362" y="18746"/>
                    <a:pt x="27338" y="18745"/>
                    <a:pt x="27314" y="18745"/>
                  </a:cubicBezTo>
                  <a:cubicBezTo>
                    <a:pt x="27193" y="18745"/>
                    <a:pt x="27050" y="18772"/>
                    <a:pt x="26925" y="18772"/>
                  </a:cubicBezTo>
                  <a:cubicBezTo>
                    <a:pt x="26777" y="18772"/>
                    <a:pt x="26655" y="18733"/>
                    <a:pt x="26632" y="18561"/>
                  </a:cubicBezTo>
                  <a:cubicBezTo>
                    <a:pt x="26600" y="18310"/>
                    <a:pt x="27055" y="18341"/>
                    <a:pt x="27290" y="18278"/>
                  </a:cubicBezTo>
                  <a:cubicBezTo>
                    <a:pt x="27556" y="18216"/>
                    <a:pt x="27776" y="18075"/>
                    <a:pt x="27933" y="17855"/>
                  </a:cubicBezTo>
                  <a:cubicBezTo>
                    <a:pt x="28168" y="17510"/>
                    <a:pt x="28403" y="17181"/>
                    <a:pt x="28607" y="16821"/>
                  </a:cubicBezTo>
                  <a:cubicBezTo>
                    <a:pt x="28826" y="16429"/>
                    <a:pt x="28669" y="16053"/>
                    <a:pt x="28246" y="15943"/>
                  </a:cubicBezTo>
                  <a:cubicBezTo>
                    <a:pt x="27999" y="15872"/>
                    <a:pt x="27746" y="15822"/>
                    <a:pt x="27495" y="15822"/>
                  </a:cubicBezTo>
                  <a:cubicBezTo>
                    <a:pt x="27300" y="15822"/>
                    <a:pt x="27105" y="15852"/>
                    <a:pt x="26914" y="15927"/>
                  </a:cubicBezTo>
                  <a:cubicBezTo>
                    <a:pt x="26334" y="16162"/>
                    <a:pt x="25722" y="16382"/>
                    <a:pt x="25205" y="16742"/>
                  </a:cubicBezTo>
                  <a:cubicBezTo>
                    <a:pt x="25080" y="16836"/>
                    <a:pt x="24970" y="16930"/>
                    <a:pt x="25095" y="17103"/>
                  </a:cubicBezTo>
                  <a:cubicBezTo>
                    <a:pt x="25132" y="17158"/>
                    <a:pt x="25190" y="17181"/>
                    <a:pt x="25254" y="17181"/>
                  </a:cubicBezTo>
                  <a:cubicBezTo>
                    <a:pt x="25300" y="17181"/>
                    <a:pt x="25348" y="17169"/>
                    <a:pt x="25393" y="17150"/>
                  </a:cubicBezTo>
                  <a:cubicBezTo>
                    <a:pt x="25942" y="16899"/>
                    <a:pt x="26475" y="16648"/>
                    <a:pt x="27023" y="16398"/>
                  </a:cubicBezTo>
                  <a:cubicBezTo>
                    <a:pt x="27149" y="16338"/>
                    <a:pt x="27273" y="16306"/>
                    <a:pt x="27392" y="16306"/>
                  </a:cubicBezTo>
                  <a:cubicBezTo>
                    <a:pt x="27554" y="16306"/>
                    <a:pt x="27709" y="16365"/>
                    <a:pt x="27854" y="16492"/>
                  </a:cubicBezTo>
                  <a:cubicBezTo>
                    <a:pt x="27964" y="16601"/>
                    <a:pt x="28042" y="16742"/>
                    <a:pt x="27948" y="16899"/>
                  </a:cubicBezTo>
                  <a:cubicBezTo>
                    <a:pt x="27744" y="17244"/>
                    <a:pt x="27541" y="17589"/>
                    <a:pt x="27070" y="17683"/>
                  </a:cubicBezTo>
                  <a:cubicBezTo>
                    <a:pt x="26585" y="17793"/>
                    <a:pt x="26161" y="18012"/>
                    <a:pt x="25785" y="18341"/>
                  </a:cubicBezTo>
                  <a:cubicBezTo>
                    <a:pt x="25534" y="18545"/>
                    <a:pt x="25268" y="18592"/>
                    <a:pt x="24954" y="18592"/>
                  </a:cubicBezTo>
                  <a:cubicBezTo>
                    <a:pt x="23403" y="18584"/>
                    <a:pt x="21847" y="18584"/>
                    <a:pt x="20291" y="18584"/>
                  </a:cubicBezTo>
                  <a:cubicBezTo>
                    <a:pt x="18736" y="18584"/>
                    <a:pt x="17180" y="18584"/>
                    <a:pt x="15628" y="18576"/>
                  </a:cubicBezTo>
                  <a:cubicBezTo>
                    <a:pt x="14640" y="18562"/>
                    <a:pt x="13665" y="18338"/>
                    <a:pt x="12678" y="18338"/>
                  </a:cubicBezTo>
                  <a:cubicBezTo>
                    <a:pt x="12617" y="18338"/>
                    <a:pt x="12555" y="18339"/>
                    <a:pt x="12493" y="18341"/>
                  </a:cubicBezTo>
                  <a:cubicBezTo>
                    <a:pt x="12450" y="18343"/>
                    <a:pt x="12406" y="18344"/>
                    <a:pt x="12362" y="18344"/>
                  </a:cubicBezTo>
                  <a:cubicBezTo>
                    <a:pt x="12152" y="18344"/>
                    <a:pt x="11941" y="18322"/>
                    <a:pt x="11731" y="18322"/>
                  </a:cubicBezTo>
                  <a:cubicBezTo>
                    <a:pt x="11687" y="18322"/>
                    <a:pt x="11643" y="18323"/>
                    <a:pt x="11600" y="18326"/>
                  </a:cubicBezTo>
                  <a:cubicBezTo>
                    <a:pt x="11368" y="18344"/>
                    <a:pt x="11138" y="18353"/>
                    <a:pt x="10909" y="18353"/>
                  </a:cubicBezTo>
                  <a:cubicBezTo>
                    <a:pt x="10163" y="18353"/>
                    <a:pt x="9432" y="18258"/>
                    <a:pt x="8700" y="18090"/>
                  </a:cubicBezTo>
                  <a:cubicBezTo>
                    <a:pt x="8371" y="18014"/>
                    <a:pt x="8034" y="17975"/>
                    <a:pt x="7695" y="17975"/>
                  </a:cubicBezTo>
                  <a:cubicBezTo>
                    <a:pt x="7550" y="17975"/>
                    <a:pt x="7404" y="17982"/>
                    <a:pt x="7258" y="17996"/>
                  </a:cubicBezTo>
                  <a:cubicBezTo>
                    <a:pt x="7208" y="18001"/>
                    <a:pt x="7160" y="18004"/>
                    <a:pt x="7111" y="18004"/>
                  </a:cubicBezTo>
                  <a:cubicBezTo>
                    <a:pt x="6854" y="18004"/>
                    <a:pt x="6613" y="17930"/>
                    <a:pt x="6349" y="17746"/>
                  </a:cubicBezTo>
                  <a:cubicBezTo>
                    <a:pt x="6725" y="17181"/>
                    <a:pt x="7211" y="17009"/>
                    <a:pt x="7713" y="16836"/>
                  </a:cubicBezTo>
                  <a:cubicBezTo>
                    <a:pt x="8481" y="16554"/>
                    <a:pt x="9233" y="16241"/>
                    <a:pt x="9891" y="15724"/>
                  </a:cubicBezTo>
                  <a:cubicBezTo>
                    <a:pt x="10163" y="15515"/>
                    <a:pt x="10463" y="15403"/>
                    <a:pt x="10781" y="15403"/>
                  </a:cubicBezTo>
                  <a:cubicBezTo>
                    <a:pt x="10940" y="15403"/>
                    <a:pt x="11104" y="15431"/>
                    <a:pt x="11271" y="15488"/>
                  </a:cubicBezTo>
                  <a:cubicBezTo>
                    <a:pt x="11349" y="15520"/>
                    <a:pt x="11412" y="15583"/>
                    <a:pt x="11474" y="15583"/>
                  </a:cubicBezTo>
                  <a:cubicBezTo>
                    <a:pt x="12525" y="15645"/>
                    <a:pt x="13512" y="16006"/>
                    <a:pt x="14547" y="16100"/>
                  </a:cubicBezTo>
                  <a:cubicBezTo>
                    <a:pt x="15362" y="16178"/>
                    <a:pt x="16192" y="16147"/>
                    <a:pt x="16866" y="16695"/>
                  </a:cubicBezTo>
                  <a:cubicBezTo>
                    <a:pt x="16893" y="16716"/>
                    <a:pt x="16927" y="16727"/>
                    <a:pt x="16964" y="16727"/>
                  </a:cubicBezTo>
                  <a:cubicBezTo>
                    <a:pt x="17037" y="16727"/>
                    <a:pt x="17117" y="16685"/>
                    <a:pt x="17149" y="16601"/>
                  </a:cubicBezTo>
                  <a:cubicBezTo>
                    <a:pt x="17196" y="16507"/>
                    <a:pt x="17227" y="16366"/>
                    <a:pt x="17180" y="16288"/>
                  </a:cubicBezTo>
                  <a:cubicBezTo>
                    <a:pt x="17008" y="15912"/>
                    <a:pt x="16663" y="15755"/>
                    <a:pt x="16286" y="15692"/>
                  </a:cubicBezTo>
                  <a:cubicBezTo>
                    <a:pt x="16225" y="15676"/>
                    <a:pt x="16162" y="15671"/>
                    <a:pt x="16098" y="15671"/>
                  </a:cubicBezTo>
                  <a:cubicBezTo>
                    <a:pt x="16009" y="15671"/>
                    <a:pt x="15917" y="15680"/>
                    <a:pt x="15825" y="15680"/>
                  </a:cubicBezTo>
                  <a:cubicBezTo>
                    <a:pt x="15796" y="15680"/>
                    <a:pt x="15767" y="15679"/>
                    <a:pt x="15738" y="15677"/>
                  </a:cubicBezTo>
                  <a:cubicBezTo>
                    <a:pt x="14829" y="15661"/>
                    <a:pt x="13951" y="15457"/>
                    <a:pt x="13120" y="15112"/>
                  </a:cubicBezTo>
                  <a:cubicBezTo>
                    <a:pt x="12728" y="14940"/>
                    <a:pt x="12666" y="14611"/>
                    <a:pt x="13011" y="14329"/>
                  </a:cubicBezTo>
                  <a:cubicBezTo>
                    <a:pt x="13355" y="14046"/>
                    <a:pt x="13716" y="13780"/>
                    <a:pt x="14108" y="13561"/>
                  </a:cubicBezTo>
                  <a:cubicBezTo>
                    <a:pt x="14343" y="13425"/>
                    <a:pt x="14594" y="13357"/>
                    <a:pt x="14848" y="13357"/>
                  </a:cubicBezTo>
                  <a:cubicBezTo>
                    <a:pt x="15035" y="13357"/>
                    <a:pt x="15223" y="13394"/>
                    <a:pt x="15409" y="13466"/>
                  </a:cubicBezTo>
                  <a:cubicBezTo>
                    <a:pt x="15664" y="13566"/>
                    <a:pt x="15919" y="13619"/>
                    <a:pt x="16180" y="13619"/>
                  </a:cubicBezTo>
                  <a:cubicBezTo>
                    <a:pt x="16288" y="13619"/>
                    <a:pt x="16396" y="13610"/>
                    <a:pt x="16506" y="13592"/>
                  </a:cubicBezTo>
                  <a:cubicBezTo>
                    <a:pt x="16590" y="13578"/>
                    <a:pt x="16675" y="13570"/>
                    <a:pt x="16760" y="13570"/>
                  </a:cubicBezTo>
                  <a:cubicBezTo>
                    <a:pt x="16863" y="13570"/>
                    <a:pt x="16967" y="13582"/>
                    <a:pt x="17070" y="13608"/>
                  </a:cubicBezTo>
                  <a:cubicBezTo>
                    <a:pt x="17816" y="13766"/>
                    <a:pt x="18570" y="13777"/>
                    <a:pt x="19327" y="13777"/>
                  </a:cubicBezTo>
                  <a:cubicBezTo>
                    <a:pt x="19456" y="13777"/>
                    <a:pt x="19585" y="13777"/>
                    <a:pt x="19714" y="13777"/>
                  </a:cubicBezTo>
                  <a:cubicBezTo>
                    <a:pt x="19878" y="13777"/>
                    <a:pt x="20041" y="13778"/>
                    <a:pt x="20205" y="13780"/>
                  </a:cubicBezTo>
                  <a:cubicBezTo>
                    <a:pt x="20242" y="13781"/>
                    <a:pt x="20279" y="13782"/>
                    <a:pt x="20316" y="13782"/>
                  </a:cubicBezTo>
                  <a:cubicBezTo>
                    <a:pt x="21339" y="13782"/>
                    <a:pt x="22274" y="13368"/>
                    <a:pt x="23136" y="12824"/>
                  </a:cubicBezTo>
                  <a:cubicBezTo>
                    <a:pt x="23199" y="12792"/>
                    <a:pt x="23230" y="12698"/>
                    <a:pt x="23230" y="12636"/>
                  </a:cubicBezTo>
                  <a:cubicBezTo>
                    <a:pt x="23218" y="12514"/>
                    <a:pt x="23149" y="12468"/>
                    <a:pt x="23068" y="12468"/>
                  </a:cubicBezTo>
                  <a:cubicBezTo>
                    <a:pt x="23044" y="12468"/>
                    <a:pt x="23020" y="12472"/>
                    <a:pt x="22995" y="12479"/>
                  </a:cubicBezTo>
                  <a:cubicBezTo>
                    <a:pt x="22697" y="12510"/>
                    <a:pt x="22384" y="12542"/>
                    <a:pt x="22133" y="12714"/>
                  </a:cubicBezTo>
                  <a:cubicBezTo>
                    <a:pt x="21523" y="13105"/>
                    <a:pt x="20880" y="13285"/>
                    <a:pt x="20203" y="13285"/>
                  </a:cubicBezTo>
                  <a:cubicBezTo>
                    <a:pt x="19957" y="13285"/>
                    <a:pt x="19707" y="13262"/>
                    <a:pt x="19453" y="13216"/>
                  </a:cubicBezTo>
                  <a:cubicBezTo>
                    <a:pt x="18935" y="13137"/>
                    <a:pt x="18403" y="13184"/>
                    <a:pt x="17885" y="13122"/>
                  </a:cubicBezTo>
                  <a:cubicBezTo>
                    <a:pt x="17352" y="13059"/>
                    <a:pt x="17023" y="12824"/>
                    <a:pt x="17102" y="12620"/>
                  </a:cubicBezTo>
                  <a:cubicBezTo>
                    <a:pt x="17227" y="12307"/>
                    <a:pt x="17525" y="12181"/>
                    <a:pt x="17807" y="12118"/>
                  </a:cubicBezTo>
                  <a:cubicBezTo>
                    <a:pt x="18653" y="11962"/>
                    <a:pt x="19500" y="11821"/>
                    <a:pt x="20346" y="11680"/>
                  </a:cubicBezTo>
                  <a:cubicBezTo>
                    <a:pt x="20503" y="11648"/>
                    <a:pt x="20660" y="11648"/>
                    <a:pt x="20785" y="11586"/>
                  </a:cubicBezTo>
                  <a:cubicBezTo>
                    <a:pt x="21221" y="11392"/>
                    <a:pt x="21654" y="11317"/>
                    <a:pt x="22086" y="11317"/>
                  </a:cubicBezTo>
                  <a:close/>
                  <a:moveTo>
                    <a:pt x="5017" y="18482"/>
                  </a:moveTo>
                  <a:cubicBezTo>
                    <a:pt x="5361" y="18498"/>
                    <a:pt x="5691" y="18514"/>
                    <a:pt x="6020" y="18561"/>
                  </a:cubicBezTo>
                  <a:cubicBezTo>
                    <a:pt x="7242" y="18702"/>
                    <a:pt x="8481" y="18608"/>
                    <a:pt x="9703" y="18921"/>
                  </a:cubicBezTo>
                  <a:cubicBezTo>
                    <a:pt x="9909" y="18975"/>
                    <a:pt x="10122" y="18992"/>
                    <a:pt x="10340" y="18992"/>
                  </a:cubicBezTo>
                  <a:cubicBezTo>
                    <a:pt x="10692" y="18992"/>
                    <a:pt x="11055" y="18948"/>
                    <a:pt x="11415" y="18948"/>
                  </a:cubicBezTo>
                  <a:cubicBezTo>
                    <a:pt x="11477" y="18948"/>
                    <a:pt x="11539" y="18949"/>
                    <a:pt x="11600" y="18952"/>
                  </a:cubicBezTo>
                  <a:cubicBezTo>
                    <a:pt x="13058" y="19015"/>
                    <a:pt x="14515" y="19109"/>
                    <a:pt x="15973" y="19188"/>
                  </a:cubicBezTo>
                  <a:cubicBezTo>
                    <a:pt x="16354" y="19206"/>
                    <a:pt x="16736" y="19212"/>
                    <a:pt x="17117" y="19212"/>
                  </a:cubicBezTo>
                  <a:cubicBezTo>
                    <a:pt x="17707" y="19212"/>
                    <a:pt x="18298" y="19197"/>
                    <a:pt x="18888" y="19188"/>
                  </a:cubicBezTo>
                  <a:cubicBezTo>
                    <a:pt x="19356" y="19180"/>
                    <a:pt x="19823" y="19177"/>
                    <a:pt x="20291" y="19177"/>
                  </a:cubicBezTo>
                  <a:cubicBezTo>
                    <a:pt x="21767" y="19177"/>
                    <a:pt x="23243" y="19207"/>
                    <a:pt x="24719" y="19219"/>
                  </a:cubicBezTo>
                  <a:cubicBezTo>
                    <a:pt x="24967" y="19219"/>
                    <a:pt x="25215" y="19205"/>
                    <a:pt x="25461" y="19205"/>
                  </a:cubicBezTo>
                  <a:cubicBezTo>
                    <a:pt x="25665" y="19205"/>
                    <a:pt x="25868" y="19215"/>
                    <a:pt x="26067" y="19250"/>
                  </a:cubicBezTo>
                  <a:cubicBezTo>
                    <a:pt x="26551" y="19335"/>
                    <a:pt x="27033" y="19370"/>
                    <a:pt x="27514" y="19370"/>
                  </a:cubicBezTo>
                  <a:cubicBezTo>
                    <a:pt x="28450" y="19370"/>
                    <a:pt x="29383" y="19239"/>
                    <a:pt x="30315" y="19094"/>
                  </a:cubicBezTo>
                  <a:cubicBezTo>
                    <a:pt x="30864" y="19000"/>
                    <a:pt x="31428" y="18905"/>
                    <a:pt x="31976" y="18843"/>
                  </a:cubicBezTo>
                  <a:cubicBezTo>
                    <a:pt x="32353" y="18811"/>
                    <a:pt x="32729" y="18796"/>
                    <a:pt x="33105" y="18796"/>
                  </a:cubicBezTo>
                  <a:cubicBezTo>
                    <a:pt x="33403" y="18796"/>
                    <a:pt x="33528" y="18984"/>
                    <a:pt x="33403" y="19235"/>
                  </a:cubicBezTo>
                  <a:cubicBezTo>
                    <a:pt x="33074" y="19815"/>
                    <a:pt x="32776" y="20426"/>
                    <a:pt x="32306" y="20912"/>
                  </a:cubicBezTo>
                  <a:cubicBezTo>
                    <a:pt x="32071" y="21163"/>
                    <a:pt x="31851" y="21429"/>
                    <a:pt x="31663" y="21695"/>
                  </a:cubicBezTo>
                  <a:cubicBezTo>
                    <a:pt x="30581" y="23279"/>
                    <a:pt x="29171" y="24580"/>
                    <a:pt x="27948" y="26053"/>
                  </a:cubicBezTo>
                  <a:cubicBezTo>
                    <a:pt x="27572" y="26523"/>
                    <a:pt x="27102" y="26993"/>
                    <a:pt x="26396" y="27103"/>
                  </a:cubicBezTo>
                  <a:cubicBezTo>
                    <a:pt x="26193" y="27119"/>
                    <a:pt x="26005" y="27291"/>
                    <a:pt x="25816" y="27417"/>
                  </a:cubicBezTo>
                  <a:cubicBezTo>
                    <a:pt x="25511" y="27616"/>
                    <a:pt x="25183" y="27725"/>
                    <a:pt x="24832" y="27725"/>
                  </a:cubicBezTo>
                  <a:cubicBezTo>
                    <a:pt x="24769" y="27725"/>
                    <a:pt x="24705" y="27722"/>
                    <a:pt x="24641" y="27714"/>
                  </a:cubicBezTo>
                  <a:cubicBezTo>
                    <a:pt x="24525" y="27704"/>
                    <a:pt x="24410" y="27700"/>
                    <a:pt x="24296" y="27700"/>
                  </a:cubicBezTo>
                  <a:cubicBezTo>
                    <a:pt x="23884" y="27700"/>
                    <a:pt x="23479" y="27756"/>
                    <a:pt x="23073" y="27793"/>
                  </a:cubicBezTo>
                  <a:cubicBezTo>
                    <a:pt x="22643" y="27842"/>
                    <a:pt x="22212" y="27862"/>
                    <a:pt x="21780" y="27862"/>
                  </a:cubicBezTo>
                  <a:cubicBezTo>
                    <a:pt x="21393" y="27862"/>
                    <a:pt x="21005" y="27846"/>
                    <a:pt x="20613" y="27824"/>
                  </a:cubicBezTo>
                  <a:cubicBezTo>
                    <a:pt x="20124" y="27799"/>
                    <a:pt x="19632" y="27794"/>
                    <a:pt x="19139" y="27794"/>
                  </a:cubicBezTo>
                  <a:cubicBezTo>
                    <a:pt x="18810" y="27794"/>
                    <a:pt x="18481" y="27796"/>
                    <a:pt x="18151" y="27796"/>
                  </a:cubicBezTo>
                  <a:cubicBezTo>
                    <a:pt x="17739" y="27796"/>
                    <a:pt x="17326" y="27793"/>
                    <a:pt x="16913" y="27777"/>
                  </a:cubicBezTo>
                  <a:cubicBezTo>
                    <a:pt x="15754" y="27746"/>
                    <a:pt x="14625" y="27479"/>
                    <a:pt x="13528" y="27072"/>
                  </a:cubicBezTo>
                  <a:cubicBezTo>
                    <a:pt x="13042" y="26899"/>
                    <a:pt x="12556" y="26696"/>
                    <a:pt x="12023" y="26664"/>
                  </a:cubicBezTo>
                  <a:cubicBezTo>
                    <a:pt x="11443" y="26633"/>
                    <a:pt x="10942" y="26413"/>
                    <a:pt x="10503" y="26022"/>
                  </a:cubicBezTo>
                  <a:cubicBezTo>
                    <a:pt x="9374" y="25050"/>
                    <a:pt x="8152" y="24172"/>
                    <a:pt x="7148" y="23043"/>
                  </a:cubicBezTo>
                  <a:cubicBezTo>
                    <a:pt x="6709" y="22542"/>
                    <a:pt x="6177" y="22103"/>
                    <a:pt x="5644" y="21711"/>
                  </a:cubicBezTo>
                  <a:cubicBezTo>
                    <a:pt x="4766" y="21053"/>
                    <a:pt x="4296" y="20112"/>
                    <a:pt x="3763" y="19219"/>
                  </a:cubicBezTo>
                  <a:cubicBezTo>
                    <a:pt x="3512" y="18811"/>
                    <a:pt x="3716" y="18529"/>
                    <a:pt x="4233" y="18514"/>
                  </a:cubicBezTo>
                  <a:cubicBezTo>
                    <a:pt x="4259" y="18508"/>
                    <a:pt x="4285" y="18507"/>
                    <a:pt x="4311" y="18507"/>
                  </a:cubicBezTo>
                  <a:cubicBezTo>
                    <a:pt x="4362" y="18507"/>
                    <a:pt x="4411" y="18514"/>
                    <a:pt x="4452" y="18514"/>
                  </a:cubicBezTo>
                  <a:lnTo>
                    <a:pt x="5017" y="18514"/>
                  </a:lnTo>
                  <a:lnTo>
                    <a:pt x="5017" y="18482"/>
                  </a:lnTo>
                  <a:close/>
                  <a:moveTo>
                    <a:pt x="12572" y="27746"/>
                  </a:moveTo>
                  <a:cubicBezTo>
                    <a:pt x="12681" y="27746"/>
                    <a:pt x="12791" y="27793"/>
                    <a:pt x="12885" y="27840"/>
                  </a:cubicBezTo>
                  <a:cubicBezTo>
                    <a:pt x="13371" y="28059"/>
                    <a:pt x="13888" y="28122"/>
                    <a:pt x="14406" y="28185"/>
                  </a:cubicBezTo>
                  <a:cubicBezTo>
                    <a:pt x="14641" y="28200"/>
                    <a:pt x="14876" y="28185"/>
                    <a:pt x="15080" y="28263"/>
                  </a:cubicBezTo>
                  <a:cubicBezTo>
                    <a:pt x="15815" y="28545"/>
                    <a:pt x="16575" y="28607"/>
                    <a:pt x="17341" y="28607"/>
                  </a:cubicBezTo>
                  <a:cubicBezTo>
                    <a:pt x="17768" y="28607"/>
                    <a:pt x="18196" y="28588"/>
                    <a:pt x="18622" y="28577"/>
                  </a:cubicBezTo>
                  <a:cubicBezTo>
                    <a:pt x="18909" y="28571"/>
                    <a:pt x="19195" y="28564"/>
                    <a:pt x="19480" y="28564"/>
                  </a:cubicBezTo>
                  <a:cubicBezTo>
                    <a:pt x="20050" y="28564"/>
                    <a:pt x="20618" y="28592"/>
                    <a:pt x="21193" y="28718"/>
                  </a:cubicBezTo>
                  <a:cubicBezTo>
                    <a:pt x="21275" y="28736"/>
                    <a:pt x="21363" y="28744"/>
                    <a:pt x="21450" y="28744"/>
                  </a:cubicBezTo>
                  <a:cubicBezTo>
                    <a:pt x="21512" y="28744"/>
                    <a:pt x="21573" y="28740"/>
                    <a:pt x="21631" y="28733"/>
                  </a:cubicBezTo>
                  <a:cubicBezTo>
                    <a:pt x="22807" y="28498"/>
                    <a:pt x="24014" y="28577"/>
                    <a:pt x="25190" y="28420"/>
                  </a:cubicBezTo>
                  <a:cubicBezTo>
                    <a:pt x="25213" y="28417"/>
                    <a:pt x="25235" y="28415"/>
                    <a:pt x="25256" y="28415"/>
                  </a:cubicBezTo>
                  <a:cubicBezTo>
                    <a:pt x="25459" y="28415"/>
                    <a:pt x="25544" y="28551"/>
                    <a:pt x="25487" y="28765"/>
                  </a:cubicBezTo>
                  <a:cubicBezTo>
                    <a:pt x="25346" y="29376"/>
                    <a:pt x="25001" y="29752"/>
                    <a:pt x="24343" y="29783"/>
                  </a:cubicBezTo>
                  <a:cubicBezTo>
                    <a:pt x="23335" y="29818"/>
                    <a:pt x="22336" y="29936"/>
                    <a:pt x="21327" y="29936"/>
                  </a:cubicBezTo>
                  <a:cubicBezTo>
                    <a:pt x="20955" y="29936"/>
                    <a:pt x="20581" y="29920"/>
                    <a:pt x="20205" y="29877"/>
                  </a:cubicBezTo>
                  <a:cubicBezTo>
                    <a:pt x="18982" y="29752"/>
                    <a:pt x="17760" y="29627"/>
                    <a:pt x="16537" y="29439"/>
                  </a:cubicBezTo>
                  <a:cubicBezTo>
                    <a:pt x="16448" y="29428"/>
                    <a:pt x="16360" y="29425"/>
                    <a:pt x="16277" y="29425"/>
                  </a:cubicBezTo>
                  <a:cubicBezTo>
                    <a:pt x="16111" y="29425"/>
                    <a:pt x="15968" y="29439"/>
                    <a:pt x="15895" y="29439"/>
                  </a:cubicBezTo>
                  <a:cubicBezTo>
                    <a:pt x="14923" y="29423"/>
                    <a:pt x="14108" y="29313"/>
                    <a:pt x="13308" y="29141"/>
                  </a:cubicBezTo>
                  <a:cubicBezTo>
                    <a:pt x="12838" y="29047"/>
                    <a:pt x="12384" y="28373"/>
                    <a:pt x="12415" y="27856"/>
                  </a:cubicBezTo>
                  <a:cubicBezTo>
                    <a:pt x="12415" y="27824"/>
                    <a:pt x="12525" y="27746"/>
                    <a:pt x="12572" y="27746"/>
                  </a:cubicBezTo>
                  <a:close/>
                  <a:moveTo>
                    <a:pt x="1776" y="0"/>
                  </a:moveTo>
                  <a:cubicBezTo>
                    <a:pt x="1260" y="0"/>
                    <a:pt x="776" y="230"/>
                    <a:pt x="377" y="629"/>
                  </a:cubicBezTo>
                  <a:cubicBezTo>
                    <a:pt x="64" y="958"/>
                    <a:pt x="1" y="1382"/>
                    <a:pt x="220" y="1742"/>
                  </a:cubicBezTo>
                  <a:cubicBezTo>
                    <a:pt x="1286" y="3513"/>
                    <a:pt x="2336" y="5269"/>
                    <a:pt x="3418" y="7024"/>
                  </a:cubicBezTo>
                  <a:cubicBezTo>
                    <a:pt x="4390" y="8592"/>
                    <a:pt x="5314" y="10175"/>
                    <a:pt x="6051" y="11852"/>
                  </a:cubicBezTo>
                  <a:cubicBezTo>
                    <a:pt x="6380" y="12620"/>
                    <a:pt x="6678" y="13372"/>
                    <a:pt x="7446" y="13827"/>
                  </a:cubicBezTo>
                  <a:cubicBezTo>
                    <a:pt x="7572" y="13905"/>
                    <a:pt x="7681" y="14031"/>
                    <a:pt x="7760" y="14156"/>
                  </a:cubicBezTo>
                  <a:cubicBezTo>
                    <a:pt x="7963" y="14485"/>
                    <a:pt x="8449" y="14767"/>
                    <a:pt x="8230" y="15191"/>
                  </a:cubicBezTo>
                  <a:cubicBezTo>
                    <a:pt x="8132" y="15387"/>
                    <a:pt x="7953" y="15434"/>
                    <a:pt x="7750" y="15434"/>
                  </a:cubicBezTo>
                  <a:cubicBezTo>
                    <a:pt x="7565" y="15434"/>
                    <a:pt x="7360" y="15394"/>
                    <a:pt x="7180" y="15394"/>
                  </a:cubicBezTo>
                  <a:cubicBezTo>
                    <a:pt x="5816" y="15410"/>
                    <a:pt x="4499" y="15614"/>
                    <a:pt x="3277" y="16241"/>
                  </a:cubicBezTo>
                  <a:cubicBezTo>
                    <a:pt x="3042" y="16351"/>
                    <a:pt x="2791" y="16429"/>
                    <a:pt x="2540" y="16507"/>
                  </a:cubicBezTo>
                  <a:cubicBezTo>
                    <a:pt x="2054" y="16648"/>
                    <a:pt x="1882" y="16899"/>
                    <a:pt x="2133" y="17307"/>
                  </a:cubicBezTo>
                  <a:cubicBezTo>
                    <a:pt x="2446" y="17824"/>
                    <a:pt x="2618" y="18388"/>
                    <a:pt x="2775" y="18968"/>
                  </a:cubicBezTo>
                  <a:cubicBezTo>
                    <a:pt x="2838" y="19172"/>
                    <a:pt x="2979" y="19360"/>
                    <a:pt x="3104" y="19548"/>
                  </a:cubicBezTo>
                  <a:cubicBezTo>
                    <a:pt x="4452" y="21617"/>
                    <a:pt x="6286" y="23247"/>
                    <a:pt x="8026" y="25003"/>
                  </a:cubicBezTo>
                  <a:cubicBezTo>
                    <a:pt x="8606" y="25583"/>
                    <a:pt x="9186" y="26163"/>
                    <a:pt x="9876" y="26602"/>
                  </a:cubicBezTo>
                  <a:cubicBezTo>
                    <a:pt x="10534" y="27025"/>
                    <a:pt x="11412" y="27354"/>
                    <a:pt x="11772" y="28106"/>
                  </a:cubicBezTo>
                  <a:cubicBezTo>
                    <a:pt x="12023" y="28624"/>
                    <a:pt x="12054" y="29376"/>
                    <a:pt x="12619" y="29689"/>
                  </a:cubicBezTo>
                  <a:cubicBezTo>
                    <a:pt x="12807" y="29799"/>
                    <a:pt x="13058" y="29830"/>
                    <a:pt x="13277" y="29846"/>
                  </a:cubicBezTo>
                  <a:cubicBezTo>
                    <a:pt x="15158" y="30050"/>
                    <a:pt x="17039" y="30238"/>
                    <a:pt x="18920" y="30363"/>
                  </a:cubicBezTo>
                  <a:cubicBezTo>
                    <a:pt x="19860" y="30426"/>
                    <a:pt x="20816" y="30504"/>
                    <a:pt x="21757" y="30520"/>
                  </a:cubicBezTo>
                  <a:cubicBezTo>
                    <a:pt x="22015" y="30520"/>
                    <a:pt x="22274" y="30516"/>
                    <a:pt x="22533" y="30516"/>
                  </a:cubicBezTo>
                  <a:cubicBezTo>
                    <a:pt x="22791" y="30516"/>
                    <a:pt x="23050" y="30520"/>
                    <a:pt x="23309" y="30536"/>
                  </a:cubicBezTo>
                  <a:cubicBezTo>
                    <a:pt x="23653" y="30536"/>
                    <a:pt x="24014" y="30630"/>
                    <a:pt x="24359" y="30646"/>
                  </a:cubicBezTo>
                  <a:cubicBezTo>
                    <a:pt x="24500" y="30646"/>
                    <a:pt x="24641" y="30646"/>
                    <a:pt x="24782" y="30630"/>
                  </a:cubicBezTo>
                  <a:cubicBezTo>
                    <a:pt x="25221" y="30567"/>
                    <a:pt x="25660" y="30316"/>
                    <a:pt x="25832" y="29925"/>
                  </a:cubicBezTo>
                  <a:cubicBezTo>
                    <a:pt x="26036" y="29423"/>
                    <a:pt x="25879" y="28874"/>
                    <a:pt x="26083" y="28373"/>
                  </a:cubicBezTo>
                  <a:cubicBezTo>
                    <a:pt x="26271" y="27965"/>
                    <a:pt x="26600" y="27652"/>
                    <a:pt x="27008" y="27464"/>
                  </a:cubicBezTo>
                  <a:cubicBezTo>
                    <a:pt x="27713" y="27119"/>
                    <a:pt x="28356" y="26633"/>
                    <a:pt x="28889" y="26053"/>
                  </a:cubicBezTo>
                  <a:cubicBezTo>
                    <a:pt x="29798" y="25065"/>
                    <a:pt x="30613" y="23968"/>
                    <a:pt x="31475" y="22918"/>
                  </a:cubicBezTo>
                  <a:cubicBezTo>
                    <a:pt x="32447" y="21774"/>
                    <a:pt x="33481" y="20630"/>
                    <a:pt x="34077" y="19235"/>
                  </a:cubicBezTo>
                  <a:cubicBezTo>
                    <a:pt x="34249" y="18858"/>
                    <a:pt x="34578" y="18623"/>
                    <a:pt x="34986" y="18467"/>
                  </a:cubicBezTo>
                  <a:cubicBezTo>
                    <a:pt x="35895" y="18090"/>
                    <a:pt x="35879" y="18090"/>
                    <a:pt x="35393" y="17197"/>
                  </a:cubicBezTo>
                  <a:cubicBezTo>
                    <a:pt x="35268" y="16962"/>
                    <a:pt x="35096" y="16789"/>
                    <a:pt x="34908" y="16601"/>
                  </a:cubicBezTo>
                  <a:cubicBezTo>
                    <a:pt x="34187" y="15974"/>
                    <a:pt x="33372" y="15520"/>
                    <a:pt x="32462" y="15269"/>
                  </a:cubicBezTo>
                  <a:cubicBezTo>
                    <a:pt x="31851" y="15097"/>
                    <a:pt x="31240" y="14924"/>
                    <a:pt x="30613" y="14814"/>
                  </a:cubicBezTo>
                  <a:cubicBezTo>
                    <a:pt x="30111" y="14720"/>
                    <a:pt x="29704" y="14501"/>
                    <a:pt x="29406" y="14078"/>
                  </a:cubicBezTo>
                  <a:cubicBezTo>
                    <a:pt x="29328" y="13952"/>
                    <a:pt x="29218" y="13858"/>
                    <a:pt x="29139" y="13717"/>
                  </a:cubicBezTo>
                  <a:cubicBezTo>
                    <a:pt x="28936" y="13388"/>
                    <a:pt x="28622" y="13200"/>
                    <a:pt x="28230" y="13122"/>
                  </a:cubicBezTo>
                  <a:cubicBezTo>
                    <a:pt x="27729" y="13028"/>
                    <a:pt x="27211" y="12918"/>
                    <a:pt x="26710" y="12777"/>
                  </a:cubicBezTo>
                  <a:cubicBezTo>
                    <a:pt x="26083" y="12589"/>
                    <a:pt x="25503" y="12338"/>
                    <a:pt x="25221" y="11680"/>
                  </a:cubicBezTo>
                  <a:cubicBezTo>
                    <a:pt x="25142" y="11476"/>
                    <a:pt x="25001" y="11303"/>
                    <a:pt x="24813" y="11162"/>
                  </a:cubicBezTo>
                  <a:cubicBezTo>
                    <a:pt x="24092" y="10598"/>
                    <a:pt x="23199" y="10661"/>
                    <a:pt x="22368" y="10551"/>
                  </a:cubicBezTo>
                  <a:cubicBezTo>
                    <a:pt x="22290" y="10551"/>
                    <a:pt x="22227" y="10598"/>
                    <a:pt x="22149" y="10614"/>
                  </a:cubicBezTo>
                  <a:cubicBezTo>
                    <a:pt x="20832" y="11053"/>
                    <a:pt x="19468" y="11303"/>
                    <a:pt x="18105" y="11523"/>
                  </a:cubicBezTo>
                  <a:cubicBezTo>
                    <a:pt x="17446" y="11633"/>
                    <a:pt x="16882" y="11836"/>
                    <a:pt x="16428" y="12322"/>
                  </a:cubicBezTo>
                  <a:cubicBezTo>
                    <a:pt x="16177" y="12573"/>
                    <a:pt x="15895" y="12714"/>
                    <a:pt x="15534" y="12714"/>
                  </a:cubicBezTo>
                  <a:cubicBezTo>
                    <a:pt x="14609" y="12745"/>
                    <a:pt x="13763" y="12981"/>
                    <a:pt x="13089" y="13655"/>
                  </a:cubicBezTo>
                  <a:cubicBezTo>
                    <a:pt x="13003" y="13741"/>
                    <a:pt x="12919" y="13782"/>
                    <a:pt x="12839" y="13782"/>
                  </a:cubicBezTo>
                  <a:cubicBezTo>
                    <a:pt x="12729" y="13782"/>
                    <a:pt x="12624" y="13705"/>
                    <a:pt x="12525" y="13561"/>
                  </a:cubicBezTo>
                  <a:cubicBezTo>
                    <a:pt x="12258" y="13169"/>
                    <a:pt x="12007" y="12745"/>
                    <a:pt x="11741" y="12338"/>
                  </a:cubicBezTo>
                  <a:cubicBezTo>
                    <a:pt x="10659" y="10770"/>
                    <a:pt x="9578" y="9203"/>
                    <a:pt x="8465" y="7651"/>
                  </a:cubicBezTo>
                  <a:cubicBezTo>
                    <a:pt x="7744" y="6648"/>
                    <a:pt x="7180" y="5551"/>
                    <a:pt x="6537" y="4501"/>
                  </a:cubicBezTo>
                  <a:cubicBezTo>
                    <a:pt x="5973" y="3576"/>
                    <a:pt x="5409" y="2651"/>
                    <a:pt x="4797" y="1758"/>
                  </a:cubicBezTo>
                  <a:cubicBezTo>
                    <a:pt x="4155" y="817"/>
                    <a:pt x="3230" y="253"/>
                    <a:pt x="2117" y="34"/>
                  </a:cubicBezTo>
                  <a:cubicBezTo>
                    <a:pt x="2002" y="11"/>
                    <a:pt x="1888" y="0"/>
                    <a:pt x="1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8947450" y="981600"/>
              <a:ext cx="46000" cy="49200"/>
            </a:xfrm>
            <a:custGeom>
              <a:rect b="b" l="l" r="r" t="t"/>
              <a:pathLst>
                <a:path extrusionOk="0" h="1968" w="1840">
                  <a:moveTo>
                    <a:pt x="439" y="1"/>
                  </a:moveTo>
                  <a:cubicBezTo>
                    <a:pt x="298" y="1"/>
                    <a:pt x="47" y="299"/>
                    <a:pt x="32" y="487"/>
                  </a:cubicBezTo>
                  <a:cubicBezTo>
                    <a:pt x="0" y="1098"/>
                    <a:pt x="612" y="1866"/>
                    <a:pt x="1192" y="1960"/>
                  </a:cubicBezTo>
                  <a:cubicBezTo>
                    <a:pt x="1222" y="1965"/>
                    <a:pt x="1251" y="1968"/>
                    <a:pt x="1280" y="1968"/>
                  </a:cubicBezTo>
                  <a:cubicBezTo>
                    <a:pt x="1610" y="1968"/>
                    <a:pt x="1840" y="1649"/>
                    <a:pt x="1725" y="1318"/>
                  </a:cubicBezTo>
                  <a:cubicBezTo>
                    <a:pt x="1521" y="785"/>
                    <a:pt x="1129" y="377"/>
                    <a:pt x="659" y="64"/>
                  </a:cubicBezTo>
                  <a:cubicBezTo>
                    <a:pt x="596" y="17"/>
                    <a:pt x="518" y="17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9391425" y="1425175"/>
              <a:ext cx="318100" cy="28925"/>
            </a:xfrm>
            <a:custGeom>
              <a:rect b="b" l="l" r="r" t="t"/>
              <a:pathLst>
                <a:path extrusionOk="0" h="1157" w="12724">
                  <a:moveTo>
                    <a:pt x="12600" y="0"/>
                  </a:moveTo>
                  <a:cubicBezTo>
                    <a:pt x="12596" y="0"/>
                    <a:pt x="12592" y="1"/>
                    <a:pt x="12587" y="1"/>
                  </a:cubicBezTo>
                  <a:cubicBezTo>
                    <a:pt x="11584" y="64"/>
                    <a:pt x="10581" y="299"/>
                    <a:pt x="9593" y="440"/>
                  </a:cubicBezTo>
                  <a:cubicBezTo>
                    <a:pt x="8512" y="581"/>
                    <a:pt x="7430" y="691"/>
                    <a:pt x="6364" y="754"/>
                  </a:cubicBezTo>
                  <a:cubicBezTo>
                    <a:pt x="5203" y="823"/>
                    <a:pt x="4047" y="844"/>
                    <a:pt x="2890" y="844"/>
                  </a:cubicBezTo>
                  <a:cubicBezTo>
                    <a:pt x="1954" y="844"/>
                    <a:pt x="1018" y="830"/>
                    <a:pt x="79" y="816"/>
                  </a:cubicBezTo>
                  <a:cubicBezTo>
                    <a:pt x="74" y="815"/>
                    <a:pt x="70" y="815"/>
                    <a:pt x="66" y="815"/>
                  </a:cubicBezTo>
                  <a:cubicBezTo>
                    <a:pt x="1" y="815"/>
                    <a:pt x="5" y="927"/>
                    <a:pt x="79" y="942"/>
                  </a:cubicBezTo>
                  <a:cubicBezTo>
                    <a:pt x="1331" y="1090"/>
                    <a:pt x="2599" y="1156"/>
                    <a:pt x="3868" y="1156"/>
                  </a:cubicBezTo>
                  <a:cubicBezTo>
                    <a:pt x="4744" y="1156"/>
                    <a:pt x="5619" y="1125"/>
                    <a:pt x="6490" y="1067"/>
                  </a:cubicBezTo>
                  <a:cubicBezTo>
                    <a:pt x="7524" y="1004"/>
                    <a:pt x="8574" y="910"/>
                    <a:pt x="9609" y="769"/>
                  </a:cubicBezTo>
                  <a:cubicBezTo>
                    <a:pt x="10612" y="644"/>
                    <a:pt x="11662" y="534"/>
                    <a:pt x="12618" y="221"/>
                  </a:cubicBezTo>
                  <a:cubicBezTo>
                    <a:pt x="12724" y="191"/>
                    <a:pt x="12713" y="0"/>
                    <a:pt x="12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9"/>
            <p:cNvSpPr/>
            <p:nvPr/>
          </p:nvSpPr>
          <p:spPr>
            <a:xfrm>
              <a:off x="9546200" y="1456350"/>
              <a:ext cx="127000" cy="18650"/>
            </a:xfrm>
            <a:custGeom>
              <a:rect b="b" l="l" r="r" t="t"/>
              <a:pathLst>
                <a:path extrusionOk="0" h="746" w="5080">
                  <a:moveTo>
                    <a:pt x="4542" y="1"/>
                  </a:moveTo>
                  <a:cubicBezTo>
                    <a:pt x="3101" y="1"/>
                    <a:pt x="1583" y="307"/>
                    <a:pt x="158" y="494"/>
                  </a:cubicBezTo>
                  <a:cubicBezTo>
                    <a:pt x="6" y="509"/>
                    <a:pt x="1" y="746"/>
                    <a:pt x="144" y="746"/>
                  </a:cubicBezTo>
                  <a:cubicBezTo>
                    <a:pt x="148" y="746"/>
                    <a:pt x="153" y="745"/>
                    <a:pt x="158" y="745"/>
                  </a:cubicBezTo>
                  <a:cubicBezTo>
                    <a:pt x="1725" y="620"/>
                    <a:pt x="3433" y="620"/>
                    <a:pt x="4954" y="212"/>
                  </a:cubicBezTo>
                  <a:cubicBezTo>
                    <a:pt x="5079" y="181"/>
                    <a:pt x="5048" y="8"/>
                    <a:pt x="4923" y="8"/>
                  </a:cubicBezTo>
                  <a:cubicBezTo>
                    <a:pt x="4796" y="3"/>
                    <a:pt x="4669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9057650" y="1459525"/>
              <a:ext cx="128500" cy="107025"/>
            </a:xfrm>
            <a:custGeom>
              <a:rect b="b" l="l" r="r" t="t"/>
              <a:pathLst>
                <a:path extrusionOk="0" h="4281" w="5140">
                  <a:moveTo>
                    <a:pt x="144" y="1"/>
                  </a:moveTo>
                  <a:cubicBezTo>
                    <a:pt x="67" y="1"/>
                    <a:pt x="0" y="108"/>
                    <a:pt x="60" y="179"/>
                  </a:cubicBezTo>
                  <a:cubicBezTo>
                    <a:pt x="1392" y="1731"/>
                    <a:pt x="3069" y="3392"/>
                    <a:pt x="4934" y="4270"/>
                  </a:cubicBezTo>
                  <a:cubicBezTo>
                    <a:pt x="4951" y="4277"/>
                    <a:pt x="4967" y="4280"/>
                    <a:pt x="4983" y="4280"/>
                  </a:cubicBezTo>
                  <a:cubicBezTo>
                    <a:pt x="5072" y="4280"/>
                    <a:pt x="5140" y="4178"/>
                    <a:pt x="5060" y="4098"/>
                  </a:cubicBezTo>
                  <a:cubicBezTo>
                    <a:pt x="4260" y="3424"/>
                    <a:pt x="3351" y="2875"/>
                    <a:pt x="2536" y="2185"/>
                  </a:cubicBezTo>
                  <a:cubicBezTo>
                    <a:pt x="1737" y="1511"/>
                    <a:pt x="953" y="790"/>
                    <a:pt x="216" y="38"/>
                  </a:cubicBezTo>
                  <a:cubicBezTo>
                    <a:pt x="194" y="11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8997875" y="1023525"/>
              <a:ext cx="111475" cy="154075"/>
            </a:xfrm>
            <a:custGeom>
              <a:rect b="b" l="l" r="r" t="t"/>
              <a:pathLst>
                <a:path extrusionOk="0" h="6163" w="4459">
                  <a:moveTo>
                    <a:pt x="113" y="1"/>
                  </a:moveTo>
                  <a:cubicBezTo>
                    <a:pt x="57" y="1"/>
                    <a:pt x="1" y="54"/>
                    <a:pt x="37" y="127"/>
                  </a:cubicBezTo>
                  <a:cubicBezTo>
                    <a:pt x="679" y="1145"/>
                    <a:pt x="1541" y="2039"/>
                    <a:pt x="2247" y="3026"/>
                  </a:cubicBezTo>
                  <a:cubicBezTo>
                    <a:pt x="2952" y="4029"/>
                    <a:pt x="3532" y="5111"/>
                    <a:pt x="4237" y="6114"/>
                  </a:cubicBezTo>
                  <a:cubicBezTo>
                    <a:pt x="4262" y="6148"/>
                    <a:pt x="4294" y="6163"/>
                    <a:pt x="4325" y="6163"/>
                  </a:cubicBezTo>
                  <a:cubicBezTo>
                    <a:pt x="4393" y="6163"/>
                    <a:pt x="4458" y="6091"/>
                    <a:pt x="4426" y="6004"/>
                  </a:cubicBezTo>
                  <a:cubicBezTo>
                    <a:pt x="3908" y="4860"/>
                    <a:pt x="3156" y="3810"/>
                    <a:pt x="2435" y="2791"/>
                  </a:cubicBezTo>
                  <a:cubicBezTo>
                    <a:pt x="1761" y="1851"/>
                    <a:pt x="1056" y="769"/>
                    <a:pt x="162" y="17"/>
                  </a:cubicBezTo>
                  <a:cubicBezTo>
                    <a:pt x="147" y="6"/>
                    <a:pt x="130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" name="Google Shape;514;p19"/>
          <p:cNvGrpSpPr/>
          <p:nvPr/>
        </p:nvGrpSpPr>
        <p:grpSpPr>
          <a:xfrm>
            <a:off x="713226" y="64840"/>
            <a:ext cx="299589" cy="442696"/>
            <a:chOff x="5446181" y="2529085"/>
            <a:chExt cx="138174" cy="204177"/>
          </a:xfrm>
        </p:grpSpPr>
        <p:sp>
          <p:nvSpPr>
            <p:cNvPr id="515" name="Google Shape;515;p19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7" name="Google Shape;517;p19"/>
          <p:cNvGrpSpPr/>
          <p:nvPr/>
        </p:nvGrpSpPr>
        <p:grpSpPr>
          <a:xfrm>
            <a:off x="390001" y="870689"/>
            <a:ext cx="185157" cy="273034"/>
            <a:chOff x="5738779" y="2391033"/>
            <a:chExt cx="85397" cy="125927"/>
          </a:xfrm>
        </p:grpSpPr>
        <p:sp>
          <p:nvSpPr>
            <p:cNvPr id="518" name="Google Shape;518;p19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19"/>
          <p:cNvSpPr/>
          <p:nvPr/>
        </p:nvSpPr>
        <p:spPr>
          <a:xfrm>
            <a:off x="2020239" y="347004"/>
            <a:ext cx="125955" cy="98009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1742889" y="121327"/>
            <a:ext cx="81520" cy="62646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2" name="Google Shape;522;p19"/>
          <p:cNvGrpSpPr/>
          <p:nvPr/>
        </p:nvGrpSpPr>
        <p:grpSpPr>
          <a:xfrm rot="10800000">
            <a:off x="8430780" y="2571751"/>
            <a:ext cx="299589" cy="442696"/>
            <a:chOff x="5446181" y="2529085"/>
            <a:chExt cx="138174" cy="204177"/>
          </a:xfrm>
        </p:grpSpPr>
        <p:sp>
          <p:nvSpPr>
            <p:cNvPr id="523" name="Google Shape;523;p19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19"/>
          <p:cNvGrpSpPr/>
          <p:nvPr/>
        </p:nvGrpSpPr>
        <p:grpSpPr>
          <a:xfrm rot="10800000">
            <a:off x="6860213" y="4604001"/>
            <a:ext cx="185157" cy="273034"/>
            <a:chOff x="5738779" y="2391033"/>
            <a:chExt cx="85397" cy="125927"/>
          </a:xfrm>
        </p:grpSpPr>
        <p:sp>
          <p:nvSpPr>
            <p:cNvPr id="526" name="Google Shape;526;p19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8" name="Google Shape;528;p19"/>
          <p:cNvSpPr/>
          <p:nvPr/>
        </p:nvSpPr>
        <p:spPr>
          <a:xfrm rot="10800000">
            <a:off x="6528601" y="4972611"/>
            <a:ext cx="125955" cy="98009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9"/>
          <p:cNvSpPr/>
          <p:nvPr/>
        </p:nvSpPr>
        <p:spPr>
          <a:xfrm rot="10800000">
            <a:off x="7159049" y="4990288"/>
            <a:ext cx="81520" cy="62646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2" name="Google Shape;532;p20"/>
          <p:cNvSpPr txBox="1"/>
          <p:nvPr>
            <p:ph idx="1" type="subTitle"/>
          </p:nvPr>
        </p:nvSpPr>
        <p:spPr>
          <a:xfrm>
            <a:off x="713225" y="1893053"/>
            <a:ext cx="24657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33" name="Google Shape;533;p20"/>
          <p:cNvSpPr txBox="1"/>
          <p:nvPr>
            <p:ph idx="2" type="subTitle"/>
          </p:nvPr>
        </p:nvSpPr>
        <p:spPr>
          <a:xfrm>
            <a:off x="3339450" y="1893053"/>
            <a:ext cx="24645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34" name="Google Shape;534;p20"/>
          <p:cNvSpPr txBox="1"/>
          <p:nvPr>
            <p:ph idx="3" type="subTitle"/>
          </p:nvPr>
        </p:nvSpPr>
        <p:spPr>
          <a:xfrm>
            <a:off x="713225" y="3392580"/>
            <a:ext cx="24657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35" name="Google Shape;535;p20"/>
          <p:cNvSpPr txBox="1"/>
          <p:nvPr>
            <p:ph idx="4" type="subTitle"/>
          </p:nvPr>
        </p:nvSpPr>
        <p:spPr>
          <a:xfrm>
            <a:off x="3339450" y="3392581"/>
            <a:ext cx="24645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36" name="Google Shape;536;p20"/>
          <p:cNvSpPr txBox="1"/>
          <p:nvPr>
            <p:ph idx="5" type="subTitle"/>
          </p:nvPr>
        </p:nvSpPr>
        <p:spPr>
          <a:xfrm>
            <a:off x="5965075" y="1893053"/>
            <a:ext cx="24690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37" name="Google Shape;537;p20"/>
          <p:cNvSpPr txBox="1"/>
          <p:nvPr>
            <p:ph idx="6" type="subTitle"/>
          </p:nvPr>
        </p:nvSpPr>
        <p:spPr>
          <a:xfrm>
            <a:off x="5965075" y="3392581"/>
            <a:ext cx="24690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38" name="Google Shape;538;p20"/>
          <p:cNvSpPr txBox="1"/>
          <p:nvPr>
            <p:ph idx="7" type="subTitle"/>
          </p:nvPr>
        </p:nvSpPr>
        <p:spPr>
          <a:xfrm>
            <a:off x="713225" y="1561300"/>
            <a:ext cx="2465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39" name="Google Shape;539;p20"/>
          <p:cNvSpPr txBox="1"/>
          <p:nvPr>
            <p:ph idx="8" type="subTitle"/>
          </p:nvPr>
        </p:nvSpPr>
        <p:spPr>
          <a:xfrm>
            <a:off x="3339450" y="1561300"/>
            <a:ext cx="2465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0" name="Google Shape;540;p20"/>
          <p:cNvSpPr txBox="1"/>
          <p:nvPr>
            <p:ph idx="9" type="subTitle"/>
          </p:nvPr>
        </p:nvSpPr>
        <p:spPr>
          <a:xfrm>
            <a:off x="5965075" y="1561300"/>
            <a:ext cx="24690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1" name="Google Shape;541;p20"/>
          <p:cNvSpPr txBox="1"/>
          <p:nvPr>
            <p:ph idx="13" type="subTitle"/>
          </p:nvPr>
        </p:nvSpPr>
        <p:spPr>
          <a:xfrm>
            <a:off x="713225" y="3059749"/>
            <a:ext cx="2465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2" name="Google Shape;542;p20"/>
          <p:cNvSpPr txBox="1"/>
          <p:nvPr>
            <p:ph idx="14" type="subTitle"/>
          </p:nvPr>
        </p:nvSpPr>
        <p:spPr>
          <a:xfrm>
            <a:off x="3339450" y="3059750"/>
            <a:ext cx="2465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3" name="Google Shape;543;p20"/>
          <p:cNvSpPr txBox="1"/>
          <p:nvPr>
            <p:ph idx="15" type="subTitle"/>
          </p:nvPr>
        </p:nvSpPr>
        <p:spPr>
          <a:xfrm>
            <a:off x="5965075" y="3059750"/>
            <a:ext cx="24690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4" name="Google Shape;544;p20"/>
          <p:cNvSpPr/>
          <p:nvPr/>
        </p:nvSpPr>
        <p:spPr>
          <a:xfrm>
            <a:off x="8567344" y="609248"/>
            <a:ext cx="699889" cy="650523"/>
          </a:xfrm>
          <a:custGeom>
            <a:rect b="b" l="l" r="r" t="t"/>
            <a:pathLst>
              <a:path extrusionOk="0" h="4860" w="5229">
                <a:moveTo>
                  <a:pt x="592" y="1"/>
                </a:moveTo>
                <a:cubicBezTo>
                  <a:pt x="471" y="1"/>
                  <a:pt x="344" y="14"/>
                  <a:pt x="208" y="44"/>
                </a:cubicBezTo>
                <a:cubicBezTo>
                  <a:pt x="1" y="80"/>
                  <a:pt x="45" y="404"/>
                  <a:pt x="247" y="404"/>
                </a:cubicBezTo>
                <a:cubicBezTo>
                  <a:pt x="250" y="404"/>
                  <a:pt x="254" y="404"/>
                  <a:pt x="258" y="404"/>
                </a:cubicBezTo>
                <a:cubicBezTo>
                  <a:pt x="277" y="403"/>
                  <a:pt x="296" y="403"/>
                  <a:pt x="315" y="403"/>
                </a:cubicBezTo>
                <a:cubicBezTo>
                  <a:pt x="1598" y="403"/>
                  <a:pt x="1966" y="2455"/>
                  <a:pt x="2358" y="3374"/>
                </a:cubicBezTo>
                <a:cubicBezTo>
                  <a:pt x="2628" y="4052"/>
                  <a:pt x="3476" y="4859"/>
                  <a:pt x="4255" y="4859"/>
                </a:cubicBezTo>
                <a:cubicBezTo>
                  <a:pt x="4588" y="4859"/>
                  <a:pt x="4909" y="4711"/>
                  <a:pt x="5166" y="4343"/>
                </a:cubicBezTo>
                <a:cubicBezTo>
                  <a:pt x="5228" y="4243"/>
                  <a:pt x="5178" y="4069"/>
                  <a:pt x="5079" y="4020"/>
                </a:cubicBezTo>
                <a:cubicBezTo>
                  <a:pt x="4520" y="3722"/>
                  <a:pt x="3923" y="3846"/>
                  <a:pt x="3464" y="3361"/>
                </a:cubicBezTo>
                <a:cubicBezTo>
                  <a:pt x="2979" y="2877"/>
                  <a:pt x="2706" y="2317"/>
                  <a:pt x="2432" y="1709"/>
                </a:cubicBezTo>
                <a:cubicBezTo>
                  <a:pt x="2035" y="859"/>
                  <a:pt x="1540" y="1"/>
                  <a:pt x="5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0"/>
          <p:cNvSpPr/>
          <p:nvPr/>
        </p:nvSpPr>
        <p:spPr>
          <a:xfrm flipH="1" rot="-5400000">
            <a:off x="-621931" y="470505"/>
            <a:ext cx="1982399" cy="701441"/>
          </a:xfrm>
          <a:custGeom>
            <a:rect b="b" l="l" r="r" t="t"/>
            <a:pathLst>
              <a:path extrusionOk="0" h="8631" w="24392">
                <a:moveTo>
                  <a:pt x="22701" y="1"/>
                </a:moveTo>
                <a:cubicBezTo>
                  <a:pt x="22453" y="150"/>
                  <a:pt x="22217" y="324"/>
                  <a:pt x="21993" y="498"/>
                </a:cubicBezTo>
                <a:cubicBezTo>
                  <a:pt x="20726" y="1554"/>
                  <a:pt x="20167" y="2859"/>
                  <a:pt x="19359" y="4226"/>
                </a:cubicBezTo>
                <a:cubicBezTo>
                  <a:pt x="18738" y="5294"/>
                  <a:pt x="18626" y="6748"/>
                  <a:pt x="17222" y="7071"/>
                </a:cubicBezTo>
                <a:cubicBezTo>
                  <a:pt x="17032" y="7114"/>
                  <a:pt x="16853" y="7134"/>
                  <a:pt x="16685" y="7134"/>
                </a:cubicBezTo>
                <a:cubicBezTo>
                  <a:pt x="15241" y="7134"/>
                  <a:pt x="14540" y="5663"/>
                  <a:pt x="14029" y="4462"/>
                </a:cubicBezTo>
                <a:cubicBezTo>
                  <a:pt x="13494" y="3219"/>
                  <a:pt x="12811" y="2188"/>
                  <a:pt x="11494" y="1716"/>
                </a:cubicBezTo>
                <a:cubicBezTo>
                  <a:pt x="11104" y="1579"/>
                  <a:pt x="10709" y="1520"/>
                  <a:pt x="10315" y="1520"/>
                </a:cubicBezTo>
                <a:cubicBezTo>
                  <a:pt x="9352" y="1520"/>
                  <a:pt x="8394" y="1869"/>
                  <a:pt x="7530" y="2275"/>
                </a:cubicBezTo>
                <a:cubicBezTo>
                  <a:pt x="6490" y="2744"/>
                  <a:pt x="5552" y="3234"/>
                  <a:pt x="4504" y="3234"/>
                </a:cubicBezTo>
                <a:cubicBezTo>
                  <a:pt x="4138" y="3234"/>
                  <a:pt x="3758" y="3174"/>
                  <a:pt x="3355" y="3033"/>
                </a:cubicBezTo>
                <a:cubicBezTo>
                  <a:pt x="1914" y="2536"/>
                  <a:pt x="895" y="1467"/>
                  <a:pt x="373" y="150"/>
                </a:cubicBezTo>
                <a:cubicBezTo>
                  <a:pt x="249" y="212"/>
                  <a:pt x="125" y="262"/>
                  <a:pt x="1" y="324"/>
                </a:cubicBezTo>
                <a:cubicBezTo>
                  <a:pt x="137" y="1157"/>
                  <a:pt x="423" y="1939"/>
                  <a:pt x="995" y="2648"/>
                </a:cubicBezTo>
                <a:cubicBezTo>
                  <a:pt x="1928" y="3827"/>
                  <a:pt x="3250" y="4609"/>
                  <a:pt x="4737" y="4609"/>
                </a:cubicBezTo>
                <a:cubicBezTo>
                  <a:pt x="4972" y="4609"/>
                  <a:pt x="5212" y="4589"/>
                  <a:pt x="5455" y="4549"/>
                </a:cubicBezTo>
                <a:cubicBezTo>
                  <a:pt x="6884" y="4300"/>
                  <a:pt x="8077" y="3418"/>
                  <a:pt x="9481" y="3058"/>
                </a:cubicBezTo>
                <a:cubicBezTo>
                  <a:pt x="9751" y="2987"/>
                  <a:pt x="9999" y="2954"/>
                  <a:pt x="10229" y="2954"/>
                </a:cubicBezTo>
                <a:cubicBezTo>
                  <a:pt x="11606" y="2954"/>
                  <a:pt x="12303" y="4142"/>
                  <a:pt x="12836" y="5431"/>
                </a:cubicBezTo>
                <a:cubicBezTo>
                  <a:pt x="13407" y="6773"/>
                  <a:pt x="14091" y="7891"/>
                  <a:pt x="15520" y="8400"/>
                </a:cubicBezTo>
                <a:cubicBezTo>
                  <a:pt x="15942" y="8554"/>
                  <a:pt x="16381" y="8631"/>
                  <a:pt x="16814" y="8631"/>
                </a:cubicBezTo>
                <a:cubicBezTo>
                  <a:pt x="17849" y="8631"/>
                  <a:pt x="18851" y="8197"/>
                  <a:pt x="19508" y="7357"/>
                </a:cubicBezTo>
                <a:cubicBezTo>
                  <a:pt x="19931" y="6835"/>
                  <a:pt x="20204" y="6226"/>
                  <a:pt x="20465" y="5605"/>
                </a:cubicBezTo>
                <a:cubicBezTo>
                  <a:pt x="20763" y="4872"/>
                  <a:pt x="20800" y="4089"/>
                  <a:pt x="21148" y="3368"/>
                </a:cubicBezTo>
                <a:cubicBezTo>
                  <a:pt x="21881" y="1865"/>
                  <a:pt x="23037" y="1219"/>
                  <a:pt x="24391" y="821"/>
                </a:cubicBezTo>
                <a:lnTo>
                  <a:pt x="227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0"/>
          <p:cNvSpPr/>
          <p:nvPr/>
        </p:nvSpPr>
        <p:spPr>
          <a:xfrm flipH="1" rot="-5400000">
            <a:off x="-609815" y="571604"/>
            <a:ext cx="1444294" cy="372867"/>
          </a:xfrm>
          <a:custGeom>
            <a:rect b="b" l="l" r="r" t="t"/>
            <a:pathLst>
              <a:path extrusionOk="0" h="4588" w="17771">
                <a:moveTo>
                  <a:pt x="10347" y="0"/>
                </a:moveTo>
                <a:cubicBezTo>
                  <a:pt x="9938" y="0"/>
                  <a:pt x="9531" y="49"/>
                  <a:pt x="9160" y="122"/>
                </a:cubicBezTo>
                <a:cubicBezTo>
                  <a:pt x="8069" y="330"/>
                  <a:pt x="4812" y="1448"/>
                  <a:pt x="2558" y="1448"/>
                </a:cubicBezTo>
                <a:cubicBezTo>
                  <a:pt x="1449" y="1448"/>
                  <a:pt x="584" y="1178"/>
                  <a:pt x="338" y="395"/>
                </a:cubicBezTo>
                <a:cubicBezTo>
                  <a:pt x="226" y="420"/>
                  <a:pt x="127" y="458"/>
                  <a:pt x="27" y="482"/>
                </a:cubicBezTo>
                <a:cubicBezTo>
                  <a:pt x="0" y="1861"/>
                  <a:pt x="1213" y="2276"/>
                  <a:pt x="2751" y="2276"/>
                </a:cubicBezTo>
                <a:cubicBezTo>
                  <a:pt x="4762" y="2276"/>
                  <a:pt x="7330" y="1567"/>
                  <a:pt x="8414" y="1377"/>
                </a:cubicBezTo>
                <a:cubicBezTo>
                  <a:pt x="9088" y="1262"/>
                  <a:pt x="9679" y="1064"/>
                  <a:pt x="10310" y="1064"/>
                </a:cubicBezTo>
                <a:cubicBezTo>
                  <a:pt x="10564" y="1064"/>
                  <a:pt x="10824" y="1096"/>
                  <a:pt x="11098" y="1178"/>
                </a:cubicBezTo>
                <a:cubicBezTo>
                  <a:pt x="12005" y="1439"/>
                  <a:pt x="12378" y="2334"/>
                  <a:pt x="12800" y="3067"/>
                </a:cubicBezTo>
                <a:cubicBezTo>
                  <a:pt x="13279" y="3910"/>
                  <a:pt x="13872" y="4588"/>
                  <a:pt x="14782" y="4588"/>
                </a:cubicBezTo>
                <a:cubicBezTo>
                  <a:pt x="14958" y="4588"/>
                  <a:pt x="15146" y="4563"/>
                  <a:pt x="15347" y="4508"/>
                </a:cubicBezTo>
                <a:cubicBezTo>
                  <a:pt x="16379" y="4235"/>
                  <a:pt x="16888" y="3042"/>
                  <a:pt x="17211" y="2135"/>
                </a:cubicBezTo>
                <a:cubicBezTo>
                  <a:pt x="17398" y="1638"/>
                  <a:pt x="17646" y="979"/>
                  <a:pt x="17770" y="321"/>
                </a:cubicBezTo>
                <a:cubicBezTo>
                  <a:pt x="17398" y="209"/>
                  <a:pt x="17000" y="110"/>
                  <a:pt x="16602" y="23"/>
                </a:cubicBezTo>
                <a:cubicBezTo>
                  <a:pt x="16528" y="371"/>
                  <a:pt x="16478" y="731"/>
                  <a:pt x="16391" y="1042"/>
                </a:cubicBezTo>
                <a:cubicBezTo>
                  <a:pt x="16167" y="1849"/>
                  <a:pt x="15844" y="3216"/>
                  <a:pt x="14900" y="3464"/>
                </a:cubicBezTo>
                <a:cubicBezTo>
                  <a:pt x="14859" y="3475"/>
                  <a:pt x="14817" y="3480"/>
                  <a:pt x="14776" y="3480"/>
                </a:cubicBezTo>
                <a:cubicBezTo>
                  <a:pt x="13962" y="3480"/>
                  <a:pt x="13176" y="1475"/>
                  <a:pt x="12751" y="955"/>
                </a:cubicBezTo>
                <a:cubicBezTo>
                  <a:pt x="12169" y="236"/>
                  <a:pt x="11251" y="0"/>
                  <a:pt x="103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20"/>
          <p:cNvGrpSpPr/>
          <p:nvPr/>
        </p:nvGrpSpPr>
        <p:grpSpPr>
          <a:xfrm>
            <a:off x="946786" y="217369"/>
            <a:ext cx="141942" cy="208972"/>
            <a:chOff x="3867860" y="2082705"/>
            <a:chExt cx="58855" cy="86649"/>
          </a:xfrm>
        </p:grpSpPr>
        <p:sp>
          <p:nvSpPr>
            <p:cNvPr id="548" name="Google Shape;548;p20"/>
            <p:cNvSpPr/>
            <p:nvPr/>
          </p:nvSpPr>
          <p:spPr>
            <a:xfrm>
              <a:off x="3867860" y="2121922"/>
              <a:ext cx="58855" cy="11820"/>
            </a:xfrm>
            <a:custGeom>
              <a:rect b="b" l="l" r="r" t="t"/>
              <a:pathLst>
                <a:path extrusionOk="0" h="387" w="1927">
                  <a:moveTo>
                    <a:pt x="847" y="0"/>
                  </a:moveTo>
                  <a:cubicBezTo>
                    <a:pt x="645" y="0"/>
                    <a:pt x="441" y="7"/>
                    <a:pt x="236" y="12"/>
                  </a:cubicBezTo>
                  <a:cubicBezTo>
                    <a:pt x="0" y="12"/>
                    <a:pt x="0" y="372"/>
                    <a:pt x="236" y="372"/>
                  </a:cubicBezTo>
                  <a:cubicBezTo>
                    <a:pt x="463" y="377"/>
                    <a:pt x="687" y="387"/>
                    <a:pt x="910" y="387"/>
                  </a:cubicBezTo>
                  <a:cubicBezTo>
                    <a:pt x="1213" y="387"/>
                    <a:pt x="1514" y="369"/>
                    <a:pt x="1814" y="297"/>
                  </a:cubicBezTo>
                  <a:cubicBezTo>
                    <a:pt x="1926" y="272"/>
                    <a:pt x="1926" y="111"/>
                    <a:pt x="1814" y="86"/>
                  </a:cubicBezTo>
                  <a:cubicBezTo>
                    <a:pt x="1493" y="17"/>
                    <a:pt x="1171" y="0"/>
                    <a:pt x="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3888354" y="2082705"/>
              <a:ext cx="18997" cy="86649"/>
            </a:xfrm>
            <a:custGeom>
              <a:rect b="b" l="l" r="r" t="t"/>
              <a:pathLst>
                <a:path extrusionOk="0" h="2837" w="622">
                  <a:moveTo>
                    <a:pt x="305" y="0"/>
                  </a:moveTo>
                  <a:cubicBezTo>
                    <a:pt x="239" y="0"/>
                    <a:pt x="174" y="34"/>
                    <a:pt x="162" y="103"/>
                  </a:cubicBezTo>
                  <a:cubicBezTo>
                    <a:pt x="0" y="997"/>
                    <a:pt x="62" y="1867"/>
                    <a:pt x="199" y="2762"/>
                  </a:cubicBezTo>
                  <a:cubicBezTo>
                    <a:pt x="212" y="2811"/>
                    <a:pt x="261" y="2836"/>
                    <a:pt x="309" y="2836"/>
                  </a:cubicBezTo>
                  <a:cubicBezTo>
                    <a:pt x="358" y="2836"/>
                    <a:pt x="404" y="2811"/>
                    <a:pt x="410" y="2762"/>
                  </a:cubicBezTo>
                  <a:cubicBezTo>
                    <a:pt x="547" y="1867"/>
                    <a:pt x="622" y="997"/>
                    <a:pt x="448" y="103"/>
                  </a:cubicBezTo>
                  <a:cubicBezTo>
                    <a:pt x="435" y="34"/>
                    <a:pt x="370" y="0"/>
                    <a:pt x="3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20"/>
          <p:cNvSpPr/>
          <p:nvPr/>
        </p:nvSpPr>
        <p:spPr>
          <a:xfrm>
            <a:off x="2201918" y="147764"/>
            <a:ext cx="90675" cy="69609"/>
          </a:xfrm>
          <a:custGeom>
            <a:rect b="b" l="l" r="r" t="t"/>
            <a:pathLst>
              <a:path extrusionOk="0" h="945" w="1231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31" y="945"/>
                  <a:pt x="1231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20"/>
          <p:cNvGrpSpPr/>
          <p:nvPr/>
        </p:nvGrpSpPr>
        <p:grpSpPr>
          <a:xfrm>
            <a:off x="8693780" y="2759656"/>
            <a:ext cx="205068" cy="303697"/>
            <a:chOff x="4176768" y="2163337"/>
            <a:chExt cx="85030" cy="125927"/>
          </a:xfrm>
        </p:grpSpPr>
        <p:sp>
          <p:nvSpPr>
            <p:cNvPr id="552" name="Google Shape;552;p20"/>
            <p:cNvSpPr/>
            <p:nvPr/>
          </p:nvSpPr>
          <p:spPr>
            <a:xfrm>
              <a:off x="4176768" y="2220422"/>
              <a:ext cx="85030" cy="17165"/>
            </a:xfrm>
            <a:custGeom>
              <a:rect b="b" l="l" r="r" t="t"/>
              <a:pathLst>
                <a:path extrusionOk="0" h="562" w="2784">
                  <a:moveTo>
                    <a:pt x="1300" y="0"/>
                  </a:moveTo>
                  <a:cubicBezTo>
                    <a:pt x="980" y="0"/>
                    <a:pt x="659" y="12"/>
                    <a:pt x="336" y="17"/>
                  </a:cubicBezTo>
                  <a:cubicBezTo>
                    <a:pt x="0" y="17"/>
                    <a:pt x="0" y="539"/>
                    <a:pt x="336" y="539"/>
                  </a:cubicBezTo>
                  <a:cubicBezTo>
                    <a:pt x="649" y="549"/>
                    <a:pt x="961" y="561"/>
                    <a:pt x="1272" y="561"/>
                  </a:cubicBezTo>
                  <a:cubicBezTo>
                    <a:pt x="1725" y="561"/>
                    <a:pt x="2178" y="535"/>
                    <a:pt x="2635" y="440"/>
                  </a:cubicBezTo>
                  <a:cubicBezTo>
                    <a:pt x="2784" y="402"/>
                    <a:pt x="2784" y="154"/>
                    <a:pt x="2635" y="116"/>
                  </a:cubicBezTo>
                  <a:cubicBezTo>
                    <a:pt x="2187" y="23"/>
                    <a:pt x="1744" y="0"/>
                    <a:pt x="1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4205998" y="2163337"/>
              <a:ext cx="27733" cy="125927"/>
            </a:xfrm>
            <a:custGeom>
              <a:rect b="b" l="l" r="r" t="t"/>
              <a:pathLst>
                <a:path extrusionOk="0" h="4123" w="908">
                  <a:moveTo>
                    <a:pt x="447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8" y="4011"/>
                  </a:cubicBezTo>
                  <a:cubicBezTo>
                    <a:pt x="311" y="4085"/>
                    <a:pt x="379" y="4123"/>
                    <a:pt x="447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5" y="2719"/>
                    <a:pt x="907" y="1464"/>
                    <a:pt x="659" y="159"/>
                  </a:cubicBezTo>
                  <a:cubicBezTo>
                    <a:pt x="640" y="53"/>
                    <a:pt x="544" y="1"/>
                    <a:pt x="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20"/>
          <p:cNvGrpSpPr/>
          <p:nvPr/>
        </p:nvGrpSpPr>
        <p:grpSpPr>
          <a:xfrm>
            <a:off x="8846324" y="1905219"/>
            <a:ext cx="141942" cy="208972"/>
            <a:chOff x="3867860" y="2082705"/>
            <a:chExt cx="58855" cy="86649"/>
          </a:xfrm>
        </p:grpSpPr>
        <p:sp>
          <p:nvSpPr>
            <p:cNvPr id="555" name="Google Shape;555;p20"/>
            <p:cNvSpPr/>
            <p:nvPr/>
          </p:nvSpPr>
          <p:spPr>
            <a:xfrm>
              <a:off x="3867860" y="2121922"/>
              <a:ext cx="58855" cy="11820"/>
            </a:xfrm>
            <a:custGeom>
              <a:rect b="b" l="l" r="r" t="t"/>
              <a:pathLst>
                <a:path extrusionOk="0" h="387" w="1927">
                  <a:moveTo>
                    <a:pt x="847" y="0"/>
                  </a:moveTo>
                  <a:cubicBezTo>
                    <a:pt x="645" y="0"/>
                    <a:pt x="441" y="7"/>
                    <a:pt x="236" y="12"/>
                  </a:cubicBezTo>
                  <a:cubicBezTo>
                    <a:pt x="0" y="12"/>
                    <a:pt x="0" y="372"/>
                    <a:pt x="236" y="372"/>
                  </a:cubicBezTo>
                  <a:cubicBezTo>
                    <a:pt x="463" y="377"/>
                    <a:pt x="687" y="387"/>
                    <a:pt x="910" y="387"/>
                  </a:cubicBezTo>
                  <a:cubicBezTo>
                    <a:pt x="1213" y="387"/>
                    <a:pt x="1514" y="369"/>
                    <a:pt x="1814" y="297"/>
                  </a:cubicBezTo>
                  <a:cubicBezTo>
                    <a:pt x="1926" y="272"/>
                    <a:pt x="1926" y="111"/>
                    <a:pt x="1814" y="86"/>
                  </a:cubicBezTo>
                  <a:cubicBezTo>
                    <a:pt x="1493" y="17"/>
                    <a:pt x="1171" y="0"/>
                    <a:pt x="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3888354" y="2082705"/>
              <a:ext cx="18997" cy="86649"/>
            </a:xfrm>
            <a:custGeom>
              <a:rect b="b" l="l" r="r" t="t"/>
              <a:pathLst>
                <a:path extrusionOk="0" h="2837" w="622">
                  <a:moveTo>
                    <a:pt x="305" y="0"/>
                  </a:moveTo>
                  <a:cubicBezTo>
                    <a:pt x="239" y="0"/>
                    <a:pt x="174" y="34"/>
                    <a:pt x="162" y="103"/>
                  </a:cubicBezTo>
                  <a:cubicBezTo>
                    <a:pt x="0" y="997"/>
                    <a:pt x="62" y="1867"/>
                    <a:pt x="199" y="2762"/>
                  </a:cubicBezTo>
                  <a:cubicBezTo>
                    <a:pt x="212" y="2811"/>
                    <a:pt x="261" y="2836"/>
                    <a:pt x="309" y="2836"/>
                  </a:cubicBezTo>
                  <a:cubicBezTo>
                    <a:pt x="358" y="2836"/>
                    <a:pt x="404" y="2811"/>
                    <a:pt x="410" y="2762"/>
                  </a:cubicBezTo>
                  <a:cubicBezTo>
                    <a:pt x="547" y="1867"/>
                    <a:pt x="622" y="997"/>
                    <a:pt x="448" y="103"/>
                  </a:cubicBezTo>
                  <a:cubicBezTo>
                    <a:pt x="435" y="34"/>
                    <a:pt x="370" y="0"/>
                    <a:pt x="3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0"/>
          <p:cNvGrpSpPr/>
          <p:nvPr/>
        </p:nvGrpSpPr>
        <p:grpSpPr>
          <a:xfrm rot="-1253273">
            <a:off x="216693" y="3874276"/>
            <a:ext cx="411935" cy="729276"/>
            <a:chOff x="8491725" y="1639350"/>
            <a:chExt cx="580750" cy="1028275"/>
          </a:xfrm>
        </p:grpSpPr>
        <p:sp>
          <p:nvSpPr>
            <p:cNvPr id="558" name="Google Shape;558;p20"/>
            <p:cNvSpPr/>
            <p:nvPr/>
          </p:nvSpPr>
          <p:spPr>
            <a:xfrm>
              <a:off x="8491725" y="1639350"/>
              <a:ext cx="580750" cy="1028275"/>
            </a:xfrm>
            <a:custGeom>
              <a:rect b="b" l="l" r="r" t="t"/>
              <a:pathLst>
                <a:path extrusionOk="0" h="41131" w="23230">
                  <a:moveTo>
                    <a:pt x="12063" y="5717"/>
                  </a:moveTo>
                  <a:cubicBezTo>
                    <a:pt x="12848" y="5717"/>
                    <a:pt x="13631" y="5789"/>
                    <a:pt x="14421" y="5808"/>
                  </a:cubicBezTo>
                  <a:cubicBezTo>
                    <a:pt x="14718" y="5823"/>
                    <a:pt x="15016" y="5839"/>
                    <a:pt x="15251" y="6058"/>
                  </a:cubicBezTo>
                  <a:cubicBezTo>
                    <a:pt x="15471" y="6262"/>
                    <a:pt x="15439" y="6576"/>
                    <a:pt x="15173" y="6685"/>
                  </a:cubicBezTo>
                  <a:cubicBezTo>
                    <a:pt x="14332" y="7052"/>
                    <a:pt x="13467" y="7265"/>
                    <a:pt x="12548" y="7265"/>
                  </a:cubicBezTo>
                  <a:cubicBezTo>
                    <a:pt x="12406" y="7265"/>
                    <a:pt x="12262" y="7260"/>
                    <a:pt x="12116" y="7250"/>
                  </a:cubicBezTo>
                  <a:cubicBezTo>
                    <a:pt x="11962" y="7241"/>
                    <a:pt x="11798" y="7228"/>
                    <a:pt x="11636" y="7228"/>
                  </a:cubicBezTo>
                  <a:cubicBezTo>
                    <a:pt x="11501" y="7228"/>
                    <a:pt x="11367" y="7237"/>
                    <a:pt x="11239" y="7265"/>
                  </a:cubicBezTo>
                  <a:cubicBezTo>
                    <a:pt x="10897" y="7339"/>
                    <a:pt x="10564" y="7370"/>
                    <a:pt x="10233" y="7370"/>
                  </a:cubicBezTo>
                  <a:cubicBezTo>
                    <a:pt x="9790" y="7370"/>
                    <a:pt x="9352" y="7315"/>
                    <a:pt x="8903" y="7234"/>
                  </a:cubicBezTo>
                  <a:cubicBezTo>
                    <a:pt x="8276" y="7124"/>
                    <a:pt x="7634" y="7093"/>
                    <a:pt x="7007" y="7030"/>
                  </a:cubicBezTo>
                  <a:cubicBezTo>
                    <a:pt x="6972" y="7031"/>
                    <a:pt x="6938" y="7032"/>
                    <a:pt x="6903" y="7032"/>
                  </a:cubicBezTo>
                  <a:cubicBezTo>
                    <a:pt x="6684" y="7032"/>
                    <a:pt x="6466" y="7013"/>
                    <a:pt x="6249" y="7013"/>
                  </a:cubicBezTo>
                  <a:cubicBezTo>
                    <a:pt x="6018" y="7013"/>
                    <a:pt x="5790" y="7034"/>
                    <a:pt x="5565" y="7124"/>
                  </a:cubicBezTo>
                  <a:cubicBezTo>
                    <a:pt x="5515" y="7141"/>
                    <a:pt x="5463" y="7152"/>
                    <a:pt x="5412" y="7152"/>
                  </a:cubicBezTo>
                  <a:cubicBezTo>
                    <a:pt x="5320" y="7152"/>
                    <a:pt x="5233" y="7116"/>
                    <a:pt x="5173" y="7015"/>
                  </a:cubicBezTo>
                  <a:cubicBezTo>
                    <a:pt x="5063" y="6842"/>
                    <a:pt x="5047" y="6670"/>
                    <a:pt x="5141" y="6482"/>
                  </a:cubicBezTo>
                  <a:cubicBezTo>
                    <a:pt x="5267" y="6231"/>
                    <a:pt x="5486" y="6105"/>
                    <a:pt x="5737" y="5996"/>
                  </a:cubicBezTo>
                  <a:cubicBezTo>
                    <a:pt x="6201" y="5801"/>
                    <a:pt x="6683" y="5729"/>
                    <a:pt x="7178" y="5729"/>
                  </a:cubicBezTo>
                  <a:cubicBezTo>
                    <a:pt x="7318" y="5729"/>
                    <a:pt x="7460" y="5735"/>
                    <a:pt x="7602" y="5745"/>
                  </a:cubicBezTo>
                  <a:cubicBezTo>
                    <a:pt x="8088" y="5776"/>
                    <a:pt x="8574" y="5855"/>
                    <a:pt x="9060" y="5870"/>
                  </a:cubicBezTo>
                  <a:cubicBezTo>
                    <a:pt x="9321" y="5889"/>
                    <a:pt x="9594" y="5913"/>
                    <a:pt x="9861" y="5913"/>
                  </a:cubicBezTo>
                  <a:cubicBezTo>
                    <a:pt x="10042" y="5913"/>
                    <a:pt x="10221" y="5902"/>
                    <a:pt x="10392" y="5870"/>
                  </a:cubicBezTo>
                  <a:cubicBezTo>
                    <a:pt x="10951" y="5753"/>
                    <a:pt x="11507" y="5717"/>
                    <a:pt x="12063" y="5717"/>
                  </a:cubicBezTo>
                  <a:close/>
                  <a:moveTo>
                    <a:pt x="13171" y="7951"/>
                  </a:moveTo>
                  <a:cubicBezTo>
                    <a:pt x="13209" y="7951"/>
                    <a:pt x="13249" y="7958"/>
                    <a:pt x="13292" y="7971"/>
                  </a:cubicBezTo>
                  <a:cubicBezTo>
                    <a:pt x="13449" y="8018"/>
                    <a:pt x="13464" y="8174"/>
                    <a:pt x="13449" y="8410"/>
                  </a:cubicBezTo>
                  <a:cubicBezTo>
                    <a:pt x="13433" y="8472"/>
                    <a:pt x="13386" y="8613"/>
                    <a:pt x="13292" y="8723"/>
                  </a:cubicBezTo>
                  <a:cubicBezTo>
                    <a:pt x="13238" y="8804"/>
                    <a:pt x="13164" y="8838"/>
                    <a:pt x="13083" y="8838"/>
                  </a:cubicBezTo>
                  <a:cubicBezTo>
                    <a:pt x="13023" y="8838"/>
                    <a:pt x="12960" y="8819"/>
                    <a:pt x="12900" y="8786"/>
                  </a:cubicBezTo>
                  <a:cubicBezTo>
                    <a:pt x="12728" y="8692"/>
                    <a:pt x="12696" y="8441"/>
                    <a:pt x="12837" y="8190"/>
                  </a:cubicBezTo>
                  <a:cubicBezTo>
                    <a:pt x="12912" y="8041"/>
                    <a:pt x="13026" y="7951"/>
                    <a:pt x="13171" y="7951"/>
                  </a:cubicBezTo>
                  <a:close/>
                  <a:moveTo>
                    <a:pt x="11599" y="7892"/>
                  </a:moveTo>
                  <a:cubicBezTo>
                    <a:pt x="11913" y="7892"/>
                    <a:pt x="11991" y="7971"/>
                    <a:pt x="11975" y="8394"/>
                  </a:cubicBezTo>
                  <a:cubicBezTo>
                    <a:pt x="11960" y="8629"/>
                    <a:pt x="12007" y="8801"/>
                    <a:pt x="12163" y="8990"/>
                  </a:cubicBezTo>
                  <a:cubicBezTo>
                    <a:pt x="12540" y="9444"/>
                    <a:pt x="12508" y="9538"/>
                    <a:pt x="12007" y="9758"/>
                  </a:cubicBezTo>
                  <a:cubicBezTo>
                    <a:pt x="11824" y="9839"/>
                    <a:pt x="11708" y="9888"/>
                    <a:pt x="11616" y="9888"/>
                  </a:cubicBezTo>
                  <a:cubicBezTo>
                    <a:pt x="11479" y="9888"/>
                    <a:pt x="11398" y="9779"/>
                    <a:pt x="11239" y="9507"/>
                  </a:cubicBezTo>
                  <a:cubicBezTo>
                    <a:pt x="11098" y="9256"/>
                    <a:pt x="10910" y="9099"/>
                    <a:pt x="10690" y="8974"/>
                  </a:cubicBezTo>
                  <a:cubicBezTo>
                    <a:pt x="10596" y="8911"/>
                    <a:pt x="10518" y="8833"/>
                    <a:pt x="10439" y="8739"/>
                  </a:cubicBezTo>
                  <a:cubicBezTo>
                    <a:pt x="10283" y="8535"/>
                    <a:pt x="10377" y="8174"/>
                    <a:pt x="10612" y="8080"/>
                  </a:cubicBezTo>
                  <a:cubicBezTo>
                    <a:pt x="10925" y="7939"/>
                    <a:pt x="11254" y="7892"/>
                    <a:pt x="11599" y="7892"/>
                  </a:cubicBezTo>
                  <a:close/>
                  <a:moveTo>
                    <a:pt x="8484" y="7906"/>
                  </a:moveTo>
                  <a:cubicBezTo>
                    <a:pt x="8589" y="7906"/>
                    <a:pt x="8711" y="7953"/>
                    <a:pt x="8856" y="8049"/>
                  </a:cubicBezTo>
                  <a:cubicBezTo>
                    <a:pt x="9123" y="8222"/>
                    <a:pt x="9405" y="8237"/>
                    <a:pt x="9687" y="8347"/>
                  </a:cubicBezTo>
                  <a:cubicBezTo>
                    <a:pt x="9844" y="8394"/>
                    <a:pt x="9891" y="8582"/>
                    <a:pt x="9781" y="8707"/>
                  </a:cubicBezTo>
                  <a:cubicBezTo>
                    <a:pt x="9436" y="9099"/>
                    <a:pt x="9076" y="9475"/>
                    <a:pt x="8699" y="9820"/>
                  </a:cubicBezTo>
                  <a:cubicBezTo>
                    <a:pt x="8633" y="9882"/>
                    <a:pt x="8555" y="9910"/>
                    <a:pt x="8476" y="9910"/>
                  </a:cubicBezTo>
                  <a:cubicBezTo>
                    <a:pt x="8314" y="9910"/>
                    <a:pt x="8151" y="9791"/>
                    <a:pt x="8088" y="9601"/>
                  </a:cubicBezTo>
                  <a:cubicBezTo>
                    <a:pt x="8057" y="9507"/>
                    <a:pt x="8025" y="9397"/>
                    <a:pt x="8010" y="9287"/>
                  </a:cubicBezTo>
                  <a:cubicBezTo>
                    <a:pt x="7978" y="9178"/>
                    <a:pt x="7978" y="9068"/>
                    <a:pt x="7947" y="8927"/>
                  </a:cubicBezTo>
                  <a:cubicBezTo>
                    <a:pt x="7978" y="8770"/>
                    <a:pt x="8010" y="8582"/>
                    <a:pt x="8057" y="8410"/>
                  </a:cubicBezTo>
                  <a:cubicBezTo>
                    <a:pt x="8150" y="8080"/>
                    <a:pt x="8283" y="7906"/>
                    <a:pt x="8484" y="7906"/>
                  </a:cubicBezTo>
                  <a:close/>
                  <a:moveTo>
                    <a:pt x="10173" y="9428"/>
                  </a:moveTo>
                  <a:cubicBezTo>
                    <a:pt x="10392" y="9428"/>
                    <a:pt x="10690" y="9648"/>
                    <a:pt x="10659" y="9789"/>
                  </a:cubicBezTo>
                  <a:cubicBezTo>
                    <a:pt x="10596" y="10008"/>
                    <a:pt x="10408" y="10055"/>
                    <a:pt x="10220" y="10071"/>
                  </a:cubicBezTo>
                  <a:cubicBezTo>
                    <a:pt x="10079" y="10102"/>
                    <a:pt x="9922" y="10102"/>
                    <a:pt x="9812" y="10102"/>
                  </a:cubicBezTo>
                  <a:cubicBezTo>
                    <a:pt x="9718" y="10087"/>
                    <a:pt x="9640" y="10071"/>
                    <a:pt x="9577" y="10055"/>
                  </a:cubicBezTo>
                  <a:cubicBezTo>
                    <a:pt x="9420" y="9993"/>
                    <a:pt x="9467" y="9867"/>
                    <a:pt x="9514" y="9773"/>
                  </a:cubicBezTo>
                  <a:cubicBezTo>
                    <a:pt x="9671" y="9538"/>
                    <a:pt x="9891" y="9444"/>
                    <a:pt x="10173" y="9428"/>
                  </a:cubicBezTo>
                  <a:close/>
                  <a:moveTo>
                    <a:pt x="14374" y="7704"/>
                  </a:moveTo>
                  <a:cubicBezTo>
                    <a:pt x="14546" y="7704"/>
                    <a:pt x="14640" y="7798"/>
                    <a:pt x="14640" y="7986"/>
                  </a:cubicBezTo>
                  <a:cubicBezTo>
                    <a:pt x="14656" y="8425"/>
                    <a:pt x="14640" y="8880"/>
                    <a:pt x="14656" y="9319"/>
                  </a:cubicBezTo>
                  <a:cubicBezTo>
                    <a:pt x="14656" y="9507"/>
                    <a:pt x="14656" y="9711"/>
                    <a:pt x="14734" y="9867"/>
                  </a:cubicBezTo>
                  <a:cubicBezTo>
                    <a:pt x="15330" y="11090"/>
                    <a:pt x="15580" y="12422"/>
                    <a:pt x="15941" y="13708"/>
                  </a:cubicBezTo>
                  <a:cubicBezTo>
                    <a:pt x="16019" y="14037"/>
                    <a:pt x="16113" y="14366"/>
                    <a:pt x="16207" y="14679"/>
                  </a:cubicBezTo>
                  <a:cubicBezTo>
                    <a:pt x="16317" y="15009"/>
                    <a:pt x="16474" y="15353"/>
                    <a:pt x="15957" y="15479"/>
                  </a:cubicBezTo>
                  <a:cubicBezTo>
                    <a:pt x="15580" y="16262"/>
                    <a:pt x="14828" y="16341"/>
                    <a:pt x="14091" y="16435"/>
                  </a:cubicBezTo>
                  <a:cubicBezTo>
                    <a:pt x="12822" y="16592"/>
                    <a:pt x="11552" y="16670"/>
                    <a:pt x="10283" y="16717"/>
                  </a:cubicBezTo>
                  <a:cubicBezTo>
                    <a:pt x="10241" y="16719"/>
                    <a:pt x="10199" y="16720"/>
                    <a:pt x="10158" y="16720"/>
                  </a:cubicBezTo>
                  <a:cubicBezTo>
                    <a:pt x="9902" y="16720"/>
                    <a:pt x="9645" y="16683"/>
                    <a:pt x="9389" y="16670"/>
                  </a:cubicBezTo>
                  <a:cubicBezTo>
                    <a:pt x="8449" y="16576"/>
                    <a:pt x="7524" y="16498"/>
                    <a:pt x="6599" y="16404"/>
                  </a:cubicBezTo>
                  <a:cubicBezTo>
                    <a:pt x="6442" y="16388"/>
                    <a:pt x="6286" y="16372"/>
                    <a:pt x="6160" y="16325"/>
                  </a:cubicBezTo>
                  <a:cubicBezTo>
                    <a:pt x="6050" y="16294"/>
                    <a:pt x="5941" y="16215"/>
                    <a:pt x="5909" y="16137"/>
                  </a:cubicBezTo>
                  <a:cubicBezTo>
                    <a:pt x="5862" y="16027"/>
                    <a:pt x="5972" y="15949"/>
                    <a:pt x="6082" y="15918"/>
                  </a:cubicBezTo>
                  <a:cubicBezTo>
                    <a:pt x="6364" y="15839"/>
                    <a:pt x="6662" y="15777"/>
                    <a:pt x="6960" y="15714"/>
                  </a:cubicBezTo>
                  <a:cubicBezTo>
                    <a:pt x="8652" y="15416"/>
                    <a:pt x="10361" y="15244"/>
                    <a:pt x="12085" y="15244"/>
                  </a:cubicBezTo>
                  <a:cubicBezTo>
                    <a:pt x="12461" y="15244"/>
                    <a:pt x="12837" y="15212"/>
                    <a:pt x="13214" y="15181"/>
                  </a:cubicBezTo>
                  <a:cubicBezTo>
                    <a:pt x="13355" y="15165"/>
                    <a:pt x="13511" y="15150"/>
                    <a:pt x="13558" y="14930"/>
                  </a:cubicBezTo>
                  <a:lnTo>
                    <a:pt x="10878" y="14930"/>
                  </a:lnTo>
                  <a:cubicBezTo>
                    <a:pt x="9311" y="14946"/>
                    <a:pt x="7759" y="15228"/>
                    <a:pt x="6192" y="15353"/>
                  </a:cubicBezTo>
                  <a:cubicBezTo>
                    <a:pt x="6057" y="15353"/>
                    <a:pt x="5934" y="15388"/>
                    <a:pt x="5813" y="15388"/>
                  </a:cubicBezTo>
                  <a:cubicBezTo>
                    <a:pt x="5793" y="15388"/>
                    <a:pt x="5773" y="15387"/>
                    <a:pt x="5753" y="15385"/>
                  </a:cubicBezTo>
                  <a:cubicBezTo>
                    <a:pt x="5533" y="15385"/>
                    <a:pt x="5392" y="15244"/>
                    <a:pt x="5376" y="15040"/>
                  </a:cubicBezTo>
                  <a:cubicBezTo>
                    <a:pt x="5361" y="14820"/>
                    <a:pt x="5376" y="14585"/>
                    <a:pt x="5408" y="14366"/>
                  </a:cubicBezTo>
                  <a:cubicBezTo>
                    <a:pt x="5549" y="13096"/>
                    <a:pt x="5753" y="11842"/>
                    <a:pt x="6097" y="10620"/>
                  </a:cubicBezTo>
                  <a:cubicBezTo>
                    <a:pt x="6176" y="10322"/>
                    <a:pt x="6286" y="10055"/>
                    <a:pt x="6536" y="9852"/>
                  </a:cubicBezTo>
                  <a:cubicBezTo>
                    <a:pt x="6803" y="9648"/>
                    <a:pt x="6850" y="9350"/>
                    <a:pt x="6724" y="9052"/>
                  </a:cubicBezTo>
                  <a:cubicBezTo>
                    <a:pt x="6630" y="8770"/>
                    <a:pt x="6552" y="8472"/>
                    <a:pt x="6568" y="8174"/>
                  </a:cubicBezTo>
                  <a:cubicBezTo>
                    <a:pt x="6568" y="8018"/>
                    <a:pt x="6615" y="7877"/>
                    <a:pt x="6803" y="7830"/>
                  </a:cubicBezTo>
                  <a:cubicBezTo>
                    <a:pt x="6837" y="7822"/>
                    <a:pt x="6873" y="7819"/>
                    <a:pt x="6909" y="7819"/>
                  </a:cubicBezTo>
                  <a:cubicBezTo>
                    <a:pt x="7105" y="7819"/>
                    <a:pt x="7312" y="7922"/>
                    <a:pt x="7351" y="8080"/>
                  </a:cubicBezTo>
                  <a:cubicBezTo>
                    <a:pt x="7445" y="8378"/>
                    <a:pt x="7445" y="8676"/>
                    <a:pt x="7320" y="8958"/>
                  </a:cubicBezTo>
                  <a:cubicBezTo>
                    <a:pt x="7226" y="9162"/>
                    <a:pt x="7163" y="9381"/>
                    <a:pt x="7210" y="9617"/>
                  </a:cubicBezTo>
                  <a:cubicBezTo>
                    <a:pt x="7351" y="10338"/>
                    <a:pt x="7555" y="10557"/>
                    <a:pt x="8308" y="10635"/>
                  </a:cubicBezTo>
                  <a:cubicBezTo>
                    <a:pt x="8863" y="10713"/>
                    <a:pt x="9411" y="10744"/>
                    <a:pt x="9968" y="10744"/>
                  </a:cubicBezTo>
                  <a:cubicBezTo>
                    <a:pt x="10196" y="10744"/>
                    <a:pt x="10426" y="10739"/>
                    <a:pt x="10659" y="10729"/>
                  </a:cubicBezTo>
                  <a:cubicBezTo>
                    <a:pt x="11631" y="10682"/>
                    <a:pt x="12461" y="10244"/>
                    <a:pt x="13339" y="9961"/>
                  </a:cubicBezTo>
                  <a:cubicBezTo>
                    <a:pt x="13527" y="9899"/>
                    <a:pt x="13637" y="9742"/>
                    <a:pt x="13700" y="9554"/>
                  </a:cubicBezTo>
                  <a:cubicBezTo>
                    <a:pt x="13809" y="9162"/>
                    <a:pt x="14013" y="8801"/>
                    <a:pt x="13966" y="8363"/>
                  </a:cubicBezTo>
                  <a:cubicBezTo>
                    <a:pt x="13950" y="8222"/>
                    <a:pt x="13950" y="8065"/>
                    <a:pt x="13997" y="7924"/>
                  </a:cubicBezTo>
                  <a:cubicBezTo>
                    <a:pt x="14060" y="7783"/>
                    <a:pt x="14217" y="7720"/>
                    <a:pt x="14374" y="7704"/>
                  </a:cubicBezTo>
                  <a:close/>
                  <a:moveTo>
                    <a:pt x="16415" y="16600"/>
                  </a:moveTo>
                  <a:cubicBezTo>
                    <a:pt x="16602" y="16600"/>
                    <a:pt x="16697" y="16717"/>
                    <a:pt x="16772" y="16905"/>
                  </a:cubicBezTo>
                  <a:cubicBezTo>
                    <a:pt x="16881" y="17219"/>
                    <a:pt x="16975" y="17548"/>
                    <a:pt x="17054" y="17861"/>
                  </a:cubicBezTo>
                  <a:cubicBezTo>
                    <a:pt x="17775" y="20542"/>
                    <a:pt x="18512" y="23206"/>
                    <a:pt x="19217" y="25886"/>
                  </a:cubicBezTo>
                  <a:cubicBezTo>
                    <a:pt x="19656" y="27626"/>
                    <a:pt x="20063" y="29366"/>
                    <a:pt x="20487" y="31122"/>
                  </a:cubicBezTo>
                  <a:cubicBezTo>
                    <a:pt x="20581" y="31514"/>
                    <a:pt x="20690" y="31921"/>
                    <a:pt x="20769" y="32313"/>
                  </a:cubicBezTo>
                  <a:cubicBezTo>
                    <a:pt x="21004" y="33410"/>
                    <a:pt x="21239" y="34507"/>
                    <a:pt x="21458" y="35605"/>
                  </a:cubicBezTo>
                  <a:cubicBezTo>
                    <a:pt x="21505" y="35824"/>
                    <a:pt x="21521" y="36059"/>
                    <a:pt x="21458" y="36263"/>
                  </a:cubicBezTo>
                  <a:cubicBezTo>
                    <a:pt x="21364" y="36686"/>
                    <a:pt x="21364" y="37000"/>
                    <a:pt x="21897" y="37094"/>
                  </a:cubicBezTo>
                  <a:cubicBezTo>
                    <a:pt x="22164" y="37156"/>
                    <a:pt x="22305" y="37407"/>
                    <a:pt x="22367" y="37674"/>
                  </a:cubicBezTo>
                  <a:cubicBezTo>
                    <a:pt x="22446" y="37971"/>
                    <a:pt x="22367" y="38206"/>
                    <a:pt x="22101" y="38332"/>
                  </a:cubicBezTo>
                  <a:cubicBezTo>
                    <a:pt x="21317" y="38692"/>
                    <a:pt x="20534" y="39053"/>
                    <a:pt x="19734" y="39382"/>
                  </a:cubicBezTo>
                  <a:cubicBezTo>
                    <a:pt x="19280" y="39570"/>
                    <a:pt x="18794" y="39570"/>
                    <a:pt x="18308" y="39602"/>
                  </a:cubicBezTo>
                  <a:cubicBezTo>
                    <a:pt x="17320" y="39633"/>
                    <a:pt x="16380" y="39743"/>
                    <a:pt x="15424" y="40009"/>
                  </a:cubicBezTo>
                  <a:cubicBezTo>
                    <a:pt x="14530" y="40244"/>
                    <a:pt x="13574" y="40417"/>
                    <a:pt x="12649" y="40417"/>
                  </a:cubicBezTo>
                  <a:cubicBezTo>
                    <a:pt x="11584" y="40401"/>
                    <a:pt x="10502" y="40370"/>
                    <a:pt x="9420" y="40354"/>
                  </a:cubicBezTo>
                  <a:cubicBezTo>
                    <a:pt x="7696" y="40338"/>
                    <a:pt x="5972" y="40276"/>
                    <a:pt x="4264" y="40244"/>
                  </a:cubicBezTo>
                  <a:cubicBezTo>
                    <a:pt x="3590" y="40228"/>
                    <a:pt x="2931" y="40197"/>
                    <a:pt x="2273" y="39993"/>
                  </a:cubicBezTo>
                  <a:cubicBezTo>
                    <a:pt x="1865" y="39884"/>
                    <a:pt x="1489" y="39696"/>
                    <a:pt x="1160" y="39460"/>
                  </a:cubicBezTo>
                  <a:cubicBezTo>
                    <a:pt x="533" y="39006"/>
                    <a:pt x="267" y="38771"/>
                    <a:pt x="674" y="37987"/>
                  </a:cubicBezTo>
                  <a:cubicBezTo>
                    <a:pt x="815" y="37705"/>
                    <a:pt x="831" y="37407"/>
                    <a:pt x="847" y="37109"/>
                  </a:cubicBezTo>
                  <a:cubicBezTo>
                    <a:pt x="894" y="36200"/>
                    <a:pt x="1066" y="35322"/>
                    <a:pt x="1254" y="34445"/>
                  </a:cubicBezTo>
                  <a:cubicBezTo>
                    <a:pt x="1756" y="31952"/>
                    <a:pt x="2351" y="29476"/>
                    <a:pt x="2790" y="26968"/>
                  </a:cubicBezTo>
                  <a:cubicBezTo>
                    <a:pt x="3041" y="25495"/>
                    <a:pt x="3449" y="24053"/>
                    <a:pt x="3715" y="22579"/>
                  </a:cubicBezTo>
                  <a:cubicBezTo>
                    <a:pt x="3997" y="21027"/>
                    <a:pt x="4358" y="19507"/>
                    <a:pt x="4718" y="17971"/>
                  </a:cubicBezTo>
                  <a:cubicBezTo>
                    <a:pt x="4781" y="17720"/>
                    <a:pt x="4859" y="17469"/>
                    <a:pt x="4938" y="17219"/>
                  </a:cubicBezTo>
                  <a:cubicBezTo>
                    <a:pt x="5000" y="16968"/>
                    <a:pt x="5188" y="16858"/>
                    <a:pt x="5439" y="16858"/>
                  </a:cubicBezTo>
                  <a:cubicBezTo>
                    <a:pt x="5523" y="16853"/>
                    <a:pt x="5608" y="16851"/>
                    <a:pt x="5686" y="16851"/>
                  </a:cubicBezTo>
                  <a:cubicBezTo>
                    <a:pt x="5843" y="16851"/>
                    <a:pt x="5972" y="16858"/>
                    <a:pt x="6003" y="16858"/>
                  </a:cubicBezTo>
                  <a:cubicBezTo>
                    <a:pt x="7195" y="16952"/>
                    <a:pt x="8167" y="16983"/>
                    <a:pt x="9123" y="17125"/>
                  </a:cubicBezTo>
                  <a:cubicBezTo>
                    <a:pt x="9676" y="17208"/>
                    <a:pt x="10226" y="17241"/>
                    <a:pt x="10773" y="17241"/>
                  </a:cubicBezTo>
                  <a:cubicBezTo>
                    <a:pt x="11980" y="17241"/>
                    <a:pt x="13177" y="17081"/>
                    <a:pt x="14374" y="16952"/>
                  </a:cubicBezTo>
                  <a:cubicBezTo>
                    <a:pt x="15016" y="16874"/>
                    <a:pt x="15643" y="16748"/>
                    <a:pt x="16254" y="16623"/>
                  </a:cubicBezTo>
                  <a:cubicBezTo>
                    <a:pt x="16315" y="16607"/>
                    <a:pt x="16368" y="16600"/>
                    <a:pt x="16415" y="16600"/>
                  </a:cubicBezTo>
                  <a:close/>
                  <a:moveTo>
                    <a:pt x="9669" y="1"/>
                  </a:moveTo>
                  <a:cubicBezTo>
                    <a:pt x="9050" y="1"/>
                    <a:pt x="8475" y="169"/>
                    <a:pt x="7900" y="337"/>
                  </a:cubicBezTo>
                  <a:cubicBezTo>
                    <a:pt x="7367" y="478"/>
                    <a:pt x="6991" y="839"/>
                    <a:pt x="6897" y="1419"/>
                  </a:cubicBezTo>
                  <a:cubicBezTo>
                    <a:pt x="6881" y="1607"/>
                    <a:pt x="6771" y="1795"/>
                    <a:pt x="6787" y="1967"/>
                  </a:cubicBezTo>
                  <a:cubicBezTo>
                    <a:pt x="6850" y="2751"/>
                    <a:pt x="6552" y="3519"/>
                    <a:pt x="6677" y="4319"/>
                  </a:cubicBezTo>
                  <a:cubicBezTo>
                    <a:pt x="6740" y="4773"/>
                    <a:pt x="6583" y="5024"/>
                    <a:pt x="6113" y="5149"/>
                  </a:cubicBezTo>
                  <a:cubicBezTo>
                    <a:pt x="5737" y="5275"/>
                    <a:pt x="5345" y="5431"/>
                    <a:pt x="4985" y="5651"/>
                  </a:cubicBezTo>
                  <a:cubicBezTo>
                    <a:pt x="4295" y="6074"/>
                    <a:pt x="4154" y="6607"/>
                    <a:pt x="4483" y="7375"/>
                  </a:cubicBezTo>
                  <a:cubicBezTo>
                    <a:pt x="4561" y="7548"/>
                    <a:pt x="4671" y="7704"/>
                    <a:pt x="4844" y="7783"/>
                  </a:cubicBezTo>
                  <a:cubicBezTo>
                    <a:pt x="5110" y="7924"/>
                    <a:pt x="5392" y="8033"/>
                    <a:pt x="5659" y="8159"/>
                  </a:cubicBezTo>
                  <a:cubicBezTo>
                    <a:pt x="5909" y="8269"/>
                    <a:pt x="6003" y="8488"/>
                    <a:pt x="5894" y="8707"/>
                  </a:cubicBezTo>
                  <a:cubicBezTo>
                    <a:pt x="5706" y="9099"/>
                    <a:pt x="5659" y="9475"/>
                    <a:pt x="5784" y="9883"/>
                  </a:cubicBezTo>
                  <a:cubicBezTo>
                    <a:pt x="5847" y="10055"/>
                    <a:pt x="5768" y="10259"/>
                    <a:pt x="5721" y="10432"/>
                  </a:cubicBezTo>
                  <a:cubicBezTo>
                    <a:pt x="5392" y="11670"/>
                    <a:pt x="5188" y="12924"/>
                    <a:pt x="5016" y="14193"/>
                  </a:cubicBezTo>
                  <a:cubicBezTo>
                    <a:pt x="4938" y="14773"/>
                    <a:pt x="4844" y="15369"/>
                    <a:pt x="4546" y="15902"/>
                  </a:cubicBezTo>
                  <a:cubicBezTo>
                    <a:pt x="4436" y="16106"/>
                    <a:pt x="4389" y="16325"/>
                    <a:pt x="4436" y="16560"/>
                  </a:cubicBezTo>
                  <a:cubicBezTo>
                    <a:pt x="4546" y="17062"/>
                    <a:pt x="4405" y="17532"/>
                    <a:pt x="4279" y="18002"/>
                  </a:cubicBezTo>
                  <a:cubicBezTo>
                    <a:pt x="3496" y="20745"/>
                    <a:pt x="3119" y="23567"/>
                    <a:pt x="2477" y="26341"/>
                  </a:cubicBezTo>
                  <a:cubicBezTo>
                    <a:pt x="1944" y="28708"/>
                    <a:pt x="1583" y="31122"/>
                    <a:pt x="1019" y="33489"/>
                  </a:cubicBezTo>
                  <a:cubicBezTo>
                    <a:pt x="580" y="35307"/>
                    <a:pt x="361" y="37172"/>
                    <a:pt x="47" y="39006"/>
                  </a:cubicBezTo>
                  <a:cubicBezTo>
                    <a:pt x="0" y="39241"/>
                    <a:pt x="32" y="39429"/>
                    <a:pt x="235" y="39602"/>
                  </a:cubicBezTo>
                  <a:cubicBezTo>
                    <a:pt x="1210" y="40363"/>
                    <a:pt x="2274" y="40888"/>
                    <a:pt x="3528" y="40888"/>
                  </a:cubicBezTo>
                  <a:cubicBezTo>
                    <a:pt x="3564" y="40888"/>
                    <a:pt x="3600" y="40888"/>
                    <a:pt x="3637" y="40887"/>
                  </a:cubicBezTo>
                  <a:cubicBezTo>
                    <a:pt x="3757" y="40885"/>
                    <a:pt x="3877" y="40884"/>
                    <a:pt x="3997" y="40884"/>
                  </a:cubicBezTo>
                  <a:cubicBezTo>
                    <a:pt x="5976" y="40884"/>
                    <a:pt x="7965" y="41096"/>
                    <a:pt x="9944" y="41096"/>
                  </a:cubicBezTo>
                  <a:cubicBezTo>
                    <a:pt x="10119" y="41096"/>
                    <a:pt x="10295" y="41094"/>
                    <a:pt x="10471" y="41091"/>
                  </a:cubicBezTo>
                  <a:cubicBezTo>
                    <a:pt x="10753" y="41091"/>
                    <a:pt x="11028" y="41077"/>
                    <a:pt x="11301" y="41077"/>
                  </a:cubicBezTo>
                  <a:cubicBezTo>
                    <a:pt x="11437" y="41077"/>
                    <a:pt x="11573" y="41080"/>
                    <a:pt x="11709" y="41091"/>
                  </a:cubicBezTo>
                  <a:cubicBezTo>
                    <a:pt x="11965" y="41118"/>
                    <a:pt x="12219" y="41130"/>
                    <a:pt x="12473" y="41130"/>
                  </a:cubicBezTo>
                  <a:cubicBezTo>
                    <a:pt x="13382" y="41130"/>
                    <a:pt x="14274" y="40970"/>
                    <a:pt x="15157" y="40761"/>
                  </a:cubicBezTo>
                  <a:cubicBezTo>
                    <a:pt x="16082" y="40558"/>
                    <a:pt x="16991" y="40417"/>
                    <a:pt x="17932" y="40370"/>
                  </a:cubicBezTo>
                  <a:cubicBezTo>
                    <a:pt x="18480" y="40338"/>
                    <a:pt x="19060" y="40354"/>
                    <a:pt x="19593" y="40166"/>
                  </a:cubicBezTo>
                  <a:cubicBezTo>
                    <a:pt x="20361" y="39868"/>
                    <a:pt x="21129" y="39554"/>
                    <a:pt x="21913" y="39288"/>
                  </a:cubicBezTo>
                  <a:cubicBezTo>
                    <a:pt x="22728" y="39006"/>
                    <a:pt x="23230" y="38426"/>
                    <a:pt x="22932" y="37360"/>
                  </a:cubicBezTo>
                  <a:cubicBezTo>
                    <a:pt x="22900" y="37297"/>
                    <a:pt x="22916" y="37203"/>
                    <a:pt x="22885" y="37141"/>
                  </a:cubicBezTo>
                  <a:cubicBezTo>
                    <a:pt x="22540" y="36357"/>
                    <a:pt x="22477" y="35463"/>
                    <a:pt x="21944" y="34742"/>
                  </a:cubicBezTo>
                  <a:cubicBezTo>
                    <a:pt x="21819" y="34570"/>
                    <a:pt x="21756" y="34335"/>
                    <a:pt x="21725" y="34116"/>
                  </a:cubicBezTo>
                  <a:cubicBezTo>
                    <a:pt x="21552" y="32893"/>
                    <a:pt x="21113" y="31733"/>
                    <a:pt x="20863" y="30510"/>
                  </a:cubicBezTo>
                  <a:cubicBezTo>
                    <a:pt x="20581" y="29194"/>
                    <a:pt x="20110" y="27924"/>
                    <a:pt x="19938" y="26592"/>
                  </a:cubicBezTo>
                  <a:cubicBezTo>
                    <a:pt x="19922" y="26435"/>
                    <a:pt x="19860" y="26294"/>
                    <a:pt x="19813" y="26153"/>
                  </a:cubicBezTo>
                  <a:cubicBezTo>
                    <a:pt x="18903" y="22908"/>
                    <a:pt x="18010" y="19664"/>
                    <a:pt x="17211" y="16388"/>
                  </a:cubicBezTo>
                  <a:cubicBezTo>
                    <a:pt x="16646" y="14068"/>
                    <a:pt x="15972" y="11764"/>
                    <a:pt x="15345" y="9460"/>
                  </a:cubicBezTo>
                  <a:cubicBezTo>
                    <a:pt x="15126" y="8660"/>
                    <a:pt x="15048" y="7908"/>
                    <a:pt x="15753" y="7297"/>
                  </a:cubicBezTo>
                  <a:cubicBezTo>
                    <a:pt x="15831" y="7218"/>
                    <a:pt x="15878" y="7109"/>
                    <a:pt x="15941" y="7015"/>
                  </a:cubicBezTo>
                  <a:cubicBezTo>
                    <a:pt x="16427" y="6200"/>
                    <a:pt x="16004" y="5306"/>
                    <a:pt x="15079" y="5149"/>
                  </a:cubicBezTo>
                  <a:cubicBezTo>
                    <a:pt x="14938" y="5134"/>
                    <a:pt x="14781" y="5118"/>
                    <a:pt x="14640" y="5102"/>
                  </a:cubicBezTo>
                  <a:cubicBezTo>
                    <a:pt x="14044" y="5071"/>
                    <a:pt x="13433" y="5165"/>
                    <a:pt x="12916" y="4742"/>
                  </a:cubicBezTo>
                  <a:cubicBezTo>
                    <a:pt x="12865" y="4711"/>
                    <a:pt x="12775" y="4694"/>
                    <a:pt x="12697" y="4694"/>
                  </a:cubicBezTo>
                  <a:cubicBezTo>
                    <a:pt x="12654" y="4694"/>
                    <a:pt x="12614" y="4699"/>
                    <a:pt x="12587" y="4710"/>
                  </a:cubicBezTo>
                  <a:cubicBezTo>
                    <a:pt x="12423" y="4800"/>
                    <a:pt x="12287" y="4846"/>
                    <a:pt x="12174" y="4846"/>
                  </a:cubicBezTo>
                  <a:cubicBezTo>
                    <a:pt x="11951" y="4846"/>
                    <a:pt x="11813" y="4672"/>
                    <a:pt x="11709" y="4319"/>
                  </a:cubicBezTo>
                  <a:cubicBezTo>
                    <a:pt x="11646" y="4099"/>
                    <a:pt x="11411" y="3895"/>
                    <a:pt x="11207" y="3739"/>
                  </a:cubicBezTo>
                  <a:cubicBezTo>
                    <a:pt x="11083" y="3632"/>
                    <a:pt x="10950" y="3582"/>
                    <a:pt x="10822" y="3582"/>
                  </a:cubicBezTo>
                  <a:cubicBezTo>
                    <a:pt x="10609" y="3582"/>
                    <a:pt x="10409" y="3720"/>
                    <a:pt x="10283" y="3974"/>
                  </a:cubicBezTo>
                  <a:cubicBezTo>
                    <a:pt x="10220" y="4099"/>
                    <a:pt x="10173" y="4256"/>
                    <a:pt x="10141" y="4397"/>
                  </a:cubicBezTo>
                  <a:cubicBezTo>
                    <a:pt x="10141" y="4491"/>
                    <a:pt x="10141" y="4648"/>
                    <a:pt x="10204" y="4695"/>
                  </a:cubicBezTo>
                  <a:cubicBezTo>
                    <a:pt x="10249" y="4726"/>
                    <a:pt x="10291" y="4740"/>
                    <a:pt x="10329" y="4740"/>
                  </a:cubicBezTo>
                  <a:cubicBezTo>
                    <a:pt x="10423" y="4740"/>
                    <a:pt x="10498" y="4659"/>
                    <a:pt x="10565" y="4569"/>
                  </a:cubicBezTo>
                  <a:cubicBezTo>
                    <a:pt x="10627" y="4475"/>
                    <a:pt x="10706" y="4366"/>
                    <a:pt x="10784" y="4334"/>
                  </a:cubicBezTo>
                  <a:cubicBezTo>
                    <a:pt x="10809" y="4326"/>
                    <a:pt x="10838" y="4322"/>
                    <a:pt x="10867" y="4322"/>
                  </a:cubicBezTo>
                  <a:cubicBezTo>
                    <a:pt x="10948" y="4322"/>
                    <a:pt x="11036" y="4351"/>
                    <a:pt x="11082" y="4397"/>
                  </a:cubicBezTo>
                  <a:cubicBezTo>
                    <a:pt x="11145" y="4460"/>
                    <a:pt x="11176" y="4601"/>
                    <a:pt x="11145" y="4695"/>
                  </a:cubicBezTo>
                  <a:cubicBezTo>
                    <a:pt x="11082" y="4993"/>
                    <a:pt x="10847" y="5102"/>
                    <a:pt x="10565" y="5134"/>
                  </a:cubicBezTo>
                  <a:cubicBezTo>
                    <a:pt x="10187" y="5187"/>
                    <a:pt x="9807" y="5206"/>
                    <a:pt x="9426" y="5206"/>
                  </a:cubicBezTo>
                  <a:cubicBezTo>
                    <a:pt x="8906" y="5206"/>
                    <a:pt x="8385" y="5170"/>
                    <a:pt x="7869" y="5134"/>
                  </a:cubicBezTo>
                  <a:cubicBezTo>
                    <a:pt x="7445" y="5102"/>
                    <a:pt x="7304" y="4930"/>
                    <a:pt x="7242" y="4475"/>
                  </a:cubicBezTo>
                  <a:cubicBezTo>
                    <a:pt x="7101" y="3535"/>
                    <a:pt x="7304" y="2610"/>
                    <a:pt x="7508" y="1701"/>
                  </a:cubicBezTo>
                  <a:cubicBezTo>
                    <a:pt x="7571" y="1388"/>
                    <a:pt x="7775" y="1168"/>
                    <a:pt x="8057" y="1027"/>
                  </a:cubicBezTo>
                  <a:cubicBezTo>
                    <a:pt x="8503" y="815"/>
                    <a:pt x="8970" y="667"/>
                    <a:pt x="9445" y="667"/>
                  </a:cubicBezTo>
                  <a:cubicBezTo>
                    <a:pt x="9671" y="667"/>
                    <a:pt x="9898" y="700"/>
                    <a:pt x="10126" y="776"/>
                  </a:cubicBezTo>
                  <a:cubicBezTo>
                    <a:pt x="10510" y="895"/>
                    <a:pt x="10884" y="987"/>
                    <a:pt x="11263" y="987"/>
                  </a:cubicBezTo>
                  <a:cubicBezTo>
                    <a:pt x="11532" y="987"/>
                    <a:pt x="11805" y="941"/>
                    <a:pt x="12085" y="823"/>
                  </a:cubicBezTo>
                  <a:cubicBezTo>
                    <a:pt x="12217" y="768"/>
                    <a:pt x="12365" y="733"/>
                    <a:pt x="12515" y="733"/>
                  </a:cubicBezTo>
                  <a:cubicBezTo>
                    <a:pt x="12702" y="733"/>
                    <a:pt x="12891" y="787"/>
                    <a:pt x="13057" y="917"/>
                  </a:cubicBezTo>
                  <a:cubicBezTo>
                    <a:pt x="13496" y="1262"/>
                    <a:pt x="13903" y="1638"/>
                    <a:pt x="14044" y="2218"/>
                  </a:cubicBezTo>
                  <a:cubicBezTo>
                    <a:pt x="14185" y="2814"/>
                    <a:pt x="14358" y="3378"/>
                    <a:pt x="14185" y="3989"/>
                  </a:cubicBezTo>
                  <a:cubicBezTo>
                    <a:pt x="14138" y="4162"/>
                    <a:pt x="14138" y="4366"/>
                    <a:pt x="14170" y="4538"/>
                  </a:cubicBezTo>
                  <a:cubicBezTo>
                    <a:pt x="14170" y="4632"/>
                    <a:pt x="14264" y="4773"/>
                    <a:pt x="14342" y="4789"/>
                  </a:cubicBezTo>
                  <a:cubicBezTo>
                    <a:pt x="14375" y="4802"/>
                    <a:pt x="14404" y="4807"/>
                    <a:pt x="14429" y="4807"/>
                  </a:cubicBezTo>
                  <a:cubicBezTo>
                    <a:pt x="14556" y="4807"/>
                    <a:pt x="14580" y="4656"/>
                    <a:pt x="14593" y="4538"/>
                  </a:cubicBezTo>
                  <a:cubicBezTo>
                    <a:pt x="14640" y="4240"/>
                    <a:pt x="14687" y="3942"/>
                    <a:pt x="14734" y="3660"/>
                  </a:cubicBezTo>
                  <a:cubicBezTo>
                    <a:pt x="14953" y="2359"/>
                    <a:pt x="14358" y="1011"/>
                    <a:pt x="13198" y="290"/>
                  </a:cubicBezTo>
                  <a:cubicBezTo>
                    <a:pt x="12979" y="149"/>
                    <a:pt x="12743" y="71"/>
                    <a:pt x="12461" y="55"/>
                  </a:cubicBezTo>
                  <a:cubicBezTo>
                    <a:pt x="11599" y="55"/>
                    <a:pt x="10737" y="55"/>
                    <a:pt x="9891" y="8"/>
                  </a:cubicBezTo>
                  <a:cubicBezTo>
                    <a:pt x="9816" y="3"/>
                    <a:pt x="9742" y="1"/>
                    <a:pt x="9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8784425" y="1685775"/>
              <a:ext cx="40400" cy="33725"/>
            </a:xfrm>
            <a:custGeom>
              <a:rect b="b" l="l" r="r" t="t"/>
              <a:pathLst>
                <a:path extrusionOk="0" h="1349" w="1616">
                  <a:moveTo>
                    <a:pt x="644" y="1"/>
                  </a:moveTo>
                  <a:cubicBezTo>
                    <a:pt x="581" y="1"/>
                    <a:pt x="487" y="16"/>
                    <a:pt x="440" y="63"/>
                  </a:cubicBezTo>
                  <a:cubicBezTo>
                    <a:pt x="1" y="596"/>
                    <a:pt x="189" y="1223"/>
                    <a:pt x="816" y="1317"/>
                  </a:cubicBezTo>
                  <a:cubicBezTo>
                    <a:pt x="926" y="1349"/>
                    <a:pt x="1035" y="1349"/>
                    <a:pt x="1114" y="1349"/>
                  </a:cubicBezTo>
                  <a:cubicBezTo>
                    <a:pt x="1176" y="1349"/>
                    <a:pt x="1223" y="1349"/>
                    <a:pt x="1255" y="1333"/>
                  </a:cubicBezTo>
                  <a:cubicBezTo>
                    <a:pt x="1286" y="1333"/>
                    <a:pt x="1333" y="1333"/>
                    <a:pt x="1365" y="1317"/>
                  </a:cubicBezTo>
                  <a:cubicBezTo>
                    <a:pt x="1474" y="1286"/>
                    <a:pt x="1584" y="1270"/>
                    <a:pt x="1600" y="1145"/>
                  </a:cubicBezTo>
                  <a:cubicBezTo>
                    <a:pt x="1615" y="1020"/>
                    <a:pt x="1537" y="941"/>
                    <a:pt x="1412" y="926"/>
                  </a:cubicBezTo>
                  <a:cubicBezTo>
                    <a:pt x="973" y="894"/>
                    <a:pt x="706" y="737"/>
                    <a:pt x="816" y="236"/>
                  </a:cubicBezTo>
                  <a:cubicBezTo>
                    <a:pt x="816" y="189"/>
                    <a:pt x="816" y="142"/>
                    <a:pt x="800" y="126"/>
                  </a:cubicBezTo>
                  <a:cubicBezTo>
                    <a:pt x="753" y="79"/>
                    <a:pt x="691" y="16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8718200" y="1676250"/>
              <a:ext cx="24725" cy="46200"/>
            </a:xfrm>
            <a:custGeom>
              <a:rect b="b" l="l" r="r" t="t"/>
              <a:pathLst>
                <a:path extrusionOk="0" h="1848" w="989">
                  <a:moveTo>
                    <a:pt x="608" y="1"/>
                  </a:moveTo>
                  <a:cubicBezTo>
                    <a:pt x="582" y="1"/>
                    <a:pt x="556" y="7"/>
                    <a:pt x="534" y="21"/>
                  </a:cubicBezTo>
                  <a:cubicBezTo>
                    <a:pt x="393" y="115"/>
                    <a:pt x="346" y="272"/>
                    <a:pt x="408" y="413"/>
                  </a:cubicBezTo>
                  <a:cubicBezTo>
                    <a:pt x="565" y="805"/>
                    <a:pt x="503" y="1134"/>
                    <a:pt x="142" y="1385"/>
                  </a:cubicBezTo>
                  <a:cubicBezTo>
                    <a:pt x="95" y="1416"/>
                    <a:pt x="32" y="1479"/>
                    <a:pt x="17" y="1542"/>
                  </a:cubicBezTo>
                  <a:cubicBezTo>
                    <a:pt x="1" y="1604"/>
                    <a:pt x="17" y="1698"/>
                    <a:pt x="48" y="1745"/>
                  </a:cubicBezTo>
                  <a:cubicBezTo>
                    <a:pt x="95" y="1792"/>
                    <a:pt x="173" y="1824"/>
                    <a:pt x="236" y="1839"/>
                  </a:cubicBezTo>
                  <a:cubicBezTo>
                    <a:pt x="266" y="1845"/>
                    <a:pt x="294" y="1847"/>
                    <a:pt x="321" y="1847"/>
                  </a:cubicBezTo>
                  <a:cubicBezTo>
                    <a:pt x="451" y="1847"/>
                    <a:pt x="550" y="1787"/>
                    <a:pt x="628" y="1683"/>
                  </a:cubicBezTo>
                  <a:cubicBezTo>
                    <a:pt x="879" y="1385"/>
                    <a:pt x="973" y="1024"/>
                    <a:pt x="988" y="648"/>
                  </a:cubicBezTo>
                  <a:cubicBezTo>
                    <a:pt x="973" y="538"/>
                    <a:pt x="941" y="429"/>
                    <a:pt x="926" y="319"/>
                  </a:cubicBezTo>
                  <a:cubicBezTo>
                    <a:pt x="887" y="139"/>
                    <a:pt x="73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8767975" y="1674750"/>
              <a:ext cx="10225" cy="10075"/>
            </a:xfrm>
            <a:custGeom>
              <a:rect b="b" l="l" r="r" t="t"/>
              <a:pathLst>
                <a:path extrusionOk="0" h="403" w="409">
                  <a:moveTo>
                    <a:pt x="194" y="0"/>
                  </a:moveTo>
                  <a:cubicBezTo>
                    <a:pt x="182" y="0"/>
                    <a:pt x="170" y="1"/>
                    <a:pt x="157" y="3"/>
                  </a:cubicBezTo>
                  <a:cubicBezTo>
                    <a:pt x="48" y="50"/>
                    <a:pt x="1" y="128"/>
                    <a:pt x="16" y="238"/>
                  </a:cubicBezTo>
                  <a:cubicBezTo>
                    <a:pt x="42" y="342"/>
                    <a:pt x="100" y="403"/>
                    <a:pt x="191" y="403"/>
                  </a:cubicBezTo>
                  <a:cubicBezTo>
                    <a:pt x="210" y="403"/>
                    <a:pt x="230" y="400"/>
                    <a:pt x="251" y="395"/>
                  </a:cubicBezTo>
                  <a:cubicBezTo>
                    <a:pt x="361" y="379"/>
                    <a:pt x="408" y="269"/>
                    <a:pt x="377" y="160"/>
                  </a:cubicBezTo>
                  <a:cubicBezTo>
                    <a:pt x="363" y="61"/>
                    <a:pt x="298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8713125" y="1680300"/>
              <a:ext cx="3925" cy="2775"/>
            </a:xfrm>
            <a:custGeom>
              <a:rect b="b" l="l" r="r" t="t"/>
              <a:pathLst>
                <a:path extrusionOk="0" h="111" w="157">
                  <a:moveTo>
                    <a:pt x="79" y="0"/>
                  </a:moveTo>
                  <a:cubicBezTo>
                    <a:pt x="47" y="0"/>
                    <a:pt x="16" y="32"/>
                    <a:pt x="0" y="47"/>
                  </a:cubicBezTo>
                  <a:cubicBezTo>
                    <a:pt x="16" y="63"/>
                    <a:pt x="47" y="110"/>
                    <a:pt x="63" y="110"/>
                  </a:cubicBezTo>
                  <a:cubicBezTo>
                    <a:pt x="94" y="94"/>
                    <a:pt x="126" y="63"/>
                    <a:pt x="157" y="47"/>
                  </a:cubicBezTo>
                  <a:cubicBezTo>
                    <a:pt x="126" y="32"/>
                    <a:pt x="94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8547750" y="2569100"/>
              <a:ext cx="456925" cy="57375"/>
            </a:xfrm>
            <a:custGeom>
              <a:rect b="b" l="l" r="r" t="t"/>
              <a:pathLst>
                <a:path extrusionOk="0" h="2295" w="18277">
                  <a:moveTo>
                    <a:pt x="18144" y="0"/>
                  </a:moveTo>
                  <a:cubicBezTo>
                    <a:pt x="18093" y="0"/>
                    <a:pt x="18028" y="23"/>
                    <a:pt x="17995" y="45"/>
                  </a:cubicBezTo>
                  <a:cubicBezTo>
                    <a:pt x="17901" y="107"/>
                    <a:pt x="17822" y="186"/>
                    <a:pt x="17760" y="280"/>
                  </a:cubicBezTo>
                  <a:cubicBezTo>
                    <a:pt x="17399" y="766"/>
                    <a:pt x="16898" y="954"/>
                    <a:pt x="16333" y="1079"/>
                  </a:cubicBezTo>
                  <a:cubicBezTo>
                    <a:pt x="15516" y="1261"/>
                    <a:pt x="14713" y="1472"/>
                    <a:pt x="13868" y="1472"/>
                  </a:cubicBezTo>
                  <a:cubicBezTo>
                    <a:pt x="13838" y="1472"/>
                    <a:pt x="13808" y="1472"/>
                    <a:pt x="13778" y="1471"/>
                  </a:cubicBezTo>
                  <a:cubicBezTo>
                    <a:pt x="13759" y="1470"/>
                    <a:pt x="13740" y="1469"/>
                    <a:pt x="13721" y="1469"/>
                  </a:cubicBezTo>
                  <a:cubicBezTo>
                    <a:pt x="13489" y="1469"/>
                    <a:pt x="13257" y="1552"/>
                    <a:pt x="13010" y="1581"/>
                  </a:cubicBezTo>
                  <a:cubicBezTo>
                    <a:pt x="12806" y="1605"/>
                    <a:pt x="12610" y="1638"/>
                    <a:pt x="12410" y="1638"/>
                  </a:cubicBezTo>
                  <a:cubicBezTo>
                    <a:pt x="12350" y="1638"/>
                    <a:pt x="12289" y="1635"/>
                    <a:pt x="12227" y="1628"/>
                  </a:cubicBezTo>
                  <a:cubicBezTo>
                    <a:pt x="11789" y="1597"/>
                    <a:pt x="11353" y="1584"/>
                    <a:pt x="10918" y="1584"/>
                  </a:cubicBezTo>
                  <a:cubicBezTo>
                    <a:pt x="9824" y="1584"/>
                    <a:pt x="8733" y="1661"/>
                    <a:pt x="7634" y="1706"/>
                  </a:cubicBezTo>
                  <a:cubicBezTo>
                    <a:pt x="7035" y="1728"/>
                    <a:pt x="6436" y="1744"/>
                    <a:pt x="5837" y="1744"/>
                  </a:cubicBezTo>
                  <a:cubicBezTo>
                    <a:pt x="5166" y="1744"/>
                    <a:pt x="4496" y="1724"/>
                    <a:pt x="3825" y="1675"/>
                  </a:cubicBezTo>
                  <a:cubicBezTo>
                    <a:pt x="3182" y="1628"/>
                    <a:pt x="2556" y="1581"/>
                    <a:pt x="1929" y="1471"/>
                  </a:cubicBezTo>
                  <a:cubicBezTo>
                    <a:pt x="1349" y="1361"/>
                    <a:pt x="722" y="1299"/>
                    <a:pt x="424" y="656"/>
                  </a:cubicBezTo>
                  <a:cubicBezTo>
                    <a:pt x="401" y="622"/>
                    <a:pt x="289" y="596"/>
                    <a:pt x="205" y="596"/>
                  </a:cubicBezTo>
                  <a:cubicBezTo>
                    <a:pt x="172" y="596"/>
                    <a:pt x="144" y="600"/>
                    <a:pt x="126" y="609"/>
                  </a:cubicBezTo>
                  <a:cubicBezTo>
                    <a:pt x="48" y="656"/>
                    <a:pt x="16" y="797"/>
                    <a:pt x="16" y="907"/>
                  </a:cubicBezTo>
                  <a:cubicBezTo>
                    <a:pt x="1" y="1283"/>
                    <a:pt x="204" y="1549"/>
                    <a:pt x="549" y="1659"/>
                  </a:cubicBezTo>
                  <a:cubicBezTo>
                    <a:pt x="878" y="1769"/>
                    <a:pt x="1208" y="1847"/>
                    <a:pt x="1521" y="1926"/>
                  </a:cubicBezTo>
                  <a:cubicBezTo>
                    <a:pt x="2634" y="2176"/>
                    <a:pt x="3762" y="2145"/>
                    <a:pt x="4875" y="2223"/>
                  </a:cubicBezTo>
                  <a:cubicBezTo>
                    <a:pt x="5229" y="2246"/>
                    <a:pt x="5592" y="2294"/>
                    <a:pt x="5944" y="2294"/>
                  </a:cubicBezTo>
                  <a:cubicBezTo>
                    <a:pt x="6076" y="2294"/>
                    <a:pt x="6205" y="2287"/>
                    <a:pt x="6333" y="2270"/>
                  </a:cubicBezTo>
                  <a:cubicBezTo>
                    <a:pt x="7063" y="2155"/>
                    <a:pt x="7793" y="2128"/>
                    <a:pt x="8660" y="2128"/>
                  </a:cubicBezTo>
                  <a:cubicBezTo>
                    <a:pt x="9208" y="2128"/>
                    <a:pt x="9811" y="2139"/>
                    <a:pt x="10502" y="2145"/>
                  </a:cubicBezTo>
                  <a:cubicBezTo>
                    <a:pt x="11270" y="2129"/>
                    <a:pt x="12603" y="2067"/>
                    <a:pt x="13951" y="1988"/>
                  </a:cubicBezTo>
                  <a:cubicBezTo>
                    <a:pt x="15111" y="1910"/>
                    <a:pt x="16224" y="1628"/>
                    <a:pt x="17368" y="1408"/>
                  </a:cubicBezTo>
                  <a:cubicBezTo>
                    <a:pt x="17556" y="1377"/>
                    <a:pt x="17713" y="1267"/>
                    <a:pt x="17807" y="1095"/>
                  </a:cubicBezTo>
                  <a:cubicBezTo>
                    <a:pt x="17963" y="813"/>
                    <a:pt x="18120" y="515"/>
                    <a:pt x="18261" y="201"/>
                  </a:cubicBezTo>
                  <a:cubicBezTo>
                    <a:pt x="18277" y="154"/>
                    <a:pt x="18246" y="45"/>
                    <a:pt x="18198" y="13"/>
                  </a:cubicBezTo>
                  <a:cubicBezTo>
                    <a:pt x="18185" y="4"/>
                    <a:pt x="18166" y="0"/>
                    <a:pt x="18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8729575" y="2024675"/>
              <a:ext cx="100625" cy="11875"/>
            </a:xfrm>
            <a:custGeom>
              <a:rect b="b" l="l" r="r" t="t"/>
              <a:pathLst>
                <a:path extrusionOk="0" h="475" w="4025">
                  <a:moveTo>
                    <a:pt x="2283" y="1"/>
                  </a:moveTo>
                  <a:cubicBezTo>
                    <a:pt x="1520" y="1"/>
                    <a:pt x="750" y="120"/>
                    <a:pt x="63" y="364"/>
                  </a:cubicBezTo>
                  <a:cubicBezTo>
                    <a:pt x="5" y="378"/>
                    <a:pt x="1" y="475"/>
                    <a:pt x="64" y="475"/>
                  </a:cubicBezTo>
                  <a:cubicBezTo>
                    <a:pt x="69" y="475"/>
                    <a:pt x="74" y="474"/>
                    <a:pt x="79" y="473"/>
                  </a:cubicBezTo>
                  <a:cubicBezTo>
                    <a:pt x="985" y="386"/>
                    <a:pt x="1846" y="329"/>
                    <a:pt x="2730" y="329"/>
                  </a:cubicBezTo>
                  <a:cubicBezTo>
                    <a:pt x="3115" y="329"/>
                    <a:pt x="3504" y="340"/>
                    <a:pt x="3903" y="364"/>
                  </a:cubicBezTo>
                  <a:cubicBezTo>
                    <a:pt x="3907" y="364"/>
                    <a:pt x="3911" y="365"/>
                    <a:pt x="3915" y="365"/>
                  </a:cubicBezTo>
                  <a:cubicBezTo>
                    <a:pt x="4000" y="365"/>
                    <a:pt x="4024" y="206"/>
                    <a:pt x="3919" y="191"/>
                  </a:cubicBezTo>
                  <a:cubicBezTo>
                    <a:pt x="3401" y="65"/>
                    <a:pt x="2844" y="1"/>
                    <a:pt x="2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8588900" y="2528800"/>
              <a:ext cx="370200" cy="34375"/>
            </a:xfrm>
            <a:custGeom>
              <a:rect b="b" l="l" r="r" t="t"/>
              <a:pathLst>
                <a:path extrusionOk="0" h="1375" w="14808">
                  <a:moveTo>
                    <a:pt x="8610" y="1"/>
                  </a:moveTo>
                  <a:cubicBezTo>
                    <a:pt x="8170" y="1"/>
                    <a:pt x="7734" y="10"/>
                    <a:pt x="7305" y="27"/>
                  </a:cubicBezTo>
                  <a:cubicBezTo>
                    <a:pt x="4797" y="121"/>
                    <a:pt x="2414" y="591"/>
                    <a:pt x="32" y="1328"/>
                  </a:cubicBezTo>
                  <a:cubicBezTo>
                    <a:pt x="0" y="1343"/>
                    <a:pt x="16" y="1375"/>
                    <a:pt x="32" y="1375"/>
                  </a:cubicBezTo>
                  <a:cubicBezTo>
                    <a:pt x="2383" y="701"/>
                    <a:pt x="4875" y="356"/>
                    <a:pt x="7305" y="293"/>
                  </a:cubicBezTo>
                  <a:cubicBezTo>
                    <a:pt x="7489" y="288"/>
                    <a:pt x="7673" y="286"/>
                    <a:pt x="7856" y="286"/>
                  </a:cubicBezTo>
                  <a:cubicBezTo>
                    <a:pt x="10148" y="286"/>
                    <a:pt x="12345" y="636"/>
                    <a:pt x="14609" y="998"/>
                  </a:cubicBezTo>
                  <a:cubicBezTo>
                    <a:pt x="14614" y="999"/>
                    <a:pt x="14620" y="999"/>
                    <a:pt x="14625" y="999"/>
                  </a:cubicBezTo>
                  <a:cubicBezTo>
                    <a:pt x="14755" y="999"/>
                    <a:pt x="14807" y="824"/>
                    <a:pt x="14672" y="779"/>
                  </a:cubicBezTo>
                  <a:cubicBezTo>
                    <a:pt x="12764" y="199"/>
                    <a:pt x="10645" y="1"/>
                    <a:pt x="8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8701200" y="2141775"/>
              <a:ext cx="55825" cy="42175"/>
            </a:xfrm>
            <a:custGeom>
              <a:rect b="b" l="l" r="r" t="t"/>
              <a:pathLst>
                <a:path extrusionOk="0" h="1687" w="2233">
                  <a:moveTo>
                    <a:pt x="1159" y="395"/>
                  </a:moveTo>
                  <a:cubicBezTo>
                    <a:pt x="1177" y="395"/>
                    <a:pt x="1195" y="396"/>
                    <a:pt x="1214" y="398"/>
                  </a:cubicBezTo>
                  <a:cubicBezTo>
                    <a:pt x="1527" y="429"/>
                    <a:pt x="1809" y="805"/>
                    <a:pt x="1606" y="1087"/>
                  </a:cubicBezTo>
                  <a:cubicBezTo>
                    <a:pt x="1494" y="1236"/>
                    <a:pt x="1312" y="1302"/>
                    <a:pt x="1129" y="1302"/>
                  </a:cubicBezTo>
                  <a:cubicBezTo>
                    <a:pt x="1003" y="1302"/>
                    <a:pt x="877" y="1270"/>
                    <a:pt x="775" y="1213"/>
                  </a:cubicBezTo>
                  <a:cubicBezTo>
                    <a:pt x="587" y="1105"/>
                    <a:pt x="485" y="905"/>
                    <a:pt x="513" y="730"/>
                  </a:cubicBezTo>
                  <a:lnTo>
                    <a:pt x="513" y="730"/>
                  </a:lnTo>
                  <a:cubicBezTo>
                    <a:pt x="707" y="569"/>
                    <a:pt x="896" y="395"/>
                    <a:pt x="1159" y="395"/>
                  </a:cubicBezTo>
                  <a:close/>
                  <a:moveTo>
                    <a:pt x="1153" y="1"/>
                  </a:moveTo>
                  <a:cubicBezTo>
                    <a:pt x="968" y="1"/>
                    <a:pt x="778" y="49"/>
                    <a:pt x="615" y="140"/>
                  </a:cubicBezTo>
                  <a:lnTo>
                    <a:pt x="615" y="140"/>
                  </a:lnTo>
                  <a:cubicBezTo>
                    <a:pt x="147" y="227"/>
                    <a:pt x="0" y="874"/>
                    <a:pt x="258" y="1260"/>
                  </a:cubicBezTo>
                  <a:cubicBezTo>
                    <a:pt x="454" y="1540"/>
                    <a:pt x="794" y="1686"/>
                    <a:pt x="1134" y="1686"/>
                  </a:cubicBezTo>
                  <a:cubicBezTo>
                    <a:pt x="1364" y="1686"/>
                    <a:pt x="1594" y="1619"/>
                    <a:pt x="1778" y="1479"/>
                  </a:cubicBezTo>
                  <a:cubicBezTo>
                    <a:pt x="2233" y="1119"/>
                    <a:pt x="2123" y="445"/>
                    <a:pt x="1653" y="147"/>
                  </a:cubicBezTo>
                  <a:cubicBezTo>
                    <a:pt x="1511" y="47"/>
                    <a:pt x="1334" y="1"/>
                    <a:pt x="1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8775100" y="2318125"/>
              <a:ext cx="55600" cy="42150"/>
            </a:xfrm>
            <a:custGeom>
              <a:rect b="b" l="l" r="r" t="t"/>
              <a:pathLst>
                <a:path extrusionOk="0" h="1686" w="2224">
                  <a:moveTo>
                    <a:pt x="1165" y="394"/>
                  </a:moveTo>
                  <a:cubicBezTo>
                    <a:pt x="1183" y="394"/>
                    <a:pt x="1202" y="395"/>
                    <a:pt x="1220" y="397"/>
                  </a:cubicBezTo>
                  <a:cubicBezTo>
                    <a:pt x="1534" y="428"/>
                    <a:pt x="1800" y="804"/>
                    <a:pt x="1596" y="1087"/>
                  </a:cubicBezTo>
                  <a:cubicBezTo>
                    <a:pt x="1494" y="1235"/>
                    <a:pt x="1310" y="1301"/>
                    <a:pt x="1125" y="1301"/>
                  </a:cubicBezTo>
                  <a:cubicBezTo>
                    <a:pt x="997" y="1301"/>
                    <a:pt x="868" y="1270"/>
                    <a:pt x="766" y="1212"/>
                  </a:cubicBezTo>
                  <a:cubicBezTo>
                    <a:pt x="580" y="1106"/>
                    <a:pt x="485" y="911"/>
                    <a:pt x="509" y="738"/>
                  </a:cubicBezTo>
                  <a:lnTo>
                    <a:pt x="509" y="738"/>
                  </a:lnTo>
                  <a:cubicBezTo>
                    <a:pt x="706" y="575"/>
                    <a:pt x="898" y="394"/>
                    <a:pt x="1165" y="394"/>
                  </a:cubicBezTo>
                  <a:close/>
                  <a:moveTo>
                    <a:pt x="1150" y="0"/>
                  </a:moveTo>
                  <a:cubicBezTo>
                    <a:pt x="949" y="0"/>
                    <a:pt x="745" y="56"/>
                    <a:pt x="576" y="159"/>
                  </a:cubicBezTo>
                  <a:lnTo>
                    <a:pt x="576" y="159"/>
                  </a:lnTo>
                  <a:cubicBezTo>
                    <a:pt x="130" y="264"/>
                    <a:pt x="1" y="884"/>
                    <a:pt x="264" y="1259"/>
                  </a:cubicBezTo>
                  <a:cubicBezTo>
                    <a:pt x="460" y="1539"/>
                    <a:pt x="801" y="1686"/>
                    <a:pt x="1137" y="1686"/>
                  </a:cubicBezTo>
                  <a:cubicBezTo>
                    <a:pt x="1365" y="1686"/>
                    <a:pt x="1591" y="1618"/>
                    <a:pt x="1769" y="1478"/>
                  </a:cubicBezTo>
                  <a:cubicBezTo>
                    <a:pt x="2223" y="1118"/>
                    <a:pt x="2114" y="444"/>
                    <a:pt x="1659" y="146"/>
                  </a:cubicBezTo>
                  <a:cubicBezTo>
                    <a:pt x="1512" y="47"/>
                    <a:pt x="1332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8562725" y="2441150"/>
              <a:ext cx="55575" cy="42350"/>
            </a:xfrm>
            <a:custGeom>
              <a:rect b="b" l="l" r="r" t="t"/>
              <a:pathLst>
                <a:path extrusionOk="0" h="1694" w="2223">
                  <a:moveTo>
                    <a:pt x="1149" y="395"/>
                  </a:moveTo>
                  <a:cubicBezTo>
                    <a:pt x="1167" y="395"/>
                    <a:pt x="1185" y="396"/>
                    <a:pt x="1204" y="398"/>
                  </a:cubicBezTo>
                  <a:cubicBezTo>
                    <a:pt x="1518" y="429"/>
                    <a:pt x="1800" y="805"/>
                    <a:pt x="1596" y="1087"/>
                  </a:cubicBezTo>
                  <a:cubicBezTo>
                    <a:pt x="1485" y="1236"/>
                    <a:pt x="1302" y="1302"/>
                    <a:pt x="1120" y="1302"/>
                  </a:cubicBezTo>
                  <a:cubicBezTo>
                    <a:pt x="994" y="1302"/>
                    <a:pt x="868" y="1270"/>
                    <a:pt x="765" y="1213"/>
                  </a:cubicBezTo>
                  <a:cubicBezTo>
                    <a:pt x="581" y="1107"/>
                    <a:pt x="480" y="913"/>
                    <a:pt x="502" y="741"/>
                  </a:cubicBezTo>
                  <a:lnTo>
                    <a:pt x="502" y="741"/>
                  </a:lnTo>
                  <a:cubicBezTo>
                    <a:pt x="696" y="571"/>
                    <a:pt x="886" y="395"/>
                    <a:pt x="1149" y="395"/>
                  </a:cubicBezTo>
                  <a:close/>
                  <a:moveTo>
                    <a:pt x="1133" y="1"/>
                  </a:moveTo>
                  <a:cubicBezTo>
                    <a:pt x="931" y="1"/>
                    <a:pt x="725" y="58"/>
                    <a:pt x="555" y="163"/>
                  </a:cubicBezTo>
                  <a:lnTo>
                    <a:pt x="555" y="163"/>
                  </a:lnTo>
                  <a:cubicBezTo>
                    <a:pt x="127" y="278"/>
                    <a:pt x="0" y="902"/>
                    <a:pt x="248" y="1260"/>
                  </a:cubicBezTo>
                  <a:cubicBezTo>
                    <a:pt x="445" y="1541"/>
                    <a:pt x="787" y="1693"/>
                    <a:pt x="1128" y="1693"/>
                  </a:cubicBezTo>
                  <a:cubicBezTo>
                    <a:pt x="1357" y="1693"/>
                    <a:pt x="1586" y="1624"/>
                    <a:pt x="1768" y="1479"/>
                  </a:cubicBezTo>
                  <a:cubicBezTo>
                    <a:pt x="2223" y="1119"/>
                    <a:pt x="2113" y="445"/>
                    <a:pt x="1643" y="147"/>
                  </a:cubicBezTo>
                  <a:cubicBezTo>
                    <a:pt x="1496" y="47"/>
                    <a:pt x="1316" y="1"/>
                    <a:pt x="1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8775100" y="2473675"/>
              <a:ext cx="55600" cy="42350"/>
            </a:xfrm>
            <a:custGeom>
              <a:rect b="b" l="l" r="r" t="t"/>
              <a:pathLst>
                <a:path extrusionOk="0" h="1694" w="2224">
                  <a:moveTo>
                    <a:pt x="1165" y="395"/>
                  </a:moveTo>
                  <a:cubicBezTo>
                    <a:pt x="1183" y="395"/>
                    <a:pt x="1202" y="396"/>
                    <a:pt x="1220" y="398"/>
                  </a:cubicBezTo>
                  <a:cubicBezTo>
                    <a:pt x="1534" y="429"/>
                    <a:pt x="1800" y="805"/>
                    <a:pt x="1596" y="1087"/>
                  </a:cubicBezTo>
                  <a:cubicBezTo>
                    <a:pt x="1494" y="1236"/>
                    <a:pt x="1310" y="1302"/>
                    <a:pt x="1125" y="1302"/>
                  </a:cubicBezTo>
                  <a:cubicBezTo>
                    <a:pt x="997" y="1302"/>
                    <a:pt x="868" y="1270"/>
                    <a:pt x="766" y="1213"/>
                  </a:cubicBezTo>
                  <a:cubicBezTo>
                    <a:pt x="584" y="1109"/>
                    <a:pt x="489" y="920"/>
                    <a:pt x="507" y="750"/>
                  </a:cubicBezTo>
                  <a:lnTo>
                    <a:pt x="507" y="750"/>
                  </a:lnTo>
                  <a:cubicBezTo>
                    <a:pt x="706" y="577"/>
                    <a:pt x="897" y="395"/>
                    <a:pt x="1165" y="395"/>
                  </a:cubicBezTo>
                  <a:close/>
                  <a:moveTo>
                    <a:pt x="1150" y="1"/>
                  </a:moveTo>
                  <a:cubicBezTo>
                    <a:pt x="949" y="1"/>
                    <a:pt x="745" y="57"/>
                    <a:pt x="576" y="160"/>
                  </a:cubicBezTo>
                  <a:lnTo>
                    <a:pt x="576" y="160"/>
                  </a:lnTo>
                  <a:cubicBezTo>
                    <a:pt x="130" y="265"/>
                    <a:pt x="1" y="885"/>
                    <a:pt x="264" y="1260"/>
                  </a:cubicBezTo>
                  <a:cubicBezTo>
                    <a:pt x="461" y="1541"/>
                    <a:pt x="803" y="1693"/>
                    <a:pt x="1141" y="1693"/>
                  </a:cubicBezTo>
                  <a:cubicBezTo>
                    <a:pt x="1368" y="1693"/>
                    <a:pt x="1592" y="1624"/>
                    <a:pt x="1769" y="1479"/>
                  </a:cubicBezTo>
                  <a:cubicBezTo>
                    <a:pt x="2223" y="1119"/>
                    <a:pt x="2114" y="445"/>
                    <a:pt x="1659" y="147"/>
                  </a:cubicBezTo>
                  <a:cubicBezTo>
                    <a:pt x="1512" y="47"/>
                    <a:pt x="1332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8824850" y="2125500"/>
              <a:ext cx="55625" cy="42150"/>
            </a:xfrm>
            <a:custGeom>
              <a:rect b="b" l="l" r="r" t="t"/>
              <a:pathLst>
                <a:path extrusionOk="0" h="1686" w="2225">
                  <a:moveTo>
                    <a:pt x="1145" y="401"/>
                  </a:moveTo>
                  <a:cubicBezTo>
                    <a:pt x="1170" y="401"/>
                    <a:pt x="1195" y="402"/>
                    <a:pt x="1221" y="406"/>
                  </a:cubicBezTo>
                  <a:cubicBezTo>
                    <a:pt x="1534" y="437"/>
                    <a:pt x="1817" y="813"/>
                    <a:pt x="1597" y="1096"/>
                  </a:cubicBezTo>
                  <a:cubicBezTo>
                    <a:pt x="1499" y="1239"/>
                    <a:pt x="1328" y="1300"/>
                    <a:pt x="1154" y="1300"/>
                  </a:cubicBezTo>
                  <a:cubicBezTo>
                    <a:pt x="1023" y="1300"/>
                    <a:pt x="890" y="1266"/>
                    <a:pt x="782" y="1205"/>
                  </a:cubicBezTo>
                  <a:cubicBezTo>
                    <a:pt x="590" y="1109"/>
                    <a:pt x="491" y="917"/>
                    <a:pt x="510" y="746"/>
                  </a:cubicBezTo>
                  <a:lnTo>
                    <a:pt x="510" y="746"/>
                  </a:lnTo>
                  <a:cubicBezTo>
                    <a:pt x="702" y="584"/>
                    <a:pt x="889" y="401"/>
                    <a:pt x="1145" y="401"/>
                  </a:cubicBezTo>
                  <a:close/>
                  <a:moveTo>
                    <a:pt x="1155" y="1"/>
                  </a:moveTo>
                  <a:cubicBezTo>
                    <a:pt x="955" y="1"/>
                    <a:pt x="752" y="55"/>
                    <a:pt x="583" y="157"/>
                  </a:cubicBezTo>
                  <a:lnTo>
                    <a:pt x="583" y="157"/>
                  </a:lnTo>
                  <a:cubicBezTo>
                    <a:pt x="143" y="271"/>
                    <a:pt x="1" y="891"/>
                    <a:pt x="265" y="1252"/>
                  </a:cubicBezTo>
                  <a:cubicBezTo>
                    <a:pt x="462" y="1533"/>
                    <a:pt x="804" y="1686"/>
                    <a:pt x="1141" y="1686"/>
                  </a:cubicBezTo>
                  <a:cubicBezTo>
                    <a:pt x="1368" y="1686"/>
                    <a:pt x="1593" y="1617"/>
                    <a:pt x="1770" y="1472"/>
                  </a:cubicBezTo>
                  <a:cubicBezTo>
                    <a:pt x="2224" y="1111"/>
                    <a:pt x="2114" y="437"/>
                    <a:pt x="1660" y="139"/>
                  </a:cubicBezTo>
                  <a:cubicBezTo>
                    <a:pt x="1514" y="45"/>
                    <a:pt x="1336" y="1"/>
                    <a:pt x="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8661350" y="2232675"/>
              <a:ext cx="80400" cy="59600"/>
            </a:xfrm>
            <a:custGeom>
              <a:rect b="b" l="l" r="r" t="t"/>
              <a:pathLst>
                <a:path extrusionOk="0" h="2384" w="3216">
                  <a:moveTo>
                    <a:pt x="1678" y="391"/>
                  </a:moveTo>
                  <a:cubicBezTo>
                    <a:pt x="1744" y="391"/>
                    <a:pt x="1812" y="398"/>
                    <a:pt x="1883" y="414"/>
                  </a:cubicBezTo>
                  <a:cubicBezTo>
                    <a:pt x="2432" y="539"/>
                    <a:pt x="2839" y="1244"/>
                    <a:pt x="2400" y="1699"/>
                  </a:cubicBezTo>
                  <a:cubicBezTo>
                    <a:pt x="2214" y="1903"/>
                    <a:pt x="1932" y="1997"/>
                    <a:pt x="1651" y="1997"/>
                  </a:cubicBezTo>
                  <a:cubicBezTo>
                    <a:pt x="1436" y="1997"/>
                    <a:pt x="1222" y="1942"/>
                    <a:pt x="1052" y="1840"/>
                  </a:cubicBezTo>
                  <a:cubicBezTo>
                    <a:pt x="738" y="1665"/>
                    <a:pt x="560" y="1316"/>
                    <a:pt x="596" y="1011"/>
                  </a:cubicBezTo>
                  <a:lnTo>
                    <a:pt x="596" y="1011"/>
                  </a:lnTo>
                  <a:cubicBezTo>
                    <a:pt x="905" y="703"/>
                    <a:pt x="1240" y="391"/>
                    <a:pt x="1678" y="391"/>
                  </a:cubicBezTo>
                  <a:close/>
                  <a:moveTo>
                    <a:pt x="1692" y="1"/>
                  </a:moveTo>
                  <a:cubicBezTo>
                    <a:pt x="1428" y="1"/>
                    <a:pt x="1162" y="75"/>
                    <a:pt x="929" y="207"/>
                  </a:cubicBezTo>
                  <a:lnTo>
                    <a:pt x="929" y="207"/>
                  </a:lnTo>
                  <a:cubicBezTo>
                    <a:pt x="245" y="326"/>
                    <a:pt x="0" y="1222"/>
                    <a:pt x="410" y="1777"/>
                  </a:cubicBezTo>
                  <a:cubicBezTo>
                    <a:pt x="690" y="2169"/>
                    <a:pt x="1175" y="2383"/>
                    <a:pt x="1658" y="2383"/>
                  </a:cubicBezTo>
                  <a:cubicBezTo>
                    <a:pt x="1986" y="2383"/>
                    <a:pt x="2313" y="2284"/>
                    <a:pt x="2573" y="2075"/>
                  </a:cubicBezTo>
                  <a:cubicBezTo>
                    <a:pt x="3215" y="1574"/>
                    <a:pt x="3043" y="633"/>
                    <a:pt x="2400" y="210"/>
                  </a:cubicBezTo>
                  <a:cubicBezTo>
                    <a:pt x="2187" y="66"/>
                    <a:pt x="1941" y="1"/>
                    <a:pt x="1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8865075" y="2416150"/>
              <a:ext cx="80050" cy="59700"/>
            </a:xfrm>
            <a:custGeom>
              <a:rect b="b" l="l" r="r" t="t"/>
              <a:pathLst>
                <a:path extrusionOk="0" h="2388" w="3202">
                  <a:moveTo>
                    <a:pt x="1679" y="403"/>
                  </a:moveTo>
                  <a:cubicBezTo>
                    <a:pt x="1745" y="403"/>
                    <a:pt x="1814" y="411"/>
                    <a:pt x="1885" y="426"/>
                  </a:cubicBezTo>
                  <a:cubicBezTo>
                    <a:pt x="2433" y="551"/>
                    <a:pt x="2825" y="1241"/>
                    <a:pt x="2386" y="1711"/>
                  </a:cubicBezTo>
                  <a:cubicBezTo>
                    <a:pt x="2202" y="1905"/>
                    <a:pt x="1928" y="1995"/>
                    <a:pt x="1654" y="1995"/>
                  </a:cubicBezTo>
                  <a:cubicBezTo>
                    <a:pt x="1440" y="1995"/>
                    <a:pt x="1226" y="1940"/>
                    <a:pt x="1054" y="1837"/>
                  </a:cubicBezTo>
                  <a:cubicBezTo>
                    <a:pt x="741" y="1663"/>
                    <a:pt x="563" y="1315"/>
                    <a:pt x="595" y="1013"/>
                  </a:cubicBezTo>
                  <a:lnTo>
                    <a:pt x="595" y="1013"/>
                  </a:lnTo>
                  <a:cubicBezTo>
                    <a:pt x="904" y="716"/>
                    <a:pt x="1240" y="403"/>
                    <a:pt x="1679" y="403"/>
                  </a:cubicBezTo>
                  <a:close/>
                  <a:moveTo>
                    <a:pt x="1693" y="0"/>
                  </a:moveTo>
                  <a:cubicBezTo>
                    <a:pt x="1429" y="0"/>
                    <a:pt x="1164" y="73"/>
                    <a:pt x="932" y="203"/>
                  </a:cubicBezTo>
                  <a:lnTo>
                    <a:pt x="932" y="203"/>
                  </a:lnTo>
                  <a:cubicBezTo>
                    <a:pt x="234" y="320"/>
                    <a:pt x="0" y="1232"/>
                    <a:pt x="396" y="1774"/>
                  </a:cubicBezTo>
                  <a:cubicBezTo>
                    <a:pt x="685" y="2175"/>
                    <a:pt x="1175" y="2388"/>
                    <a:pt x="1660" y="2388"/>
                  </a:cubicBezTo>
                  <a:cubicBezTo>
                    <a:pt x="1988" y="2388"/>
                    <a:pt x="2315" y="2290"/>
                    <a:pt x="2574" y="2087"/>
                  </a:cubicBezTo>
                  <a:cubicBezTo>
                    <a:pt x="3201" y="1570"/>
                    <a:pt x="3045" y="630"/>
                    <a:pt x="2402" y="206"/>
                  </a:cubicBezTo>
                  <a:cubicBezTo>
                    <a:pt x="2187" y="64"/>
                    <a:pt x="1941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1"/>
          <p:cNvSpPr txBox="1"/>
          <p:nvPr>
            <p:ph hasCustomPrompt="1" type="title"/>
          </p:nvPr>
        </p:nvSpPr>
        <p:spPr>
          <a:xfrm>
            <a:off x="713238" y="2678963"/>
            <a:ext cx="3858900" cy="598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5" name="Google Shape;575;p21"/>
          <p:cNvSpPr txBox="1"/>
          <p:nvPr>
            <p:ph idx="1" type="subTitle"/>
          </p:nvPr>
        </p:nvSpPr>
        <p:spPr>
          <a:xfrm>
            <a:off x="713225" y="3313932"/>
            <a:ext cx="3858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76" name="Google Shape;576;p21"/>
          <p:cNvSpPr txBox="1"/>
          <p:nvPr>
            <p:ph hasCustomPrompt="1" idx="2" type="title"/>
          </p:nvPr>
        </p:nvSpPr>
        <p:spPr>
          <a:xfrm>
            <a:off x="2640438" y="1418893"/>
            <a:ext cx="3863100" cy="594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7" name="Google Shape;577;p21"/>
          <p:cNvSpPr txBox="1"/>
          <p:nvPr>
            <p:ph idx="3" type="subTitle"/>
          </p:nvPr>
        </p:nvSpPr>
        <p:spPr>
          <a:xfrm>
            <a:off x="2640438" y="2062422"/>
            <a:ext cx="38631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78" name="Google Shape;578;p21"/>
          <p:cNvSpPr txBox="1"/>
          <p:nvPr>
            <p:ph hasCustomPrompt="1" idx="4" type="title"/>
          </p:nvPr>
        </p:nvSpPr>
        <p:spPr>
          <a:xfrm>
            <a:off x="4572013" y="2678963"/>
            <a:ext cx="3858900" cy="598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21"/>
          <p:cNvSpPr txBox="1"/>
          <p:nvPr>
            <p:ph idx="5" type="subTitle"/>
          </p:nvPr>
        </p:nvSpPr>
        <p:spPr>
          <a:xfrm>
            <a:off x="4572000" y="3308445"/>
            <a:ext cx="3858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0" name="Google Shape;580;p21"/>
          <p:cNvSpPr/>
          <p:nvPr/>
        </p:nvSpPr>
        <p:spPr>
          <a:xfrm flipH="1" rot="-5400000">
            <a:off x="7129053" y="-961772"/>
            <a:ext cx="721583" cy="2645140"/>
          </a:xfrm>
          <a:custGeom>
            <a:rect b="b" l="l" r="r" t="t"/>
            <a:pathLst>
              <a:path extrusionOk="0" h="22093" w="6027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1"/>
          <p:cNvSpPr/>
          <p:nvPr/>
        </p:nvSpPr>
        <p:spPr>
          <a:xfrm flipH="1" rot="-5400000">
            <a:off x="7348512" y="-779543"/>
            <a:ext cx="297636" cy="1856734"/>
          </a:xfrm>
          <a:custGeom>
            <a:rect b="b" l="l" r="r" t="t"/>
            <a:pathLst>
              <a:path extrusionOk="0" h="15508" w="2486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 flipH="1" rot="-5400000">
            <a:off x="4257210" y="3639138"/>
            <a:ext cx="683126" cy="2367446"/>
          </a:xfrm>
          <a:custGeom>
            <a:rect b="b" l="l" r="r" t="t"/>
            <a:pathLst>
              <a:path extrusionOk="0" h="16066" w="4636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1"/>
          <p:cNvSpPr/>
          <p:nvPr/>
        </p:nvSpPr>
        <p:spPr>
          <a:xfrm flipH="1" rot="-5400000">
            <a:off x="3969930" y="4728631"/>
            <a:ext cx="188759" cy="759775"/>
          </a:xfrm>
          <a:custGeom>
            <a:rect b="b" l="l" r="r" t="t"/>
            <a:pathLst>
              <a:path extrusionOk="0" h="5156" w="1281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-74873" y="-144675"/>
            <a:ext cx="836766" cy="1591696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486786" y="685019"/>
            <a:ext cx="311613" cy="592981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6" name="Google Shape;586;p21"/>
          <p:cNvGrpSpPr/>
          <p:nvPr/>
        </p:nvGrpSpPr>
        <p:grpSpPr>
          <a:xfrm>
            <a:off x="1038395" y="103207"/>
            <a:ext cx="241764" cy="357248"/>
            <a:chOff x="5446181" y="2529085"/>
            <a:chExt cx="138174" cy="204177"/>
          </a:xfrm>
        </p:grpSpPr>
        <p:sp>
          <p:nvSpPr>
            <p:cNvPr id="587" name="Google Shape;587;p21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1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21"/>
          <p:cNvGrpSpPr/>
          <p:nvPr/>
        </p:nvGrpSpPr>
        <p:grpSpPr>
          <a:xfrm>
            <a:off x="268804" y="1754431"/>
            <a:ext cx="149419" cy="220334"/>
            <a:chOff x="5738779" y="2391033"/>
            <a:chExt cx="85397" cy="125927"/>
          </a:xfrm>
        </p:grpSpPr>
        <p:sp>
          <p:nvSpPr>
            <p:cNvPr id="590" name="Google Shape;590;p21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1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21"/>
          <p:cNvSpPr/>
          <p:nvPr/>
        </p:nvSpPr>
        <p:spPr>
          <a:xfrm>
            <a:off x="139677" y="256554"/>
            <a:ext cx="65785" cy="50554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3" name="Google Shape;593;p21"/>
          <p:cNvGrpSpPr/>
          <p:nvPr/>
        </p:nvGrpSpPr>
        <p:grpSpPr>
          <a:xfrm>
            <a:off x="8501980" y="1189629"/>
            <a:ext cx="310450" cy="458724"/>
            <a:chOff x="5446181" y="2529085"/>
            <a:chExt cx="138174" cy="204177"/>
          </a:xfrm>
        </p:grpSpPr>
        <p:sp>
          <p:nvSpPr>
            <p:cNvPr id="594" name="Google Shape;594;p21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6" name="Google Shape;596;p21"/>
          <p:cNvSpPr/>
          <p:nvPr/>
        </p:nvSpPr>
        <p:spPr>
          <a:xfrm>
            <a:off x="8812424" y="913760"/>
            <a:ext cx="130520" cy="101558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21"/>
          <p:cNvGrpSpPr/>
          <p:nvPr/>
        </p:nvGrpSpPr>
        <p:grpSpPr>
          <a:xfrm>
            <a:off x="1261521" y="4630534"/>
            <a:ext cx="259602" cy="383607"/>
            <a:chOff x="5446181" y="2529085"/>
            <a:chExt cx="138174" cy="204177"/>
          </a:xfrm>
        </p:grpSpPr>
        <p:sp>
          <p:nvSpPr>
            <p:cNvPr id="598" name="Google Shape;598;p21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0" name="Google Shape;600;p21"/>
          <p:cNvSpPr/>
          <p:nvPr/>
        </p:nvSpPr>
        <p:spPr>
          <a:xfrm>
            <a:off x="2388346" y="4761803"/>
            <a:ext cx="109146" cy="84930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2"/>
          <p:cNvSpPr txBox="1"/>
          <p:nvPr>
            <p:ph type="title"/>
          </p:nvPr>
        </p:nvSpPr>
        <p:spPr>
          <a:xfrm>
            <a:off x="2349519" y="730325"/>
            <a:ext cx="4448100" cy="13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3" name="Google Shape;603;p22"/>
          <p:cNvSpPr txBox="1"/>
          <p:nvPr>
            <p:ph idx="1" type="subTitle"/>
          </p:nvPr>
        </p:nvSpPr>
        <p:spPr>
          <a:xfrm>
            <a:off x="2349469" y="1918450"/>
            <a:ext cx="44481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04" name="Google Shape;604;p22"/>
          <p:cNvSpPr/>
          <p:nvPr/>
        </p:nvSpPr>
        <p:spPr>
          <a:xfrm rot="1799984">
            <a:off x="-252116" y="-835069"/>
            <a:ext cx="850417" cy="3117395"/>
          </a:xfrm>
          <a:custGeom>
            <a:rect b="b" l="l" r="r" t="t"/>
            <a:pathLst>
              <a:path extrusionOk="0" h="22093" w="6027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2"/>
          <p:cNvSpPr/>
          <p:nvPr/>
        </p:nvSpPr>
        <p:spPr>
          <a:xfrm rot="1799984">
            <a:off x="-223067" y="-487750"/>
            <a:ext cx="350777" cy="2188230"/>
          </a:xfrm>
          <a:custGeom>
            <a:rect b="b" l="l" r="r" t="t"/>
            <a:pathLst>
              <a:path extrusionOk="0" h="15508" w="2486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2"/>
          <p:cNvSpPr/>
          <p:nvPr/>
        </p:nvSpPr>
        <p:spPr>
          <a:xfrm flipH="1" rot="888917">
            <a:off x="867405" y="-1377626"/>
            <a:ext cx="654144" cy="2266976"/>
          </a:xfrm>
          <a:custGeom>
            <a:rect b="b" l="l" r="r" t="t"/>
            <a:pathLst>
              <a:path extrusionOk="0" h="16066" w="4636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2"/>
          <p:cNvSpPr/>
          <p:nvPr/>
        </p:nvSpPr>
        <p:spPr>
          <a:xfrm rot="1799984">
            <a:off x="-92680" y="877583"/>
            <a:ext cx="438260" cy="1456327"/>
          </a:xfrm>
          <a:custGeom>
            <a:rect b="b" l="l" r="r" t="t"/>
            <a:pathLst>
              <a:path extrusionOk="0" h="10321" w="3106">
                <a:moveTo>
                  <a:pt x="194" y="1"/>
                </a:moveTo>
                <a:cubicBezTo>
                  <a:pt x="91" y="1"/>
                  <a:pt x="1" y="135"/>
                  <a:pt x="87" y="240"/>
                </a:cubicBezTo>
                <a:cubicBezTo>
                  <a:pt x="1043" y="1433"/>
                  <a:pt x="1863" y="3148"/>
                  <a:pt x="2186" y="4639"/>
                </a:cubicBezTo>
                <a:cubicBezTo>
                  <a:pt x="2410" y="5583"/>
                  <a:pt x="2360" y="6552"/>
                  <a:pt x="2087" y="7484"/>
                </a:cubicBezTo>
                <a:cubicBezTo>
                  <a:pt x="1814" y="8404"/>
                  <a:pt x="969" y="8963"/>
                  <a:pt x="633" y="9845"/>
                </a:cubicBezTo>
                <a:cubicBezTo>
                  <a:pt x="524" y="10122"/>
                  <a:pt x="778" y="10321"/>
                  <a:pt x="1031" y="10321"/>
                </a:cubicBezTo>
                <a:cubicBezTo>
                  <a:pt x="1095" y="10321"/>
                  <a:pt x="1159" y="10308"/>
                  <a:pt x="1217" y="10280"/>
                </a:cubicBezTo>
                <a:cubicBezTo>
                  <a:pt x="2820" y="9485"/>
                  <a:pt x="3106" y="6590"/>
                  <a:pt x="2857" y="5024"/>
                </a:cubicBezTo>
                <a:cubicBezTo>
                  <a:pt x="2534" y="2999"/>
                  <a:pt x="1677" y="1508"/>
                  <a:pt x="285" y="42"/>
                </a:cubicBezTo>
                <a:cubicBezTo>
                  <a:pt x="257" y="13"/>
                  <a:pt x="225" y="1"/>
                  <a:pt x="19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/>
          <p:nvPr/>
        </p:nvSpPr>
        <p:spPr>
          <a:xfrm flipH="1" rot="888917">
            <a:off x="517228" y="1181934"/>
            <a:ext cx="180750" cy="727532"/>
          </a:xfrm>
          <a:custGeom>
            <a:rect b="b" l="l" r="r" t="t"/>
            <a:pathLst>
              <a:path extrusionOk="0" h="5156" w="1281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2"/>
          <p:cNvSpPr/>
          <p:nvPr/>
        </p:nvSpPr>
        <p:spPr>
          <a:xfrm rot="-1800002">
            <a:off x="8411631" y="2473334"/>
            <a:ext cx="599008" cy="397044"/>
          </a:xfrm>
          <a:custGeom>
            <a:rect b="b" l="l" r="r" t="t"/>
            <a:pathLst>
              <a:path extrusionOk="0" h="2772" w="4182">
                <a:moveTo>
                  <a:pt x="3062" y="0"/>
                </a:moveTo>
                <a:cubicBezTo>
                  <a:pt x="1824" y="0"/>
                  <a:pt x="698" y="1549"/>
                  <a:pt x="94" y="2445"/>
                </a:cubicBezTo>
                <a:cubicBezTo>
                  <a:pt x="0" y="2594"/>
                  <a:pt x="152" y="2772"/>
                  <a:pt x="297" y="2772"/>
                </a:cubicBezTo>
                <a:cubicBezTo>
                  <a:pt x="345" y="2772"/>
                  <a:pt x="392" y="2752"/>
                  <a:pt x="429" y="2706"/>
                </a:cubicBezTo>
                <a:cubicBezTo>
                  <a:pt x="1026" y="1960"/>
                  <a:pt x="1721" y="1389"/>
                  <a:pt x="2604" y="1029"/>
                </a:cubicBezTo>
                <a:cubicBezTo>
                  <a:pt x="2725" y="979"/>
                  <a:pt x="2830" y="961"/>
                  <a:pt x="2927" y="961"/>
                </a:cubicBezTo>
                <a:cubicBezTo>
                  <a:pt x="3200" y="961"/>
                  <a:pt x="3411" y="1103"/>
                  <a:pt x="3722" y="1103"/>
                </a:cubicBezTo>
                <a:cubicBezTo>
                  <a:pt x="4008" y="1103"/>
                  <a:pt x="4132" y="917"/>
                  <a:pt x="4157" y="668"/>
                </a:cubicBezTo>
                <a:cubicBezTo>
                  <a:pt x="4182" y="507"/>
                  <a:pt x="4070" y="370"/>
                  <a:pt x="3945" y="283"/>
                </a:cubicBezTo>
                <a:cubicBezTo>
                  <a:pt x="3648" y="85"/>
                  <a:pt x="3352" y="0"/>
                  <a:pt x="3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/>
          <p:cNvSpPr/>
          <p:nvPr/>
        </p:nvSpPr>
        <p:spPr>
          <a:xfrm rot="-1800002">
            <a:off x="9211019" y="1829217"/>
            <a:ext cx="748975" cy="696115"/>
          </a:xfrm>
          <a:custGeom>
            <a:rect b="b" l="l" r="r" t="t"/>
            <a:pathLst>
              <a:path extrusionOk="0" h="4860" w="5229">
                <a:moveTo>
                  <a:pt x="592" y="1"/>
                </a:moveTo>
                <a:cubicBezTo>
                  <a:pt x="471" y="1"/>
                  <a:pt x="344" y="14"/>
                  <a:pt x="208" y="44"/>
                </a:cubicBezTo>
                <a:cubicBezTo>
                  <a:pt x="1" y="80"/>
                  <a:pt x="45" y="404"/>
                  <a:pt x="247" y="404"/>
                </a:cubicBezTo>
                <a:cubicBezTo>
                  <a:pt x="250" y="404"/>
                  <a:pt x="254" y="404"/>
                  <a:pt x="258" y="404"/>
                </a:cubicBezTo>
                <a:cubicBezTo>
                  <a:pt x="277" y="403"/>
                  <a:pt x="296" y="403"/>
                  <a:pt x="315" y="403"/>
                </a:cubicBezTo>
                <a:cubicBezTo>
                  <a:pt x="1598" y="403"/>
                  <a:pt x="1966" y="2455"/>
                  <a:pt x="2358" y="3374"/>
                </a:cubicBezTo>
                <a:cubicBezTo>
                  <a:pt x="2628" y="4052"/>
                  <a:pt x="3476" y="4859"/>
                  <a:pt x="4255" y="4859"/>
                </a:cubicBezTo>
                <a:cubicBezTo>
                  <a:pt x="4588" y="4859"/>
                  <a:pt x="4909" y="4711"/>
                  <a:pt x="5166" y="4343"/>
                </a:cubicBezTo>
                <a:cubicBezTo>
                  <a:pt x="5228" y="4243"/>
                  <a:pt x="5178" y="4069"/>
                  <a:pt x="5079" y="4020"/>
                </a:cubicBezTo>
                <a:cubicBezTo>
                  <a:pt x="4520" y="3722"/>
                  <a:pt x="3923" y="3846"/>
                  <a:pt x="3464" y="3361"/>
                </a:cubicBezTo>
                <a:cubicBezTo>
                  <a:pt x="2979" y="2877"/>
                  <a:pt x="2706" y="2317"/>
                  <a:pt x="2432" y="1709"/>
                </a:cubicBezTo>
                <a:cubicBezTo>
                  <a:pt x="2035" y="859"/>
                  <a:pt x="1540" y="1"/>
                  <a:pt x="5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1" name="Google Shape;611;p22"/>
          <p:cNvGrpSpPr/>
          <p:nvPr/>
        </p:nvGrpSpPr>
        <p:grpSpPr>
          <a:xfrm>
            <a:off x="427206" y="2770743"/>
            <a:ext cx="281337" cy="415724"/>
            <a:chOff x="5446181" y="2529085"/>
            <a:chExt cx="138174" cy="204177"/>
          </a:xfrm>
        </p:grpSpPr>
        <p:sp>
          <p:nvSpPr>
            <p:cNvPr id="612" name="Google Shape;612;p22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4" name="Google Shape;614;p22"/>
          <p:cNvGrpSpPr/>
          <p:nvPr/>
        </p:nvGrpSpPr>
        <p:grpSpPr>
          <a:xfrm flipH="1">
            <a:off x="8570468" y="861480"/>
            <a:ext cx="281337" cy="415724"/>
            <a:chOff x="5446181" y="2529085"/>
            <a:chExt cx="138174" cy="204177"/>
          </a:xfrm>
        </p:grpSpPr>
        <p:sp>
          <p:nvSpPr>
            <p:cNvPr id="615" name="Google Shape;615;p22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22"/>
          <p:cNvGrpSpPr/>
          <p:nvPr/>
        </p:nvGrpSpPr>
        <p:grpSpPr>
          <a:xfrm flipH="1">
            <a:off x="8624206" y="3424579"/>
            <a:ext cx="173876" cy="256399"/>
            <a:chOff x="5738779" y="2391033"/>
            <a:chExt cx="85397" cy="125927"/>
          </a:xfrm>
        </p:grpSpPr>
        <p:sp>
          <p:nvSpPr>
            <p:cNvPr id="618" name="Google Shape;618;p22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2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0" name="Google Shape;620;p22"/>
          <p:cNvSpPr/>
          <p:nvPr/>
        </p:nvSpPr>
        <p:spPr>
          <a:xfrm flipH="1">
            <a:off x="8830931" y="677618"/>
            <a:ext cx="118281" cy="92038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22"/>
          <p:cNvGrpSpPr/>
          <p:nvPr/>
        </p:nvGrpSpPr>
        <p:grpSpPr>
          <a:xfrm flipH="1">
            <a:off x="8744893" y="145654"/>
            <a:ext cx="173876" cy="256399"/>
            <a:chOff x="5738779" y="2391033"/>
            <a:chExt cx="85397" cy="125927"/>
          </a:xfrm>
        </p:grpSpPr>
        <p:sp>
          <p:nvSpPr>
            <p:cNvPr id="622" name="Google Shape;622;p22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2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22"/>
          <p:cNvGrpSpPr/>
          <p:nvPr/>
        </p:nvGrpSpPr>
        <p:grpSpPr>
          <a:xfrm>
            <a:off x="8830913" y="4043788"/>
            <a:ext cx="651300" cy="1120425"/>
            <a:chOff x="10448650" y="2345625"/>
            <a:chExt cx="651300" cy="1120425"/>
          </a:xfrm>
        </p:grpSpPr>
        <p:sp>
          <p:nvSpPr>
            <p:cNvPr id="625" name="Google Shape;625;p22"/>
            <p:cNvSpPr/>
            <p:nvPr/>
          </p:nvSpPr>
          <p:spPr>
            <a:xfrm>
              <a:off x="10448650" y="2376200"/>
              <a:ext cx="651300" cy="1089850"/>
            </a:xfrm>
            <a:custGeom>
              <a:rect b="b" l="l" r="r" t="t"/>
              <a:pathLst>
                <a:path extrusionOk="0" h="43594" w="26052">
                  <a:moveTo>
                    <a:pt x="3760" y="0"/>
                  </a:moveTo>
                  <a:cubicBezTo>
                    <a:pt x="3503" y="0"/>
                    <a:pt x="3263" y="109"/>
                    <a:pt x="3042" y="331"/>
                  </a:cubicBezTo>
                  <a:cubicBezTo>
                    <a:pt x="2603" y="754"/>
                    <a:pt x="2164" y="1162"/>
                    <a:pt x="1741" y="1585"/>
                  </a:cubicBezTo>
                  <a:cubicBezTo>
                    <a:pt x="1443" y="1867"/>
                    <a:pt x="1270" y="2243"/>
                    <a:pt x="1067" y="2604"/>
                  </a:cubicBezTo>
                  <a:cubicBezTo>
                    <a:pt x="487" y="3717"/>
                    <a:pt x="471" y="4986"/>
                    <a:pt x="48" y="6146"/>
                  </a:cubicBezTo>
                  <a:cubicBezTo>
                    <a:pt x="16" y="6256"/>
                    <a:pt x="1" y="6366"/>
                    <a:pt x="16" y="6475"/>
                  </a:cubicBezTo>
                  <a:cubicBezTo>
                    <a:pt x="189" y="7353"/>
                    <a:pt x="189" y="8278"/>
                    <a:pt x="518" y="9124"/>
                  </a:cubicBezTo>
                  <a:cubicBezTo>
                    <a:pt x="753" y="9720"/>
                    <a:pt x="863" y="10347"/>
                    <a:pt x="847" y="10990"/>
                  </a:cubicBezTo>
                  <a:cubicBezTo>
                    <a:pt x="847" y="11366"/>
                    <a:pt x="926" y="11711"/>
                    <a:pt x="1035" y="12071"/>
                  </a:cubicBezTo>
                  <a:cubicBezTo>
                    <a:pt x="1364" y="13074"/>
                    <a:pt x="1772" y="14046"/>
                    <a:pt x="1835" y="15096"/>
                  </a:cubicBezTo>
                  <a:cubicBezTo>
                    <a:pt x="1913" y="16272"/>
                    <a:pt x="2352" y="17291"/>
                    <a:pt x="2916" y="18262"/>
                  </a:cubicBezTo>
                  <a:cubicBezTo>
                    <a:pt x="3230" y="18811"/>
                    <a:pt x="3386" y="19360"/>
                    <a:pt x="3339" y="19971"/>
                  </a:cubicBezTo>
                  <a:cubicBezTo>
                    <a:pt x="3324" y="20410"/>
                    <a:pt x="3324" y="20849"/>
                    <a:pt x="3418" y="21303"/>
                  </a:cubicBezTo>
                  <a:cubicBezTo>
                    <a:pt x="3669" y="22573"/>
                    <a:pt x="3684" y="23811"/>
                    <a:pt x="3151" y="25049"/>
                  </a:cubicBezTo>
                  <a:cubicBezTo>
                    <a:pt x="2712" y="26053"/>
                    <a:pt x="2650" y="27134"/>
                    <a:pt x="2744" y="28247"/>
                  </a:cubicBezTo>
                  <a:cubicBezTo>
                    <a:pt x="2853" y="29360"/>
                    <a:pt x="3010" y="30473"/>
                    <a:pt x="2822" y="31601"/>
                  </a:cubicBezTo>
                  <a:cubicBezTo>
                    <a:pt x="2571" y="33090"/>
                    <a:pt x="2603" y="34579"/>
                    <a:pt x="2900" y="36053"/>
                  </a:cubicBezTo>
                  <a:cubicBezTo>
                    <a:pt x="3042" y="36790"/>
                    <a:pt x="3167" y="37542"/>
                    <a:pt x="3496" y="38200"/>
                  </a:cubicBezTo>
                  <a:cubicBezTo>
                    <a:pt x="4013" y="39282"/>
                    <a:pt x="4813" y="40191"/>
                    <a:pt x="5832" y="40865"/>
                  </a:cubicBezTo>
                  <a:cubicBezTo>
                    <a:pt x="6145" y="41084"/>
                    <a:pt x="6474" y="41257"/>
                    <a:pt x="6866" y="41272"/>
                  </a:cubicBezTo>
                  <a:cubicBezTo>
                    <a:pt x="7368" y="41288"/>
                    <a:pt x="7854" y="41445"/>
                    <a:pt x="8230" y="41727"/>
                  </a:cubicBezTo>
                  <a:cubicBezTo>
                    <a:pt x="9013" y="42291"/>
                    <a:pt x="10001" y="42338"/>
                    <a:pt x="10816" y="42793"/>
                  </a:cubicBezTo>
                  <a:cubicBezTo>
                    <a:pt x="10894" y="42840"/>
                    <a:pt x="10985" y="42859"/>
                    <a:pt x="11077" y="42859"/>
                  </a:cubicBezTo>
                  <a:cubicBezTo>
                    <a:pt x="11169" y="42859"/>
                    <a:pt x="11263" y="42840"/>
                    <a:pt x="11349" y="42808"/>
                  </a:cubicBezTo>
                  <a:cubicBezTo>
                    <a:pt x="11709" y="42683"/>
                    <a:pt x="12070" y="42589"/>
                    <a:pt x="12415" y="42448"/>
                  </a:cubicBezTo>
                  <a:cubicBezTo>
                    <a:pt x="12808" y="42322"/>
                    <a:pt x="13200" y="42208"/>
                    <a:pt x="13604" y="42208"/>
                  </a:cubicBezTo>
                  <a:cubicBezTo>
                    <a:pt x="13652" y="42208"/>
                    <a:pt x="13699" y="42210"/>
                    <a:pt x="13747" y="42213"/>
                  </a:cubicBezTo>
                  <a:cubicBezTo>
                    <a:pt x="13968" y="42232"/>
                    <a:pt x="14189" y="42249"/>
                    <a:pt x="14408" y="42249"/>
                  </a:cubicBezTo>
                  <a:cubicBezTo>
                    <a:pt x="14887" y="42249"/>
                    <a:pt x="15354" y="42169"/>
                    <a:pt x="15785" y="41868"/>
                  </a:cubicBezTo>
                  <a:cubicBezTo>
                    <a:pt x="16412" y="41868"/>
                    <a:pt x="16804" y="41476"/>
                    <a:pt x="17258" y="41116"/>
                  </a:cubicBezTo>
                  <a:cubicBezTo>
                    <a:pt x="17713" y="40755"/>
                    <a:pt x="18152" y="40348"/>
                    <a:pt x="18826" y="40316"/>
                  </a:cubicBezTo>
                  <a:cubicBezTo>
                    <a:pt x="19123" y="40301"/>
                    <a:pt x="19359" y="40081"/>
                    <a:pt x="19484" y="39768"/>
                  </a:cubicBezTo>
                  <a:cubicBezTo>
                    <a:pt x="19578" y="39564"/>
                    <a:pt x="19672" y="39360"/>
                    <a:pt x="19797" y="39188"/>
                  </a:cubicBezTo>
                  <a:cubicBezTo>
                    <a:pt x="20268" y="38561"/>
                    <a:pt x="20299" y="37887"/>
                    <a:pt x="20189" y="37150"/>
                  </a:cubicBezTo>
                  <a:cubicBezTo>
                    <a:pt x="20064" y="36304"/>
                    <a:pt x="19970" y="35442"/>
                    <a:pt x="20330" y="34611"/>
                  </a:cubicBezTo>
                  <a:cubicBezTo>
                    <a:pt x="20362" y="34517"/>
                    <a:pt x="20393" y="34391"/>
                    <a:pt x="20377" y="34282"/>
                  </a:cubicBezTo>
                  <a:cubicBezTo>
                    <a:pt x="20236" y="33184"/>
                    <a:pt x="20534" y="32040"/>
                    <a:pt x="19986" y="30974"/>
                  </a:cubicBezTo>
                  <a:cubicBezTo>
                    <a:pt x="19829" y="30677"/>
                    <a:pt x="19735" y="30363"/>
                    <a:pt x="19500" y="30128"/>
                  </a:cubicBezTo>
                  <a:cubicBezTo>
                    <a:pt x="19312" y="29940"/>
                    <a:pt x="19155" y="29720"/>
                    <a:pt x="19014" y="29517"/>
                  </a:cubicBezTo>
                  <a:cubicBezTo>
                    <a:pt x="18841" y="29250"/>
                    <a:pt x="18653" y="29015"/>
                    <a:pt x="18371" y="28890"/>
                  </a:cubicBezTo>
                  <a:cubicBezTo>
                    <a:pt x="18026" y="28717"/>
                    <a:pt x="17791" y="28451"/>
                    <a:pt x="17540" y="28153"/>
                  </a:cubicBezTo>
                  <a:cubicBezTo>
                    <a:pt x="17133" y="27651"/>
                    <a:pt x="16584" y="27385"/>
                    <a:pt x="15910" y="27275"/>
                  </a:cubicBezTo>
                  <a:cubicBezTo>
                    <a:pt x="15429" y="27198"/>
                    <a:pt x="14960" y="27127"/>
                    <a:pt x="14489" y="27127"/>
                  </a:cubicBezTo>
                  <a:cubicBezTo>
                    <a:pt x="14192" y="27127"/>
                    <a:pt x="13893" y="27155"/>
                    <a:pt x="13590" y="27228"/>
                  </a:cubicBezTo>
                  <a:cubicBezTo>
                    <a:pt x="13445" y="27270"/>
                    <a:pt x="13293" y="27296"/>
                    <a:pt x="13143" y="27296"/>
                  </a:cubicBezTo>
                  <a:cubicBezTo>
                    <a:pt x="12954" y="27296"/>
                    <a:pt x="12769" y="27255"/>
                    <a:pt x="12603" y="27150"/>
                  </a:cubicBezTo>
                  <a:cubicBezTo>
                    <a:pt x="12441" y="27052"/>
                    <a:pt x="12292" y="27009"/>
                    <a:pt x="12152" y="27009"/>
                  </a:cubicBezTo>
                  <a:cubicBezTo>
                    <a:pt x="11912" y="27009"/>
                    <a:pt x="11698" y="27134"/>
                    <a:pt x="11490" y="27322"/>
                  </a:cubicBezTo>
                  <a:cubicBezTo>
                    <a:pt x="10957" y="27808"/>
                    <a:pt x="10393" y="28231"/>
                    <a:pt x="9766" y="28576"/>
                  </a:cubicBezTo>
                  <a:cubicBezTo>
                    <a:pt x="9546" y="28717"/>
                    <a:pt x="9358" y="28905"/>
                    <a:pt x="9170" y="29078"/>
                  </a:cubicBezTo>
                  <a:cubicBezTo>
                    <a:pt x="8653" y="29579"/>
                    <a:pt x="8198" y="30128"/>
                    <a:pt x="7650" y="30583"/>
                  </a:cubicBezTo>
                  <a:cubicBezTo>
                    <a:pt x="7117" y="31037"/>
                    <a:pt x="6929" y="31617"/>
                    <a:pt x="6866" y="32260"/>
                  </a:cubicBezTo>
                  <a:cubicBezTo>
                    <a:pt x="6803" y="32840"/>
                    <a:pt x="6850" y="33435"/>
                    <a:pt x="6929" y="34047"/>
                  </a:cubicBezTo>
                  <a:cubicBezTo>
                    <a:pt x="7023" y="34658"/>
                    <a:pt x="7211" y="35191"/>
                    <a:pt x="7603" y="35677"/>
                  </a:cubicBezTo>
                  <a:cubicBezTo>
                    <a:pt x="7854" y="36006"/>
                    <a:pt x="8089" y="36351"/>
                    <a:pt x="8245" y="36727"/>
                  </a:cubicBezTo>
                  <a:cubicBezTo>
                    <a:pt x="8590" y="37620"/>
                    <a:pt x="9311" y="38043"/>
                    <a:pt x="10142" y="38357"/>
                  </a:cubicBezTo>
                  <a:cubicBezTo>
                    <a:pt x="10562" y="38514"/>
                    <a:pt x="11006" y="38623"/>
                    <a:pt x="11439" y="38623"/>
                  </a:cubicBezTo>
                  <a:cubicBezTo>
                    <a:pt x="11782" y="38623"/>
                    <a:pt x="12119" y="38555"/>
                    <a:pt x="12430" y="38388"/>
                  </a:cubicBezTo>
                  <a:cubicBezTo>
                    <a:pt x="13622" y="37761"/>
                    <a:pt x="14876" y="37213"/>
                    <a:pt x="15706" y="36084"/>
                  </a:cubicBezTo>
                  <a:cubicBezTo>
                    <a:pt x="16271" y="35332"/>
                    <a:pt x="16757" y="34548"/>
                    <a:pt x="16616" y="33514"/>
                  </a:cubicBezTo>
                  <a:cubicBezTo>
                    <a:pt x="16537" y="32887"/>
                    <a:pt x="16192" y="32416"/>
                    <a:pt x="15895" y="31899"/>
                  </a:cubicBezTo>
                  <a:cubicBezTo>
                    <a:pt x="15550" y="31272"/>
                    <a:pt x="15001" y="31006"/>
                    <a:pt x="14327" y="30974"/>
                  </a:cubicBezTo>
                  <a:cubicBezTo>
                    <a:pt x="14275" y="30972"/>
                    <a:pt x="14222" y="30971"/>
                    <a:pt x="14170" y="30971"/>
                  </a:cubicBezTo>
                  <a:cubicBezTo>
                    <a:pt x="13846" y="30971"/>
                    <a:pt x="13524" y="31008"/>
                    <a:pt x="13214" y="31021"/>
                  </a:cubicBezTo>
                  <a:cubicBezTo>
                    <a:pt x="12462" y="31053"/>
                    <a:pt x="11835" y="31304"/>
                    <a:pt x="11459" y="32009"/>
                  </a:cubicBezTo>
                  <a:cubicBezTo>
                    <a:pt x="11380" y="32166"/>
                    <a:pt x="11239" y="32307"/>
                    <a:pt x="11114" y="32448"/>
                  </a:cubicBezTo>
                  <a:cubicBezTo>
                    <a:pt x="10095" y="33514"/>
                    <a:pt x="10346" y="33357"/>
                    <a:pt x="10753" y="34846"/>
                  </a:cubicBezTo>
                  <a:cubicBezTo>
                    <a:pt x="10785" y="34940"/>
                    <a:pt x="10847" y="35050"/>
                    <a:pt x="10910" y="35144"/>
                  </a:cubicBezTo>
                  <a:cubicBezTo>
                    <a:pt x="11082" y="35395"/>
                    <a:pt x="11318" y="35583"/>
                    <a:pt x="11615" y="35661"/>
                  </a:cubicBezTo>
                  <a:cubicBezTo>
                    <a:pt x="11679" y="35674"/>
                    <a:pt x="11742" y="35697"/>
                    <a:pt x="11797" y="35697"/>
                  </a:cubicBezTo>
                  <a:cubicBezTo>
                    <a:pt x="11810" y="35697"/>
                    <a:pt x="11823" y="35695"/>
                    <a:pt x="11835" y="35692"/>
                  </a:cubicBezTo>
                  <a:cubicBezTo>
                    <a:pt x="11992" y="35677"/>
                    <a:pt x="12148" y="35630"/>
                    <a:pt x="12180" y="35457"/>
                  </a:cubicBezTo>
                  <a:cubicBezTo>
                    <a:pt x="12195" y="35379"/>
                    <a:pt x="12148" y="35206"/>
                    <a:pt x="12086" y="35175"/>
                  </a:cubicBezTo>
                  <a:cubicBezTo>
                    <a:pt x="11662" y="34956"/>
                    <a:pt x="11302" y="34658"/>
                    <a:pt x="11333" y="34156"/>
                  </a:cubicBezTo>
                  <a:cubicBezTo>
                    <a:pt x="11380" y="33482"/>
                    <a:pt x="11459" y="32793"/>
                    <a:pt x="12086" y="32369"/>
                  </a:cubicBezTo>
                  <a:cubicBezTo>
                    <a:pt x="12430" y="32134"/>
                    <a:pt x="12760" y="31868"/>
                    <a:pt x="13136" y="31727"/>
                  </a:cubicBezTo>
                  <a:cubicBezTo>
                    <a:pt x="13450" y="31604"/>
                    <a:pt x="13786" y="31523"/>
                    <a:pt x="14114" y="31523"/>
                  </a:cubicBezTo>
                  <a:cubicBezTo>
                    <a:pt x="14457" y="31523"/>
                    <a:pt x="14791" y="31612"/>
                    <a:pt x="15079" y="31836"/>
                  </a:cubicBezTo>
                  <a:cubicBezTo>
                    <a:pt x="15738" y="32369"/>
                    <a:pt x="16145" y="33153"/>
                    <a:pt x="16004" y="34015"/>
                  </a:cubicBezTo>
                  <a:cubicBezTo>
                    <a:pt x="15816" y="35112"/>
                    <a:pt x="15221" y="36037"/>
                    <a:pt x="14264" y="36664"/>
                  </a:cubicBezTo>
                  <a:cubicBezTo>
                    <a:pt x="13825" y="36946"/>
                    <a:pt x="13371" y="37197"/>
                    <a:pt x="12916" y="37479"/>
                  </a:cubicBezTo>
                  <a:cubicBezTo>
                    <a:pt x="12373" y="37807"/>
                    <a:pt x="11807" y="37965"/>
                    <a:pt x="11263" y="37965"/>
                  </a:cubicBezTo>
                  <a:cubicBezTo>
                    <a:pt x="10269" y="37965"/>
                    <a:pt x="9344" y="37437"/>
                    <a:pt x="8747" y="36445"/>
                  </a:cubicBezTo>
                  <a:cubicBezTo>
                    <a:pt x="8637" y="36241"/>
                    <a:pt x="8559" y="36037"/>
                    <a:pt x="8418" y="35849"/>
                  </a:cubicBezTo>
                  <a:cubicBezTo>
                    <a:pt x="7760" y="35018"/>
                    <a:pt x="7556" y="34031"/>
                    <a:pt x="7430" y="33028"/>
                  </a:cubicBezTo>
                  <a:cubicBezTo>
                    <a:pt x="7321" y="32040"/>
                    <a:pt x="7587" y="31209"/>
                    <a:pt x="8418" y="30551"/>
                  </a:cubicBezTo>
                  <a:cubicBezTo>
                    <a:pt x="9311" y="29861"/>
                    <a:pt x="10236" y="29219"/>
                    <a:pt x="11035" y="28435"/>
                  </a:cubicBezTo>
                  <a:cubicBezTo>
                    <a:pt x="11204" y="28281"/>
                    <a:pt x="11397" y="28114"/>
                    <a:pt x="11637" y="28114"/>
                  </a:cubicBezTo>
                  <a:cubicBezTo>
                    <a:pt x="11666" y="28114"/>
                    <a:pt x="11695" y="28117"/>
                    <a:pt x="11725" y="28122"/>
                  </a:cubicBezTo>
                  <a:cubicBezTo>
                    <a:pt x="11793" y="28132"/>
                    <a:pt x="11860" y="28136"/>
                    <a:pt x="11926" y="28136"/>
                  </a:cubicBezTo>
                  <a:cubicBezTo>
                    <a:pt x="12274" y="28136"/>
                    <a:pt x="12603" y="28015"/>
                    <a:pt x="12932" y="27949"/>
                  </a:cubicBezTo>
                  <a:cubicBezTo>
                    <a:pt x="13227" y="27897"/>
                    <a:pt x="13521" y="27878"/>
                    <a:pt x="13815" y="27878"/>
                  </a:cubicBezTo>
                  <a:cubicBezTo>
                    <a:pt x="14491" y="27878"/>
                    <a:pt x="15165" y="27979"/>
                    <a:pt x="15832" y="28012"/>
                  </a:cubicBezTo>
                  <a:cubicBezTo>
                    <a:pt x="16365" y="28028"/>
                    <a:pt x="16851" y="28247"/>
                    <a:pt x="17195" y="28702"/>
                  </a:cubicBezTo>
                  <a:cubicBezTo>
                    <a:pt x="17321" y="28874"/>
                    <a:pt x="17525" y="29031"/>
                    <a:pt x="17713" y="29109"/>
                  </a:cubicBezTo>
                  <a:cubicBezTo>
                    <a:pt x="18590" y="29485"/>
                    <a:pt x="18982" y="30300"/>
                    <a:pt x="19280" y="31068"/>
                  </a:cubicBezTo>
                  <a:cubicBezTo>
                    <a:pt x="19719" y="32181"/>
                    <a:pt x="19923" y="33373"/>
                    <a:pt x="19578" y="34579"/>
                  </a:cubicBezTo>
                  <a:cubicBezTo>
                    <a:pt x="19453" y="35018"/>
                    <a:pt x="19468" y="35473"/>
                    <a:pt x="19515" y="35927"/>
                  </a:cubicBezTo>
                  <a:cubicBezTo>
                    <a:pt x="19562" y="36445"/>
                    <a:pt x="19578" y="36962"/>
                    <a:pt x="19578" y="37495"/>
                  </a:cubicBezTo>
                  <a:cubicBezTo>
                    <a:pt x="19578" y="38247"/>
                    <a:pt x="19343" y="38890"/>
                    <a:pt x="18575" y="39219"/>
                  </a:cubicBezTo>
                  <a:cubicBezTo>
                    <a:pt x="18355" y="39297"/>
                    <a:pt x="18183" y="39438"/>
                    <a:pt x="18089" y="39658"/>
                  </a:cubicBezTo>
                  <a:cubicBezTo>
                    <a:pt x="17807" y="40269"/>
                    <a:pt x="17242" y="40489"/>
                    <a:pt x="16678" y="40661"/>
                  </a:cubicBezTo>
                  <a:cubicBezTo>
                    <a:pt x="16208" y="40818"/>
                    <a:pt x="15753" y="41006"/>
                    <a:pt x="15377" y="41304"/>
                  </a:cubicBezTo>
                  <a:cubicBezTo>
                    <a:pt x="15073" y="41553"/>
                    <a:pt x="14745" y="41704"/>
                    <a:pt x="14381" y="41704"/>
                  </a:cubicBezTo>
                  <a:cubicBezTo>
                    <a:pt x="14332" y="41704"/>
                    <a:pt x="14283" y="41701"/>
                    <a:pt x="14233" y="41696"/>
                  </a:cubicBezTo>
                  <a:cubicBezTo>
                    <a:pt x="14124" y="41685"/>
                    <a:pt x="14017" y="41680"/>
                    <a:pt x="13912" y="41680"/>
                  </a:cubicBezTo>
                  <a:cubicBezTo>
                    <a:pt x="13258" y="41680"/>
                    <a:pt x="12664" y="41878"/>
                    <a:pt x="12070" y="42134"/>
                  </a:cubicBezTo>
                  <a:cubicBezTo>
                    <a:pt x="11840" y="42226"/>
                    <a:pt x="11614" y="42270"/>
                    <a:pt x="11384" y="42270"/>
                  </a:cubicBezTo>
                  <a:cubicBezTo>
                    <a:pt x="11144" y="42270"/>
                    <a:pt x="10900" y="42223"/>
                    <a:pt x="10644" y="42134"/>
                  </a:cubicBezTo>
                  <a:cubicBezTo>
                    <a:pt x="10048" y="41931"/>
                    <a:pt x="9437" y="41774"/>
                    <a:pt x="8872" y="41460"/>
                  </a:cubicBezTo>
                  <a:cubicBezTo>
                    <a:pt x="8339" y="41178"/>
                    <a:pt x="7775" y="40975"/>
                    <a:pt x="7180" y="40849"/>
                  </a:cubicBezTo>
                  <a:cubicBezTo>
                    <a:pt x="6850" y="40786"/>
                    <a:pt x="6537" y="40677"/>
                    <a:pt x="6255" y="40473"/>
                  </a:cubicBezTo>
                  <a:cubicBezTo>
                    <a:pt x="5408" y="39909"/>
                    <a:pt x="4672" y="39235"/>
                    <a:pt x="4186" y="38310"/>
                  </a:cubicBezTo>
                  <a:cubicBezTo>
                    <a:pt x="3935" y="37840"/>
                    <a:pt x="3747" y="37369"/>
                    <a:pt x="3622" y="36852"/>
                  </a:cubicBezTo>
                  <a:cubicBezTo>
                    <a:pt x="3402" y="35896"/>
                    <a:pt x="3214" y="34956"/>
                    <a:pt x="3167" y="33984"/>
                  </a:cubicBezTo>
                  <a:cubicBezTo>
                    <a:pt x="3104" y="32699"/>
                    <a:pt x="3637" y="31554"/>
                    <a:pt x="4217" y="30473"/>
                  </a:cubicBezTo>
                  <a:cubicBezTo>
                    <a:pt x="4719" y="29532"/>
                    <a:pt x="5393" y="28764"/>
                    <a:pt x="6302" y="28153"/>
                  </a:cubicBezTo>
                  <a:cubicBezTo>
                    <a:pt x="6913" y="27730"/>
                    <a:pt x="7540" y="27338"/>
                    <a:pt x="8198" y="26977"/>
                  </a:cubicBezTo>
                  <a:cubicBezTo>
                    <a:pt x="8434" y="26852"/>
                    <a:pt x="8700" y="26742"/>
                    <a:pt x="8857" y="26570"/>
                  </a:cubicBezTo>
                  <a:cubicBezTo>
                    <a:pt x="10064" y="25206"/>
                    <a:pt x="11678" y="24752"/>
                    <a:pt x="13387" y="24689"/>
                  </a:cubicBezTo>
                  <a:cubicBezTo>
                    <a:pt x="13523" y="24684"/>
                    <a:pt x="13660" y="24681"/>
                    <a:pt x="13797" y="24681"/>
                  </a:cubicBezTo>
                  <a:cubicBezTo>
                    <a:pt x="14836" y="24681"/>
                    <a:pt x="15886" y="24815"/>
                    <a:pt x="16936" y="24815"/>
                  </a:cubicBezTo>
                  <a:cubicBezTo>
                    <a:pt x="16986" y="24815"/>
                    <a:pt x="17036" y="24815"/>
                    <a:pt x="17086" y="24814"/>
                  </a:cubicBezTo>
                  <a:cubicBezTo>
                    <a:pt x="17337" y="24814"/>
                    <a:pt x="17587" y="24924"/>
                    <a:pt x="17838" y="24987"/>
                  </a:cubicBezTo>
                  <a:cubicBezTo>
                    <a:pt x="18136" y="25065"/>
                    <a:pt x="18418" y="25175"/>
                    <a:pt x="18700" y="25238"/>
                  </a:cubicBezTo>
                  <a:cubicBezTo>
                    <a:pt x="19672" y="25394"/>
                    <a:pt x="20456" y="25943"/>
                    <a:pt x="21130" y="26570"/>
                  </a:cubicBezTo>
                  <a:cubicBezTo>
                    <a:pt x="22211" y="27573"/>
                    <a:pt x="22979" y="28858"/>
                    <a:pt x="23434" y="30238"/>
                  </a:cubicBezTo>
                  <a:cubicBezTo>
                    <a:pt x="23732" y="31162"/>
                    <a:pt x="24108" y="32056"/>
                    <a:pt x="24437" y="32965"/>
                  </a:cubicBezTo>
                  <a:cubicBezTo>
                    <a:pt x="24609" y="33435"/>
                    <a:pt x="24735" y="33874"/>
                    <a:pt x="24735" y="34376"/>
                  </a:cubicBezTo>
                  <a:cubicBezTo>
                    <a:pt x="24735" y="34626"/>
                    <a:pt x="24766" y="34893"/>
                    <a:pt x="24782" y="35159"/>
                  </a:cubicBezTo>
                  <a:cubicBezTo>
                    <a:pt x="24860" y="36272"/>
                    <a:pt x="24954" y="37385"/>
                    <a:pt x="25017" y="38498"/>
                  </a:cubicBezTo>
                  <a:cubicBezTo>
                    <a:pt x="25111" y="39909"/>
                    <a:pt x="24970" y="41633"/>
                    <a:pt x="23653" y="42432"/>
                  </a:cubicBezTo>
                  <a:cubicBezTo>
                    <a:pt x="22823" y="42934"/>
                    <a:pt x="21819" y="43059"/>
                    <a:pt x="20848" y="43106"/>
                  </a:cubicBezTo>
                  <a:cubicBezTo>
                    <a:pt x="20599" y="43120"/>
                    <a:pt x="20346" y="43129"/>
                    <a:pt x="20093" y="43129"/>
                  </a:cubicBezTo>
                  <a:cubicBezTo>
                    <a:pt x="18926" y="43129"/>
                    <a:pt x="17748" y="42939"/>
                    <a:pt x="16898" y="42166"/>
                  </a:cubicBezTo>
                  <a:lnTo>
                    <a:pt x="16898" y="42166"/>
                  </a:lnTo>
                  <a:cubicBezTo>
                    <a:pt x="17007" y="43091"/>
                    <a:pt x="18152" y="43467"/>
                    <a:pt x="19076" y="43545"/>
                  </a:cubicBezTo>
                  <a:cubicBezTo>
                    <a:pt x="19488" y="43577"/>
                    <a:pt x="19901" y="43593"/>
                    <a:pt x="20313" y="43593"/>
                  </a:cubicBezTo>
                  <a:cubicBezTo>
                    <a:pt x="21315" y="43593"/>
                    <a:pt x="22316" y="43499"/>
                    <a:pt x="23293" y="43310"/>
                  </a:cubicBezTo>
                  <a:cubicBezTo>
                    <a:pt x="23826" y="43200"/>
                    <a:pt x="24390" y="43044"/>
                    <a:pt x="24750" y="42652"/>
                  </a:cubicBezTo>
                  <a:cubicBezTo>
                    <a:pt x="25095" y="42260"/>
                    <a:pt x="25205" y="41727"/>
                    <a:pt x="25299" y="41210"/>
                  </a:cubicBezTo>
                  <a:cubicBezTo>
                    <a:pt x="25534" y="39909"/>
                    <a:pt x="25769" y="38608"/>
                    <a:pt x="25989" y="37307"/>
                  </a:cubicBezTo>
                  <a:cubicBezTo>
                    <a:pt x="26020" y="37134"/>
                    <a:pt x="26051" y="36962"/>
                    <a:pt x="26004" y="36790"/>
                  </a:cubicBezTo>
                  <a:cubicBezTo>
                    <a:pt x="25957" y="36617"/>
                    <a:pt x="25832" y="36476"/>
                    <a:pt x="25738" y="36335"/>
                  </a:cubicBezTo>
                  <a:cubicBezTo>
                    <a:pt x="25377" y="35818"/>
                    <a:pt x="25283" y="35191"/>
                    <a:pt x="25174" y="34579"/>
                  </a:cubicBezTo>
                  <a:cubicBezTo>
                    <a:pt x="25142" y="34391"/>
                    <a:pt x="25111" y="34203"/>
                    <a:pt x="25080" y="34015"/>
                  </a:cubicBezTo>
                  <a:cubicBezTo>
                    <a:pt x="24703" y="32009"/>
                    <a:pt x="24186" y="30018"/>
                    <a:pt x="23136" y="28278"/>
                  </a:cubicBezTo>
                  <a:cubicBezTo>
                    <a:pt x="21192" y="25049"/>
                    <a:pt x="18418" y="24422"/>
                    <a:pt x="14923" y="24250"/>
                  </a:cubicBezTo>
                  <a:cubicBezTo>
                    <a:pt x="14789" y="24250"/>
                    <a:pt x="14656" y="24254"/>
                    <a:pt x="14525" y="24254"/>
                  </a:cubicBezTo>
                  <a:cubicBezTo>
                    <a:pt x="14394" y="24254"/>
                    <a:pt x="14264" y="24250"/>
                    <a:pt x="14139" y="24234"/>
                  </a:cubicBezTo>
                  <a:cubicBezTo>
                    <a:pt x="13834" y="24186"/>
                    <a:pt x="13534" y="24164"/>
                    <a:pt x="13237" y="24164"/>
                  </a:cubicBezTo>
                  <a:cubicBezTo>
                    <a:pt x="11995" y="24164"/>
                    <a:pt x="10823" y="24553"/>
                    <a:pt x="9672" y="25034"/>
                  </a:cubicBezTo>
                  <a:cubicBezTo>
                    <a:pt x="9076" y="25285"/>
                    <a:pt x="8481" y="25676"/>
                    <a:pt x="8010" y="26131"/>
                  </a:cubicBezTo>
                  <a:cubicBezTo>
                    <a:pt x="7446" y="26695"/>
                    <a:pt x="6819" y="27166"/>
                    <a:pt x="6161" y="27573"/>
                  </a:cubicBezTo>
                  <a:cubicBezTo>
                    <a:pt x="5205" y="28169"/>
                    <a:pt x="4531" y="28984"/>
                    <a:pt x="3935" y="29893"/>
                  </a:cubicBezTo>
                  <a:cubicBezTo>
                    <a:pt x="3872" y="29987"/>
                    <a:pt x="3825" y="30097"/>
                    <a:pt x="3747" y="30159"/>
                  </a:cubicBezTo>
                  <a:cubicBezTo>
                    <a:pt x="3723" y="30183"/>
                    <a:pt x="3688" y="30191"/>
                    <a:pt x="3651" y="30191"/>
                  </a:cubicBezTo>
                  <a:cubicBezTo>
                    <a:pt x="3614" y="30191"/>
                    <a:pt x="3574" y="30183"/>
                    <a:pt x="3543" y="30175"/>
                  </a:cubicBezTo>
                  <a:cubicBezTo>
                    <a:pt x="3512" y="30175"/>
                    <a:pt x="3480" y="30144"/>
                    <a:pt x="3465" y="30112"/>
                  </a:cubicBezTo>
                  <a:cubicBezTo>
                    <a:pt x="3449" y="30081"/>
                    <a:pt x="3418" y="30050"/>
                    <a:pt x="3418" y="30003"/>
                  </a:cubicBezTo>
                  <a:cubicBezTo>
                    <a:pt x="3308" y="28216"/>
                    <a:pt x="3089" y="26429"/>
                    <a:pt x="3794" y="24689"/>
                  </a:cubicBezTo>
                  <a:cubicBezTo>
                    <a:pt x="3825" y="24626"/>
                    <a:pt x="3857" y="24548"/>
                    <a:pt x="3872" y="24485"/>
                  </a:cubicBezTo>
                  <a:cubicBezTo>
                    <a:pt x="4154" y="22589"/>
                    <a:pt x="4201" y="23137"/>
                    <a:pt x="5361" y="21695"/>
                  </a:cubicBezTo>
                  <a:cubicBezTo>
                    <a:pt x="5499" y="21527"/>
                    <a:pt x="5621" y="21344"/>
                    <a:pt x="5743" y="21176"/>
                  </a:cubicBezTo>
                  <a:lnTo>
                    <a:pt x="5743" y="21176"/>
                  </a:lnTo>
                  <a:cubicBezTo>
                    <a:pt x="5752" y="21176"/>
                    <a:pt x="5760" y="21177"/>
                    <a:pt x="5769" y="21178"/>
                  </a:cubicBezTo>
                  <a:lnTo>
                    <a:pt x="5753" y="21162"/>
                  </a:lnTo>
                  <a:cubicBezTo>
                    <a:pt x="5750" y="21167"/>
                    <a:pt x="5747" y="21171"/>
                    <a:pt x="5743" y="21176"/>
                  </a:cubicBezTo>
                  <a:lnTo>
                    <a:pt x="5743" y="21176"/>
                  </a:lnTo>
                  <a:cubicBezTo>
                    <a:pt x="5733" y="21175"/>
                    <a:pt x="5723" y="21175"/>
                    <a:pt x="5712" y="21175"/>
                  </a:cubicBezTo>
                  <a:cubicBezTo>
                    <a:pt x="5449" y="21175"/>
                    <a:pt x="5286" y="21377"/>
                    <a:pt x="5111" y="21538"/>
                  </a:cubicBezTo>
                  <a:cubicBezTo>
                    <a:pt x="4844" y="21789"/>
                    <a:pt x="4609" y="22103"/>
                    <a:pt x="4170" y="22181"/>
                  </a:cubicBezTo>
                  <a:cubicBezTo>
                    <a:pt x="3888" y="21476"/>
                    <a:pt x="3810" y="20723"/>
                    <a:pt x="3872" y="19987"/>
                  </a:cubicBezTo>
                  <a:cubicBezTo>
                    <a:pt x="3935" y="19203"/>
                    <a:pt x="3716" y="18576"/>
                    <a:pt x="3292" y="17902"/>
                  </a:cubicBezTo>
                  <a:cubicBezTo>
                    <a:pt x="2728" y="16993"/>
                    <a:pt x="2274" y="16005"/>
                    <a:pt x="2274" y="14861"/>
                  </a:cubicBezTo>
                  <a:cubicBezTo>
                    <a:pt x="2274" y="14313"/>
                    <a:pt x="2132" y="13748"/>
                    <a:pt x="1929" y="13231"/>
                  </a:cubicBezTo>
                  <a:cubicBezTo>
                    <a:pt x="1615" y="12463"/>
                    <a:pt x="1443" y="11648"/>
                    <a:pt x="1458" y="10817"/>
                  </a:cubicBezTo>
                  <a:cubicBezTo>
                    <a:pt x="1490" y="10316"/>
                    <a:pt x="1317" y="9861"/>
                    <a:pt x="1192" y="9406"/>
                  </a:cubicBezTo>
                  <a:cubicBezTo>
                    <a:pt x="1035" y="8795"/>
                    <a:pt x="784" y="8200"/>
                    <a:pt x="941" y="7541"/>
                  </a:cubicBezTo>
                  <a:cubicBezTo>
                    <a:pt x="988" y="7337"/>
                    <a:pt x="879" y="7102"/>
                    <a:pt x="847" y="6883"/>
                  </a:cubicBezTo>
                  <a:cubicBezTo>
                    <a:pt x="675" y="6021"/>
                    <a:pt x="753" y="5174"/>
                    <a:pt x="1035" y="4344"/>
                  </a:cubicBezTo>
                  <a:cubicBezTo>
                    <a:pt x="1443" y="3090"/>
                    <a:pt x="1960" y="1914"/>
                    <a:pt x="2979" y="1005"/>
                  </a:cubicBezTo>
                  <a:cubicBezTo>
                    <a:pt x="3381" y="665"/>
                    <a:pt x="3889" y="508"/>
                    <a:pt x="4234" y="113"/>
                  </a:cubicBezTo>
                  <a:lnTo>
                    <a:pt x="4234" y="113"/>
                  </a:lnTo>
                  <a:cubicBezTo>
                    <a:pt x="4244" y="118"/>
                    <a:pt x="4254" y="122"/>
                    <a:pt x="4264" y="127"/>
                  </a:cubicBezTo>
                  <a:lnTo>
                    <a:pt x="4248" y="96"/>
                  </a:lnTo>
                  <a:cubicBezTo>
                    <a:pt x="4244" y="102"/>
                    <a:pt x="4239" y="107"/>
                    <a:pt x="4234" y="113"/>
                  </a:cubicBezTo>
                  <a:lnTo>
                    <a:pt x="4234" y="113"/>
                  </a:lnTo>
                  <a:cubicBezTo>
                    <a:pt x="4070" y="38"/>
                    <a:pt x="3912" y="0"/>
                    <a:pt x="37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2"/>
            <p:cNvSpPr/>
            <p:nvPr/>
          </p:nvSpPr>
          <p:spPr>
            <a:xfrm>
              <a:off x="10555250" y="2345625"/>
              <a:ext cx="544700" cy="926425"/>
            </a:xfrm>
            <a:custGeom>
              <a:rect b="b" l="l" r="r" t="t"/>
              <a:pathLst>
                <a:path extrusionOk="0" h="37057" w="21788">
                  <a:moveTo>
                    <a:pt x="2616" y="0"/>
                  </a:moveTo>
                  <a:cubicBezTo>
                    <a:pt x="2080" y="0"/>
                    <a:pt x="1555" y="61"/>
                    <a:pt x="1082" y="394"/>
                  </a:cubicBezTo>
                  <a:cubicBezTo>
                    <a:pt x="988" y="457"/>
                    <a:pt x="862" y="473"/>
                    <a:pt x="753" y="473"/>
                  </a:cubicBezTo>
                  <a:cubicBezTo>
                    <a:pt x="740" y="472"/>
                    <a:pt x="728" y="472"/>
                    <a:pt x="716" y="472"/>
                  </a:cubicBezTo>
                  <a:cubicBezTo>
                    <a:pt x="136" y="472"/>
                    <a:pt x="16" y="843"/>
                    <a:pt x="0" y="1319"/>
                  </a:cubicBezTo>
                  <a:cubicBezTo>
                    <a:pt x="110" y="1288"/>
                    <a:pt x="220" y="1288"/>
                    <a:pt x="298" y="1225"/>
                  </a:cubicBezTo>
                  <a:cubicBezTo>
                    <a:pt x="1058" y="728"/>
                    <a:pt x="1891" y="608"/>
                    <a:pt x="2753" y="608"/>
                  </a:cubicBezTo>
                  <a:cubicBezTo>
                    <a:pt x="2870" y="608"/>
                    <a:pt x="2986" y="610"/>
                    <a:pt x="3104" y="614"/>
                  </a:cubicBezTo>
                  <a:cubicBezTo>
                    <a:pt x="5235" y="692"/>
                    <a:pt x="7336" y="974"/>
                    <a:pt x="9405" y="1570"/>
                  </a:cubicBezTo>
                  <a:cubicBezTo>
                    <a:pt x="9953" y="1726"/>
                    <a:pt x="10439" y="2009"/>
                    <a:pt x="10847" y="2385"/>
                  </a:cubicBezTo>
                  <a:cubicBezTo>
                    <a:pt x="11662" y="3153"/>
                    <a:pt x="12524" y="3890"/>
                    <a:pt x="13120" y="4861"/>
                  </a:cubicBezTo>
                  <a:cubicBezTo>
                    <a:pt x="13151" y="4924"/>
                    <a:pt x="13198" y="5002"/>
                    <a:pt x="13245" y="5034"/>
                  </a:cubicBezTo>
                  <a:cubicBezTo>
                    <a:pt x="13997" y="5488"/>
                    <a:pt x="14044" y="6256"/>
                    <a:pt x="14138" y="6993"/>
                  </a:cubicBezTo>
                  <a:cubicBezTo>
                    <a:pt x="14201" y="7589"/>
                    <a:pt x="14264" y="8184"/>
                    <a:pt x="14311" y="8780"/>
                  </a:cubicBezTo>
                  <a:cubicBezTo>
                    <a:pt x="14335" y="9079"/>
                    <a:pt x="14231" y="9232"/>
                    <a:pt x="13999" y="9232"/>
                  </a:cubicBezTo>
                  <a:cubicBezTo>
                    <a:pt x="13927" y="9232"/>
                    <a:pt x="13843" y="9217"/>
                    <a:pt x="13747" y="9187"/>
                  </a:cubicBezTo>
                  <a:cubicBezTo>
                    <a:pt x="13511" y="9125"/>
                    <a:pt x="13276" y="9046"/>
                    <a:pt x="13041" y="8984"/>
                  </a:cubicBezTo>
                  <a:lnTo>
                    <a:pt x="13041" y="8984"/>
                  </a:lnTo>
                  <a:cubicBezTo>
                    <a:pt x="13276" y="9313"/>
                    <a:pt x="13668" y="9454"/>
                    <a:pt x="13997" y="9658"/>
                  </a:cubicBezTo>
                  <a:cubicBezTo>
                    <a:pt x="14311" y="9846"/>
                    <a:pt x="14468" y="10112"/>
                    <a:pt x="14515" y="10473"/>
                  </a:cubicBezTo>
                  <a:cubicBezTo>
                    <a:pt x="14609" y="11241"/>
                    <a:pt x="14671" y="12025"/>
                    <a:pt x="14765" y="12808"/>
                  </a:cubicBezTo>
                  <a:cubicBezTo>
                    <a:pt x="14906" y="13921"/>
                    <a:pt x="15142" y="15018"/>
                    <a:pt x="15439" y="16100"/>
                  </a:cubicBezTo>
                  <a:cubicBezTo>
                    <a:pt x="15753" y="17213"/>
                    <a:pt x="16192" y="18279"/>
                    <a:pt x="16599" y="19360"/>
                  </a:cubicBezTo>
                  <a:cubicBezTo>
                    <a:pt x="17524" y="21774"/>
                    <a:pt x="18527" y="24141"/>
                    <a:pt x="19358" y="26570"/>
                  </a:cubicBezTo>
                  <a:cubicBezTo>
                    <a:pt x="19875" y="28091"/>
                    <a:pt x="20142" y="29689"/>
                    <a:pt x="20502" y="31257"/>
                  </a:cubicBezTo>
                  <a:cubicBezTo>
                    <a:pt x="20675" y="32056"/>
                    <a:pt x="20816" y="32871"/>
                    <a:pt x="20988" y="33671"/>
                  </a:cubicBezTo>
                  <a:cubicBezTo>
                    <a:pt x="21113" y="34172"/>
                    <a:pt x="21176" y="34674"/>
                    <a:pt x="21145" y="35207"/>
                  </a:cubicBezTo>
                  <a:cubicBezTo>
                    <a:pt x="21364" y="35379"/>
                    <a:pt x="21380" y="35646"/>
                    <a:pt x="21411" y="35897"/>
                  </a:cubicBezTo>
                  <a:cubicBezTo>
                    <a:pt x="21458" y="36210"/>
                    <a:pt x="21458" y="36523"/>
                    <a:pt x="21693" y="37056"/>
                  </a:cubicBezTo>
                  <a:cubicBezTo>
                    <a:pt x="21787" y="35834"/>
                    <a:pt x="21709" y="34878"/>
                    <a:pt x="21521" y="33922"/>
                  </a:cubicBezTo>
                  <a:cubicBezTo>
                    <a:pt x="21302" y="32777"/>
                    <a:pt x="21066" y="31633"/>
                    <a:pt x="20847" y="30505"/>
                  </a:cubicBezTo>
                  <a:cubicBezTo>
                    <a:pt x="20502" y="28624"/>
                    <a:pt x="20016" y="26774"/>
                    <a:pt x="19374" y="24971"/>
                  </a:cubicBezTo>
                  <a:cubicBezTo>
                    <a:pt x="18480" y="22511"/>
                    <a:pt x="17367" y="20144"/>
                    <a:pt x="16584" y="17636"/>
                  </a:cubicBezTo>
                  <a:cubicBezTo>
                    <a:pt x="16301" y="16711"/>
                    <a:pt x="15863" y="15833"/>
                    <a:pt x="15674" y="14862"/>
                  </a:cubicBezTo>
                  <a:cubicBezTo>
                    <a:pt x="15408" y="13388"/>
                    <a:pt x="15095" y="11930"/>
                    <a:pt x="15157" y="10410"/>
                  </a:cubicBezTo>
                  <a:cubicBezTo>
                    <a:pt x="15173" y="10238"/>
                    <a:pt x="15095" y="10050"/>
                    <a:pt x="15079" y="9861"/>
                  </a:cubicBezTo>
                  <a:cubicBezTo>
                    <a:pt x="15016" y="9376"/>
                    <a:pt x="14922" y="8905"/>
                    <a:pt x="14891" y="8419"/>
                  </a:cubicBezTo>
                  <a:cubicBezTo>
                    <a:pt x="14844" y="7855"/>
                    <a:pt x="14844" y="7307"/>
                    <a:pt x="14797" y="6742"/>
                  </a:cubicBezTo>
                  <a:cubicBezTo>
                    <a:pt x="14734" y="6100"/>
                    <a:pt x="14734" y="5551"/>
                    <a:pt x="14295" y="5018"/>
                  </a:cubicBezTo>
                  <a:cubicBezTo>
                    <a:pt x="13574" y="4093"/>
                    <a:pt x="12618" y="3388"/>
                    <a:pt x="11866" y="2463"/>
                  </a:cubicBezTo>
                  <a:cubicBezTo>
                    <a:pt x="11411" y="1899"/>
                    <a:pt x="10815" y="1476"/>
                    <a:pt x="10173" y="1209"/>
                  </a:cubicBezTo>
                  <a:cubicBezTo>
                    <a:pt x="9467" y="896"/>
                    <a:pt x="8684" y="692"/>
                    <a:pt x="7916" y="551"/>
                  </a:cubicBezTo>
                  <a:cubicBezTo>
                    <a:pt x="6411" y="284"/>
                    <a:pt x="4891" y="34"/>
                    <a:pt x="3354" y="18"/>
                  </a:cubicBezTo>
                  <a:cubicBezTo>
                    <a:pt x="3108" y="13"/>
                    <a:pt x="2861" y="0"/>
                    <a:pt x="2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10849925" y="2554925"/>
              <a:ext cx="30975" cy="14925"/>
            </a:xfrm>
            <a:custGeom>
              <a:rect b="b" l="l" r="r" t="t"/>
              <a:pathLst>
                <a:path extrusionOk="0" h="597" w="1239">
                  <a:moveTo>
                    <a:pt x="0" y="0"/>
                  </a:moveTo>
                  <a:lnTo>
                    <a:pt x="0" y="0"/>
                  </a:lnTo>
                  <a:cubicBezTo>
                    <a:pt x="377" y="226"/>
                    <a:pt x="724" y="510"/>
                    <a:pt x="1181" y="574"/>
                  </a:cubicBezTo>
                  <a:lnTo>
                    <a:pt x="1181" y="574"/>
                  </a:lnTo>
                  <a:cubicBezTo>
                    <a:pt x="737" y="188"/>
                    <a:pt x="723" y="185"/>
                    <a:pt x="0" y="0"/>
                  </a:cubicBezTo>
                  <a:close/>
                  <a:moveTo>
                    <a:pt x="1181" y="574"/>
                  </a:moveTo>
                  <a:cubicBezTo>
                    <a:pt x="1190" y="581"/>
                    <a:pt x="1198" y="588"/>
                    <a:pt x="1207" y="596"/>
                  </a:cubicBezTo>
                  <a:cubicBezTo>
                    <a:pt x="1223" y="596"/>
                    <a:pt x="1239" y="580"/>
                    <a:pt x="1239" y="580"/>
                  </a:cubicBezTo>
                  <a:cubicBezTo>
                    <a:pt x="1219" y="578"/>
                    <a:pt x="1200" y="576"/>
                    <a:pt x="1181" y="5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10829550" y="2545525"/>
              <a:ext cx="1975" cy="1975"/>
            </a:xfrm>
            <a:custGeom>
              <a:rect b="b" l="l" r="r" t="t"/>
              <a:pathLst>
                <a:path extrusionOk="0" h="79" w="79">
                  <a:moveTo>
                    <a:pt x="0" y="0"/>
                  </a:moveTo>
                  <a:lnTo>
                    <a:pt x="0" y="79"/>
                  </a:lnTo>
                  <a:lnTo>
                    <a:pt x="79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10604550" y="2893550"/>
              <a:ext cx="1100" cy="750"/>
            </a:xfrm>
            <a:custGeom>
              <a:rect b="b" l="l" r="r" t="t"/>
              <a:pathLst>
                <a:path extrusionOk="0" h="30" w="44">
                  <a:moveTo>
                    <a:pt x="38" y="1"/>
                  </a:moveTo>
                  <a:cubicBezTo>
                    <a:pt x="32" y="1"/>
                    <a:pt x="13" y="12"/>
                    <a:pt x="5" y="15"/>
                  </a:cubicBezTo>
                  <a:lnTo>
                    <a:pt x="5" y="15"/>
                  </a:lnTo>
                  <a:lnTo>
                    <a:pt x="3" y="14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2" y="16"/>
                    <a:pt x="3" y="16"/>
                    <a:pt x="5" y="15"/>
                  </a:cubicBezTo>
                  <a:lnTo>
                    <a:pt x="5" y="15"/>
                  </a:lnTo>
                  <a:lnTo>
                    <a:pt x="19" y="29"/>
                  </a:lnTo>
                  <a:cubicBezTo>
                    <a:pt x="41" y="7"/>
                    <a:pt x="43" y="1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10592475" y="2899750"/>
              <a:ext cx="5900" cy="5900"/>
            </a:xfrm>
            <a:custGeom>
              <a:rect b="b" l="l" r="r" t="t"/>
              <a:pathLst>
                <a:path extrusionOk="0" h="236" w="236">
                  <a:moveTo>
                    <a:pt x="220" y="1"/>
                  </a:moveTo>
                  <a:cubicBezTo>
                    <a:pt x="219" y="8"/>
                    <a:pt x="218" y="15"/>
                    <a:pt x="217" y="21"/>
                  </a:cubicBezTo>
                  <a:lnTo>
                    <a:pt x="217" y="21"/>
                  </a:lnTo>
                  <a:cubicBezTo>
                    <a:pt x="223" y="20"/>
                    <a:pt x="229" y="18"/>
                    <a:pt x="235" y="16"/>
                  </a:cubicBezTo>
                  <a:cubicBezTo>
                    <a:pt x="235" y="16"/>
                    <a:pt x="220" y="1"/>
                    <a:pt x="220" y="1"/>
                  </a:cubicBezTo>
                  <a:close/>
                  <a:moveTo>
                    <a:pt x="217" y="21"/>
                  </a:moveTo>
                  <a:cubicBezTo>
                    <a:pt x="108" y="53"/>
                    <a:pt x="38" y="110"/>
                    <a:pt x="19" y="218"/>
                  </a:cubicBezTo>
                  <a:lnTo>
                    <a:pt x="19" y="218"/>
                  </a:lnTo>
                  <a:cubicBezTo>
                    <a:pt x="127" y="199"/>
                    <a:pt x="197" y="141"/>
                    <a:pt x="217" y="21"/>
                  </a:cubicBezTo>
                  <a:close/>
                  <a:moveTo>
                    <a:pt x="19" y="218"/>
                  </a:moveTo>
                  <a:cubicBezTo>
                    <a:pt x="13" y="219"/>
                    <a:pt x="7" y="219"/>
                    <a:pt x="0" y="220"/>
                  </a:cubicBezTo>
                  <a:lnTo>
                    <a:pt x="16" y="236"/>
                  </a:lnTo>
                  <a:cubicBezTo>
                    <a:pt x="17" y="230"/>
                    <a:pt x="18" y="223"/>
                    <a:pt x="19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10597950" y="2893875"/>
              <a:ext cx="7075" cy="6300"/>
            </a:xfrm>
            <a:custGeom>
              <a:rect b="b" l="l" r="r" t="t"/>
              <a:pathLst>
                <a:path extrusionOk="0" h="252" w="283">
                  <a:moveTo>
                    <a:pt x="267" y="1"/>
                  </a:moveTo>
                  <a:cubicBezTo>
                    <a:pt x="173" y="79"/>
                    <a:pt x="95" y="157"/>
                    <a:pt x="1" y="236"/>
                  </a:cubicBezTo>
                  <a:cubicBezTo>
                    <a:pt x="1" y="236"/>
                    <a:pt x="16" y="251"/>
                    <a:pt x="16" y="251"/>
                  </a:cubicBezTo>
                  <a:cubicBezTo>
                    <a:pt x="110" y="173"/>
                    <a:pt x="189" y="95"/>
                    <a:pt x="283" y="16"/>
                  </a:cubicBezTo>
                  <a:cubicBezTo>
                    <a:pt x="283" y="16"/>
                    <a:pt x="26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10588450" y="2430175"/>
              <a:ext cx="183625" cy="33750"/>
            </a:xfrm>
            <a:custGeom>
              <a:rect b="b" l="l" r="r" t="t"/>
              <a:pathLst>
                <a:path extrusionOk="0" h="1350" w="7345">
                  <a:moveTo>
                    <a:pt x="3345" y="0"/>
                  </a:moveTo>
                  <a:cubicBezTo>
                    <a:pt x="2226" y="0"/>
                    <a:pt x="1103" y="266"/>
                    <a:pt x="83" y="790"/>
                  </a:cubicBezTo>
                  <a:cubicBezTo>
                    <a:pt x="1" y="831"/>
                    <a:pt x="62" y="955"/>
                    <a:pt x="141" y="955"/>
                  </a:cubicBezTo>
                  <a:cubicBezTo>
                    <a:pt x="153" y="955"/>
                    <a:pt x="165" y="952"/>
                    <a:pt x="177" y="946"/>
                  </a:cubicBezTo>
                  <a:cubicBezTo>
                    <a:pt x="1171" y="456"/>
                    <a:pt x="2248" y="218"/>
                    <a:pt x="3322" y="218"/>
                  </a:cubicBezTo>
                  <a:cubicBezTo>
                    <a:pt x="4686" y="218"/>
                    <a:pt x="6047" y="602"/>
                    <a:pt x="7230" y="1338"/>
                  </a:cubicBezTo>
                  <a:cubicBezTo>
                    <a:pt x="7241" y="1346"/>
                    <a:pt x="7252" y="1350"/>
                    <a:pt x="7262" y="1350"/>
                  </a:cubicBezTo>
                  <a:cubicBezTo>
                    <a:pt x="7311" y="1350"/>
                    <a:pt x="7345" y="1270"/>
                    <a:pt x="7293" y="1244"/>
                  </a:cubicBezTo>
                  <a:cubicBezTo>
                    <a:pt x="6120" y="410"/>
                    <a:pt x="4736" y="0"/>
                    <a:pt x="3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10493125" y="2474575"/>
              <a:ext cx="238775" cy="53900"/>
            </a:xfrm>
            <a:custGeom>
              <a:rect b="b" l="l" r="r" t="t"/>
              <a:pathLst>
                <a:path extrusionOk="0" h="2156" w="9551">
                  <a:moveTo>
                    <a:pt x="6721" y="0"/>
                  </a:moveTo>
                  <a:cubicBezTo>
                    <a:pt x="4344" y="0"/>
                    <a:pt x="1926" y="673"/>
                    <a:pt x="40" y="2054"/>
                  </a:cubicBezTo>
                  <a:cubicBezTo>
                    <a:pt x="0" y="2094"/>
                    <a:pt x="27" y="2156"/>
                    <a:pt x="74" y="2156"/>
                  </a:cubicBezTo>
                  <a:cubicBezTo>
                    <a:pt x="83" y="2156"/>
                    <a:pt x="93" y="2154"/>
                    <a:pt x="103" y="2149"/>
                  </a:cubicBezTo>
                  <a:cubicBezTo>
                    <a:pt x="2348" y="924"/>
                    <a:pt x="4695" y="223"/>
                    <a:pt x="7163" y="223"/>
                  </a:cubicBezTo>
                  <a:cubicBezTo>
                    <a:pt x="7917" y="223"/>
                    <a:pt x="8683" y="289"/>
                    <a:pt x="9460" y="424"/>
                  </a:cubicBezTo>
                  <a:cubicBezTo>
                    <a:pt x="9464" y="425"/>
                    <a:pt x="9468" y="426"/>
                    <a:pt x="9472" y="426"/>
                  </a:cubicBezTo>
                  <a:cubicBezTo>
                    <a:pt x="9527" y="426"/>
                    <a:pt x="9550" y="329"/>
                    <a:pt x="9492" y="315"/>
                  </a:cubicBezTo>
                  <a:cubicBezTo>
                    <a:pt x="8598" y="106"/>
                    <a:pt x="7663" y="0"/>
                    <a:pt x="67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10736400" y="2903600"/>
              <a:ext cx="174850" cy="25275"/>
            </a:xfrm>
            <a:custGeom>
              <a:rect b="b" l="l" r="r" t="t"/>
              <a:pathLst>
                <a:path extrusionOk="0" h="1011" w="6994">
                  <a:moveTo>
                    <a:pt x="2556" y="0"/>
                  </a:moveTo>
                  <a:cubicBezTo>
                    <a:pt x="1737" y="0"/>
                    <a:pt x="915" y="78"/>
                    <a:pt x="105" y="223"/>
                  </a:cubicBezTo>
                  <a:cubicBezTo>
                    <a:pt x="1" y="238"/>
                    <a:pt x="39" y="381"/>
                    <a:pt x="137" y="381"/>
                  </a:cubicBezTo>
                  <a:cubicBezTo>
                    <a:pt x="142" y="381"/>
                    <a:pt x="147" y="380"/>
                    <a:pt x="152" y="380"/>
                  </a:cubicBezTo>
                  <a:cubicBezTo>
                    <a:pt x="814" y="275"/>
                    <a:pt x="1471" y="226"/>
                    <a:pt x="2124" y="226"/>
                  </a:cubicBezTo>
                  <a:cubicBezTo>
                    <a:pt x="3716" y="226"/>
                    <a:pt x="5285" y="518"/>
                    <a:pt x="6830" y="1007"/>
                  </a:cubicBezTo>
                  <a:cubicBezTo>
                    <a:pt x="6840" y="1009"/>
                    <a:pt x="6850" y="1010"/>
                    <a:pt x="6859" y="1010"/>
                  </a:cubicBezTo>
                  <a:cubicBezTo>
                    <a:pt x="6962" y="1010"/>
                    <a:pt x="6993" y="862"/>
                    <a:pt x="6892" y="819"/>
                  </a:cubicBezTo>
                  <a:cubicBezTo>
                    <a:pt x="5510" y="254"/>
                    <a:pt x="4037" y="0"/>
                    <a:pt x="25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10798050" y="2860500"/>
              <a:ext cx="114350" cy="21075"/>
            </a:xfrm>
            <a:custGeom>
              <a:rect b="b" l="l" r="r" t="t"/>
              <a:pathLst>
                <a:path extrusionOk="0" h="843" w="4574">
                  <a:moveTo>
                    <a:pt x="1601" y="0"/>
                  </a:moveTo>
                  <a:cubicBezTo>
                    <a:pt x="1103" y="0"/>
                    <a:pt x="604" y="51"/>
                    <a:pt x="116" y="144"/>
                  </a:cubicBezTo>
                  <a:cubicBezTo>
                    <a:pt x="0" y="173"/>
                    <a:pt x="31" y="336"/>
                    <a:pt x="136" y="336"/>
                  </a:cubicBezTo>
                  <a:cubicBezTo>
                    <a:pt x="144" y="336"/>
                    <a:pt x="153" y="335"/>
                    <a:pt x="163" y="333"/>
                  </a:cubicBezTo>
                  <a:cubicBezTo>
                    <a:pt x="574" y="259"/>
                    <a:pt x="977" y="225"/>
                    <a:pt x="1374" y="225"/>
                  </a:cubicBezTo>
                  <a:cubicBezTo>
                    <a:pt x="2415" y="225"/>
                    <a:pt x="3416" y="460"/>
                    <a:pt x="4426" y="834"/>
                  </a:cubicBezTo>
                  <a:cubicBezTo>
                    <a:pt x="4438" y="840"/>
                    <a:pt x="4450" y="843"/>
                    <a:pt x="4461" y="843"/>
                  </a:cubicBezTo>
                  <a:cubicBezTo>
                    <a:pt x="4534" y="843"/>
                    <a:pt x="4573" y="718"/>
                    <a:pt x="4505" y="677"/>
                  </a:cubicBezTo>
                  <a:cubicBezTo>
                    <a:pt x="3604" y="206"/>
                    <a:pt x="2604" y="0"/>
                    <a:pt x="1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22"/>
          <p:cNvGrpSpPr/>
          <p:nvPr/>
        </p:nvGrpSpPr>
        <p:grpSpPr>
          <a:xfrm rot="-899960">
            <a:off x="123153" y="3876902"/>
            <a:ext cx="580733" cy="1028244"/>
            <a:chOff x="8491725" y="1639350"/>
            <a:chExt cx="580750" cy="1028275"/>
          </a:xfrm>
        </p:grpSpPr>
        <p:sp>
          <p:nvSpPr>
            <p:cNvPr id="637" name="Google Shape;637;p22"/>
            <p:cNvSpPr/>
            <p:nvPr/>
          </p:nvSpPr>
          <p:spPr>
            <a:xfrm>
              <a:off x="8491725" y="1639350"/>
              <a:ext cx="580750" cy="1028275"/>
            </a:xfrm>
            <a:custGeom>
              <a:rect b="b" l="l" r="r" t="t"/>
              <a:pathLst>
                <a:path extrusionOk="0" h="41131" w="23230">
                  <a:moveTo>
                    <a:pt x="12063" y="5717"/>
                  </a:moveTo>
                  <a:cubicBezTo>
                    <a:pt x="12848" y="5717"/>
                    <a:pt x="13631" y="5789"/>
                    <a:pt x="14421" y="5808"/>
                  </a:cubicBezTo>
                  <a:cubicBezTo>
                    <a:pt x="14718" y="5823"/>
                    <a:pt x="15016" y="5839"/>
                    <a:pt x="15251" y="6058"/>
                  </a:cubicBezTo>
                  <a:cubicBezTo>
                    <a:pt x="15471" y="6262"/>
                    <a:pt x="15439" y="6576"/>
                    <a:pt x="15173" y="6685"/>
                  </a:cubicBezTo>
                  <a:cubicBezTo>
                    <a:pt x="14332" y="7052"/>
                    <a:pt x="13467" y="7265"/>
                    <a:pt x="12548" y="7265"/>
                  </a:cubicBezTo>
                  <a:cubicBezTo>
                    <a:pt x="12406" y="7265"/>
                    <a:pt x="12262" y="7260"/>
                    <a:pt x="12116" y="7250"/>
                  </a:cubicBezTo>
                  <a:cubicBezTo>
                    <a:pt x="11962" y="7241"/>
                    <a:pt x="11798" y="7228"/>
                    <a:pt x="11636" y="7228"/>
                  </a:cubicBezTo>
                  <a:cubicBezTo>
                    <a:pt x="11501" y="7228"/>
                    <a:pt x="11367" y="7237"/>
                    <a:pt x="11239" y="7265"/>
                  </a:cubicBezTo>
                  <a:cubicBezTo>
                    <a:pt x="10897" y="7339"/>
                    <a:pt x="10564" y="7370"/>
                    <a:pt x="10233" y="7370"/>
                  </a:cubicBezTo>
                  <a:cubicBezTo>
                    <a:pt x="9790" y="7370"/>
                    <a:pt x="9352" y="7315"/>
                    <a:pt x="8903" y="7234"/>
                  </a:cubicBezTo>
                  <a:cubicBezTo>
                    <a:pt x="8276" y="7124"/>
                    <a:pt x="7634" y="7093"/>
                    <a:pt x="7007" y="7030"/>
                  </a:cubicBezTo>
                  <a:cubicBezTo>
                    <a:pt x="6972" y="7031"/>
                    <a:pt x="6938" y="7032"/>
                    <a:pt x="6903" y="7032"/>
                  </a:cubicBezTo>
                  <a:cubicBezTo>
                    <a:pt x="6684" y="7032"/>
                    <a:pt x="6466" y="7013"/>
                    <a:pt x="6249" y="7013"/>
                  </a:cubicBezTo>
                  <a:cubicBezTo>
                    <a:pt x="6018" y="7013"/>
                    <a:pt x="5790" y="7034"/>
                    <a:pt x="5565" y="7124"/>
                  </a:cubicBezTo>
                  <a:cubicBezTo>
                    <a:pt x="5515" y="7141"/>
                    <a:pt x="5463" y="7152"/>
                    <a:pt x="5412" y="7152"/>
                  </a:cubicBezTo>
                  <a:cubicBezTo>
                    <a:pt x="5320" y="7152"/>
                    <a:pt x="5233" y="7116"/>
                    <a:pt x="5173" y="7015"/>
                  </a:cubicBezTo>
                  <a:cubicBezTo>
                    <a:pt x="5063" y="6842"/>
                    <a:pt x="5047" y="6670"/>
                    <a:pt x="5141" y="6482"/>
                  </a:cubicBezTo>
                  <a:cubicBezTo>
                    <a:pt x="5267" y="6231"/>
                    <a:pt x="5486" y="6105"/>
                    <a:pt x="5737" y="5996"/>
                  </a:cubicBezTo>
                  <a:cubicBezTo>
                    <a:pt x="6201" y="5801"/>
                    <a:pt x="6683" y="5729"/>
                    <a:pt x="7178" y="5729"/>
                  </a:cubicBezTo>
                  <a:cubicBezTo>
                    <a:pt x="7318" y="5729"/>
                    <a:pt x="7460" y="5735"/>
                    <a:pt x="7602" y="5745"/>
                  </a:cubicBezTo>
                  <a:cubicBezTo>
                    <a:pt x="8088" y="5776"/>
                    <a:pt x="8574" y="5855"/>
                    <a:pt x="9060" y="5870"/>
                  </a:cubicBezTo>
                  <a:cubicBezTo>
                    <a:pt x="9321" y="5889"/>
                    <a:pt x="9594" y="5913"/>
                    <a:pt x="9861" y="5913"/>
                  </a:cubicBezTo>
                  <a:cubicBezTo>
                    <a:pt x="10042" y="5913"/>
                    <a:pt x="10221" y="5902"/>
                    <a:pt x="10392" y="5870"/>
                  </a:cubicBezTo>
                  <a:cubicBezTo>
                    <a:pt x="10951" y="5753"/>
                    <a:pt x="11507" y="5717"/>
                    <a:pt x="12063" y="5717"/>
                  </a:cubicBezTo>
                  <a:close/>
                  <a:moveTo>
                    <a:pt x="13171" y="7951"/>
                  </a:moveTo>
                  <a:cubicBezTo>
                    <a:pt x="13209" y="7951"/>
                    <a:pt x="13249" y="7958"/>
                    <a:pt x="13292" y="7971"/>
                  </a:cubicBezTo>
                  <a:cubicBezTo>
                    <a:pt x="13449" y="8018"/>
                    <a:pt x="13464" y="8174"/>
                    <a:pt x="13449" y="8410"/>
                  </a:cubicBezTo>
                  <a:cubicBezTo>
                    <a:pt x="13433" y="8472"/>
                    <a:pt x="13386" y="8613"/>
                    <a:pt x="13292" y="8723"/>
                  </a:cubicBezTo>
                  <a:cubicBezTo>
                    <a:pt x="13238" y="8804"/>
                    <a:pt x="13164" y="8838"/>
                    <a:pt x="13083" y="8838"/>
                  </a:cubicBezTo>
                  <a:cubicBezTo>
                    <a:pt x="13023" y="8838"/>
                    <a:pt x="12960" y="8819"/>
                    <a:pt x="12900" y="8786"/>
                  </a:cubicBezTo>
                  <a:cubicBezTo>
                    <a:pt x="12728" y="8692"/>
                    <a:pt x="12696" y="8441"/>
                    <a:pt x="12837" y="8190"/>
                  </a:cubicBezTo>
                  <a:cubicBezTo>
                    <a:pt x="12912" y="8041"/>
                    <a:pt x="13026" y="7951"/>
                    <a:pt x="13171" y="7951"/>
                  </a:cubicBezTo>
                  <a:close/>
                  <a:moveTo>
                    <a:pt x="11599" y="7892"/>
                  </a:moveTo>
                  <a:cubicBezTo>
                    <a:pt x="11913" y="7892"/>
                    <a:pt x="11991" y="7971"/>
                    <a:pt x="11975" y="8394"/>
                  </a:cubicBezTo>
                  <a:cubicBezTo>
                    <a:pt x="11960" y="8629"/>
                    <a:pt x="12007" y="8801"/>
                    <a:pt x="12163" y="8990"/>
                  </a:cubicBezTo>
                  <a:cubicBezTo>
                    <a:pt x="12540" y="9444"/>
                    <a:pt x="12508" y="9538"/>
                    <a:pt x="12007" y="9758"/>
                  </a:cubicBezTo>
                  <a:cubicBezTo>
                    <a:pt x="11824" y="9839"/>
                    <a:pt x="11708" y="9888"/>
                    <a:pt x="11616" y="9888"/>
                  </a:cubicBezTo>
                  <a:cubicBezTo>
                    <a:pt x="11479" y="9888"/>
                    <a:pt x="11398" y="9779"/>
                    <a:pt x="11239" y="9507"/>
                  </a:cubicBezTo>
                  <a:cubicBezTo>
                    <a:pt x="11098" y="9256"/>
                    <a:pt x="10910" y="9099"/>
                    <a:pt x="10690" y="8974"/>
                  </a:cubicBezTo>
                  <a:cubicBezTo>
                    <a:pt x="10596" y="8911"/>
                    <a:pt x="10518" y="8833"/>
                    <a:pt x="10439" y="8739"/>
                  </a:cubicBezTo>
                  <a:cubicBezTo>
                    <a:pt x="10283" y="8535"/>
                    <a:pt x="10377" y="8174"/>
                    <a:pt x="10612" y="8080"/>
                  </a:cubicBezTo>
                  <a:cubicBezTo>
                    <a:pt x="10925" y="7939"/>
                    <a:pt x="11254" y="7892"/>
                    <a:pt x="11599" y="7892"/>
                  </a:cubicBezTo>
                  <a:close/>
                  <a:moveTo>
                    <a:pt x="8484" y="7906"/>
                  </a:moveTo>
                  <a:cubicBezTo>
                    <a:pt x="8589" y="7906"/>
                    <a:pt x="8711" y="7953"/>
                    <a:pt x="8856" y="8049"/>
                  </a:cubicBezTo>
                  <a:cubicBezTo>
                    <a:pt x="9123" y="8222"/>
                    <a:pt x="9405" y="8237"/>
                    <a:pt x="9687" y="8347"/>
                  </a:cubicBezTo>
                  <a:cubicBezTo>
                    <a:pt x="9844" y="8394"/>
                    <a:pt x="9891" y="8582"/>
                    <a:pt x="9781" y="8707"/>
                  </a:cubicBezTo>
                  <a:cubicBezTo>
                    <a:pt x="9436" y="9099"/>
                    <a:pt x="9076" y="9475"/>
                    <a:pt x="8699" y="9820"/>
                  </a:cubicBezTo>
                  <a:cubicBezTo>
                    <a:pt x="8633" y="9882"/>
                    <a:pt x="8555" y="9910"/>
                    <a:pt x="8476" y="9910"/>
                  </a:cubicBezTo>
                  <a:cubicBezTo>
                    <a:pt x="8314" y="9910"/>
                    <a:pt x="8151" y="9791"/>
                    <a:pt x="8088" y="9601"/>
                  </a:cubicBezTo>
                  <a:cubicBezTo>
                    <a:pt x="8057" y="9507"/>
                    <a:pt x="8025" y="9397"/>
                    <a:pt x="8010" y="9287"/>
                  </a:cubicBezTo>
                  <a:cubicBezTo>
                    <a:pt x="7978" y="9178"/>
                    <a:pt x="7978" y="9068"/>
                    <a:pt x="7947" y="8927"/>
                  </a:cubicBezTo>
                  <a:cubicBezTo>
                    <a:pt x="7978" y="8770"/>
                    <a:pt x="8010" y="8582"/>
                    <a:pt x="8057" y="8410"/>
                  </a:cubicBezTo>
                  <a:cubicBezTo>
                    <a:pt x="8150" y="8080"/>
                    <a:pt x="8283" y="7906"/>
                    <a:pt x="8484" y="7906"/>
                  </a:cubicBezTo>
                  <a:close/>
                  <a:moveTo>
                    <a:pt x="10173" y="9428"/>
                  </a:moveTo>
                  <a:cubicBezTo>
                    <a:pt x="10392" y="9428"/>
                    <a:pt x="10690" y="9648"/>
                    <a:pt x="10659" y="9789"/>
                  </a:cubicBezTo>
                  <a:cubicBezTo>
                    <a:pt x="10596" y="10008"/>
                    <a:pt x="10408" y="10055"/>
                    <a:pt x="10220" y="10071"/>
                  </a:cubicBezTo>
                  <a:cubicBezTo>
                    <a:pt x="10079" y="10102"/>
                    <a:pt x="9922" y="10102"/>
                    <a:pt x="9812" y="10102"/>
                  </a:cubicBezTo>
                  <a:cubicBezTo>
                    <a:pt x="9718" y="10087"/>
                    <a:pt x="9640" y="10071"/>
                    <a:pt x="9577" y="10055"/>
                  </a:cubicBezTo>
                  <a:cubicBezTo>
                    <a:pt x="9420" y="9993"/>
                    <a:pt x="9467" y="9867"/>
                    <a:pt x="9514" y="9773"/>
                  </a:cubicBezTo>
                  <a:cubicBezTo>
                    <a:pt x="9671" y="9538"/>
                    <a:pt x="9891" y="9444"/>
                    <a:pt x="10173" y="9428"/>
                  </a:cubicBezTo>
                  <a:close/>
                  <a:moveTo>
                    <a:pt x="14374" y="7704"/>
                  </a:moveTo>
                  <a:cubicBezTo>
                    <a:pt x="14546" y="7704"/>
                    <a:pt x="14640" y="7798"/>
                    <a:pt x="14640" y="7986"/>
                  </a:cubicBezTo>
                  <a:cubicBezTo>
                    <a:pt x="14656" y="8425"/>
                    <a:pt x="14640" y="8880"/>
                    <a:pt x="14656" y="9319"/>
                  </a:cubicBezTo>
                  <a:cubicBezTo>
                    <a:pt x="14656" y="9507"/>
                    <a:pt x="14656" y="9711"/>
                    <a:pt x="14734" y="9867"/>
                  </a:cubicBezTo>
                  <a:cubicBezTo>
                    <a:pt x="15330" y="11090"/>
                    <a:pt x="15580" y="12422"/>
                    <a:pt x="15941" y="13708"/>
                  </a:cubicBezTo>
                  <a:cubicBezTo>
                    <a:pt x="16019" y="14037"/>
                    <a:pt x="16113" y="14366"/>
                    <a:pt x="16207" y="14679"/>
                  </a:cubicBezTo>
                  <a:cubicBezTo>
                    <a:pt x="16317" y="15009"/>
                    <a:pt x="16474" y="15353"/>
                    <a:pt x="15957" y="15479"/>
                  </a:cubicBezTo>
                  <a:cubicBezTo>
                    <a:pt x="15580" y="16262"/>
                    <a:pt x="14828" y="16341"/>
                    <a:pt x="14091" y="16435"/>
                  </a:cubicBezTo>
                  <a:cubicBezTo>
                    <a:pt x="12822" y="16592"/>
                    <a:pt x="11552" y="16670"/>
                    <a:pt x="10283" y="16717"/>
                  </a:cubicBezTo>
                  <a:cubicBezTo>
                    <a:pt x="10241" y="16719"/>
                    <a:pt x="10199" y="16720"/>
                    <a:pt x="10158" y="16720"/>
                  </a:cubicBezTo>
                  <a:cubicBezTo>
                    <a:pt x="9902" y="16720"/>
                    <a:pt x="9645" y="16683"/>
                    <a:pt x="9389" y="16670"/>
                  </a:cubicBezTo>
                  <a:cubicBezTo>
                    <a:pt x="8449" y="16576"/>
                    <a:pt x="7524" y="16498"/>
                    <a:pt x="6599" y="16404"/>
                  </a:cubicBezTo>
                  <a:cubicBezTo>
                    <a:pt x="6442" y="16388"/>
                    <a:pt x="6286" y="16372"/>
                    <a:pt x="6160" y="16325"/>
                  </a:cubicBezTo>
                  <a:cubicBezTo>
                    <a:pt x="6050" y="16294"/>
                    <a:pt x="5941" y="16215"/>
                    <a:pt x="5909" y="16137"/>
                  </a:cubicBezTo>
                  <a:cubicBezTo>
                    <a:pt x="5862" y="16027"/>
                    <a:pt x="5972" y="15949"/>
                    <a:pt x="6082" y="15918"/>
                  </a:cubicBezTo>
                  <a:cubicBezTo>
                    <a:pt x="6364" y="15839"/>
                    <a:pt x="6662" y="15777"/>
                    <a:pt x="6960" y="15714"/>
                  </a:cubicBezTo>
                  <a:cubicBezTo>
                    <a:pt x="8652" y="15416"/>
                    <a:pt x="10361" y="15244"/>
                    <a:pt x="12085" y="15244"/>
                  </a:cubicBezTo>
                  <a:cubicBezTo>
                    <a:pt x="12461" y="15244"/>
                    <a:pt x="12837" y="15212"/>
                    <a:pt x="13214" y="15181"/>
                  </a:cubicBezTo>
                  <a:cubicBezTo>
                    <a:pt x="13355" y="15165"/>
                    <a:pt x="13511" y="15150"/>
                    <a:pt x="13558" y="14930"/>
                  </a:cubicBezTo>
                  <a:lnTo>
                    <a:pt x="10878" y="14930"/>
                  </a:lnTo>
                  <a:cubicBezTo>
                    <a:pt x="9311" y="14946"/>
                    <a:pt x="7759" y="15228"/>
                    <a:pt x="6192" y="15353"/>
                  </a:cubicBezTo>
                  <a:cubicBezTo>
                    <a:pt x="6057" y="15353"/>
                    <a:pt x="5934" y="15388"/>
                    <a:pt x="5813" y="15388"/>
                  </a:cubicBezTo>
                  <a:cubicBezTo>
                    <a:pt x="5793" y="15388"/>
                    <a:pt x="5773" y="15387"/>
                    <a:pt x="5753" y="15385"/>
                  </a:cubicBezTo>
                  <a:cubicBezTo>
                    <a:pt x="5533" y="15385"/>
                    <a:pt x="5392" y="15244"/>
                    <a:pt x="5376" y="15040"/>
                  </a:cubicBezTo>
                  <a:cubicBezTo>
                    <a:pt x="5361" y="14820"/>
                    <a:pt x="5376" y="14585"/>
                    <a:pt x="5408" y="14366"/>
                  </a:cubicBezTo>
                  <a:cubicBezTo>
                    <a:pt x="5549" y="13096"/>
                    <a:pt x="5753" y="11842"/>
                    <a:pt x="6097" y="10620"/>
                  </a:cubicBezTo>
                  <a:cubicBezTo>
                    <a:pt x="6176" y="10322"/>
                    <a:pt x="6286" y="10055"/>
                    <a:pt x="6536" y="9852"/>
                  </a:cubicBezTo>
                  <a:cubicBezTo>
                    <a:pt x="6803" y="9648"/>
                    <a:pt x="6850" y="9350"/>
                    <a:pt x="6724" y="9052"/>
                  </a:cubicBezTo>
                  <a:cubicBezTo>
                    <a:pt x="6630" y="8770"/>
                    <a:pt x="6552" y="8472"/>
                    <a:pt x="6568" y="8174"/>
                  </a:cubicBezTo>
                  <a:cubicBezTo>
                    <a:pt x="6568" y="8018"/>
                    <a:pt x="6615" y="7877"/>
                    <a:pt x="6803" y="7830"/>
                  </a:cubicBezTo>
                  <a:cubicBezTo>
                    <a:pt x="6837" y="7822"/>
                    <a:pt x="6873" y="7819"/>
                    <a:pt x="6909" y="7819"/>
                  </a:cubicBezTo>
                  <a:cubicBezTo>
                    <a:pt x="7105" y="7819"/>
                    <a:pt x="7312" y="7922"/>
                    <a:pt x="7351" y="8080"/>
                  </a:cubicBezTo>
                  <a:cubicBezTo>
                    <a:pt x="7445" y="8378"/>
                    <a:pt x="7445" y="8676"/>
                    <a:pt x="7320" y="8958"/>
                  </a:cubicBezTo>
                  <a:cubicBezTo>
                    <a:pt x="7226" y="9162"/>
                    <a:pt x="7163" y="9381"/>
                    <a:pt x="7210" y="9617"/>
                  </a:cubicBezTo>
                  <a:cubicBezTo>
                    <a:pt x="7351" y="10338"/>
                    <a:pt x="7555" y="10557"/>
                    <a:pt x="8308" y="10635"/>
                  </a:cubicBezTo>
                  <a:cubicBezTo>
                    <a:pt x="8863" y="10713"/>
                    <a:pt x="9411" y="10744"/>
                    <a:pt x="9968" y="10744"/>
                  </a:cubicBezTo>
                  <a:cubicBezTo>
                    <a:pt x="10196" y="10744"/>
                    <a:pt x="10426" y="10739"/>
                    <a:pt x="10659" y="10729"/>
                  </a:cubicBezTo>
                  <a:cubicBezTo>
                    <a:pt x="11631" y="10682"/>
                    <a:pt x="12461" y="10244"/>
                    <a:pt x="13339" y="9961"/>
                  </a:cubicBezTo>
                  <a:cubicBezTo>
                    <a:pt x="13527" y="9899"/>
                    <a:pt x="13637" y="9742"/>
                    <a:pt x="13700" y="9554"/>
                  </a:cubicBezTo>
                  <a:cubicBezTo>
                    <a:pt x="13809" y="9162"/>
                    <a:pt x="14013" y="8801"/>
                    <a:pt x="13966" y="8363"/>
                  </a:cubicBezTo>
                  <a:cubicBezTo>
                    <a:pt x="13950" y="8222"/>
                    <a:pt x="13950" y="8065"/>
                    <a:pt x="13997" y="7924"/>
                  </a:cubicBezTo>
                  <a:cubicBezTo>
                    <a:pt x="14060" y="7783"/>
                    <a:pt x="14217" y="7720"/>
                    <a:pt x="14374" y="7704"/>
                  </a:cubicBezTo>
                  <a:close/>
                  <a:moveTo>
                    <a:pt x="16415" y="16600"/>
                  </a:moveTo>
                  <a:cubicBezTo>
                    <a:pt x="16602" y="16600"/>
                    <a:pt x="16697" y="16717"/>
                    <a:pt x="16772" y="16905"/>
                  </a:cubicBezTo>
                  <a:cubicBezTo>
                    <a:pt x="16881" y="17219"/>
                    <a:pt x="16975" y="17548"/>
                    <a:pt x="17054" y="17861"/>
                  </a:cubicBezTo>
                  <a:cubicBezTo>
                    <a:pt x="17775" y="20542"/>
                    <a:pt x="18512" y="23206"/>
                    <a:pt x="19217" y="25886"/>
                  </a:cubicBezTo>
                  <a:cubicBezTo>
                    <a:pt x="19656" y="27626"/>
                    <a:pt x="20063" y="29366"/>
                    <a:pt x="20487" y="31122"/>
                  </a:cubicBezTo>
                  <a:cubicBezTo>
                    <a:pt x="20581" y="31514"/>
                    <a:pt x="20690" y="31921"/>
                    <a:pt x="20769" y="32313"/>
                  </a:cubicBezTo>
                  <a:cubicBezTo>
                    <a:pt x="21004" y="33410"/>
                    <a:pt x="21239" y="34507"/>
                    <a:pt x="21458" y="35605"/>
                  </a:cubicBezTo>
                  <a:cubicBezTo>
                    <a:pt x="21505" y="35824"/>
                    <a:pt x="21521" y="36059"/>
                    <a:pt x="21458" y="36263"/>
                  </a:cubicBezTo>
                  <a:cubicBezTo>
                    <a:pt x="21364" y="36686"/>
                    <a:pt x="21364" y="37000"/>
                    <a:pt x="21897" y="37094"/>
                  </a:cubicBezTo>
                  <a:cubicBezTo>
                    <a:pt x="22164" y="37156"/>
                    <a:pt x="22305" y="37407"/>
                    <a:pt x="22367" y="37674"/>
                  </a:cubicBezTo>
                  <a:cubicBezTo>
                    <a:pt x="22446" y="37971"/>
                    <a:pt x="22367" y="38206"/>
                    <a:pt x="22101" y="38332"/>
                  </a:cubicBezTo>
                  <a:cubicBezTo>
                    <a:pt x="21317" y="38692"/>
                    <a:pt x="20534" y="39053"/>
                    <a:pt x="19734" y="39382"/>
                  </a:cubicBezTo>
                  <a:cubicBezTo>
                    <a:pt x="19280" y="39570"/>
                    <a:pt x="18794" y="39570"/>
                    <a:pt x="18308" y="39602"/>
                  </a:cubicBezTo>
                  <a:cubicBezTo>
                    <a:pt x="17320" y="39633"/>
                    <a:pt x="16380" y="39743"/>
                    <a:pt x="15424" y="40009"/>
                  </a:cubicBezTo>
                  <a:cubicBezTo>
                    <a:pt x="14530" y="40244"/>
                    <a:pt x="13574" y="40417"/>
                    <a:pt x="12649" y="40417"/>
                  </a:cubicBezTo>
                  <a:cubicBezTo>
                    <a:pt x="11584" y="40401"/>
                    <a:pt x="10502" y="40370"/>
                    <a:pt x="9420" y="40354"/>
                  </a:cubicBezTo>
                  <a:cubicBezTo>
                    <a:pt x="7696" y="40338"/>
                    <a:pt x="5972" y="40276"/>
                    <a:pt x="4264" y="40244"/>
                  </a:cubicBezTo>
                  <a:cubicBezTo>
                    <a:pt x="3590" y="40228"/>
                    <a:pt x="2931" y="40197"/>
                    <a:pt x="2273" y="39993"/>
                  </a:cubicBezTo>
                  <a:cubicBezTo>
                    <a:pt x="1865" y="39884"/>
                    <a:pt x="1489" y="39696"/>
                    <a:pt x="1160" y="39460"/>
                  </a:cubicBezTo>
                  <a:cubicBezTo>
                    <a:pt x="533" y="39006"/>
                    <a:pt x="267" y="38771"/>
                    <a:pt x="674" y="37987"/>
                  </a:cubicBezTo>
                  <a:cubicBezTo>
                    <a:pt x="815" y="37705"/>
                    <a:pt x="831" y="37407"/>
                    <a:pt x="847" y="37109"/>
                  </a:cubicBezTo>
                  <a:cubicBezTo>
                    <a:pt x="894" y="36200"/>
                    <a:pt x="1066" y="35322"/>
                    <a:pt x="1254" y="34445"/>
                  </a:cubicBezTo>
                  <a:cubicBezTo>
                    <a:pt x="1756" y="31952"/>
                    <a:pt x="2351" y="29476"/>
                    <a:pt x="2790" y="26968"/>
                  </a:cubicBezTo>
                  <a:cubicBezTo>
                    <a:pt x="3041" y="25495"/>
                    <a:pt x="3449" y="24053"/>
                    <a:pt x="3715" y="22579"/>
                  </a:cubicBezTo>
                  <a:cubicBezTo>
                    <a:pt x="3997" y="21027"/>
                    <a:pt x="4358" y="19507"/>
                    <a:pt x="4718" y="17971"/>
                  </a:cubicBezTo>
                  <a:cubicBezTo>
                    <a:pt x="4781" y="17720"/>
                    <a:pt x="4859" y="17469"/>
                    <a:pt x="4938" y="17219"/>
                  </a:cubicBezTo>
                  <a:cubicBezTo>
                    <a:pt x="5000" y="16968"/>
                    <a:pt x="5188" y="16858"/>
                    <a:pt x="5439" y="16858"/>
                  </a:cubicBezTo>
                  <a:cubicBezTo>
                    <a:pt x="5523" y="16853"/>
                    <a:pt x="5608" y="16851"/>
                    <a:pt x="5686" y="16851"/>
                  </a:cubicBezTo>
                  <a:cubicBezTo>
                    <a:pt x="5843" y="16851"/>
                    <a:pt x="5972" y="16858"/>
                    <a:pt x="6003" y="16858"/>
                  </a:cubicBezTo>
                  <a:cubicBezTo>
                    <a:pt x="7195" y="16952"/>
                    <a:pt x="8167" y="16983"/>
                    <a:pt x="9123" y="17125"/>
                  </a:cubicBezTo>
                  <a:cubicBezTo>
                    <a:pt x="9676" y="17208"/>
                    <a:pt x="10226" y="17241"/>
                    <a:pt x="10773" y="17241"/>
                  </a:cubicBezTo>
                  <a:cubicBezTo>
                    <a:pt x="11980" y="17241"/>
                    <a:pt x="13177" y="17081"/>
                    <a:pt x="14374" y="16952"/>
                  </a:cubicBezTo>
                  <a:cubicBezTo>
                    <a:pt x="15016" y="16874"/>
                    <a:pt x="15643" y="16748"/>
                    <a:pt x="16254" y="16623"/>
                  </a:cubicBezTo>
                  <a:cubicBezTo>
                    <a:pt x="16315" y="16607"/>
                    <a:pt x="16368" y="16600"/>
                    <a:pt x="16415" y="16600"/>
                  </a:cubicBezTo>
                  <a:close/>
                  <a:moveTo>
                    <a:pt x="9669" y="1"/>
                  </a:moveTo>
                  <a:cubicBezTo>
                    <a:pt x="9050" y="1"/>
                    <a:pt x="8475" y="169"/>
                    <a:pt x="7900" y="337"/>
                  </a:cubicBezTo>
                  <a:cubicBezTo>
                    <a:pt x="7367" y="478"/>
                    <a:pt x="6991" y="839"/>
                    <a:pt x="6897" y="1419"/>
                  </a:cubicBezTo>
                  <a:cubicBezTo>
                    <a:pt x="6881" y="1607"/>
                    <a:pt x="6771" y="1795"/>
                    <a:pt x="6787" y="1967"/>
                  </a:cubicBezTo>
                  <a:cubicBezTo>
                    <a:pt x="6850" y="2751"/>
                    <a:pt x="6552" y="3519"/>
                    <a:pt x="6677" y="4319"/>
                  </a:cubicBezTo>
                  <a:cubicBezTo>
                    <a:pt x="6740" y="4773"/>
                    <a:pt x="6583" y="5024"/>
                    <a:pt x="6113" y="5149"/>
                  </a:cubicBezTo>
                  <a:cubicBezTo>
                    <a:pt x="5737" y="5275"/>
                    <a:pt x="5345" y="5431"/>
                    <a:pt x="4985" y="5651"/>
                  </a:cubicBezTo>
                  <a:cubicBezTo>
                    <a:pt x="4295" y="6074"/>
                    <a:pt x="4154" y="6607"/>
                    <a:pt x="4483" y="7375"/>
                  </a:cubicBezTo>
                  <a:cubicBezTo>
                    <a:pt x="4561" y="7548"/>
                    <a:pt x="4671" y="7704"/>
                    <a:pt x="4844" y="7783"/>
                  </a:cubicBezTo>
                  <a:cubicBezTo>
                    <a:pt x="5110" y="7924"/>
                    <a:pt x="5392" y="8033"/>
                    <a:pt x="5659" y="8159"/>
                  </a:cubicBezTo>
                  <a:cubicBezTo>
                    <a:pt x="5909" y="8269"/>
                    <a:pt x="6003" y="8488"/>
                    <a:pt x="5894" y="8707"/>
                  </a:cubicBezTo>
                  <a:cubicBezTo>
                    <a:pt x="5706" y="9099"/>
                    <a:pt x="5659" y="9475"/>
                    <a:pt x="5784" y="9883"/>
                  </a:cubicBezTo>
                  <a:cubicBezTo>
                    <a:pt x="5847" y="10055"/>
                    <a:pt x="5768" y="10259"/>
                    <a:pt x="5721" y="10432"/>
                  </a:cubicBezTo>
                  <a:cubicBezTo>
                    <a:pt x="5392" y="11670"/>
                    <a:pt x="5188" y="12924"/>
                    <a:pt x="5016" y="14193"/>
                  </a:cubicBezTo>
                  <a:cubicBezTo>
                    <a:pt x="4938" y="14773"/>
                    <a:pt x="4844" y="15369"/>
                    <a:pt x="4546" y="15902"/>
                  </a:cubicBezTo>
                  <a:cubicBezTo>
                    <a:pt x="4436" y="16106"/>
                    <a:pt x="4389" y="16325"/>
                    <a:pt x="4436" y="16560"/>
                  </a:cubicBezTo>
                  <a:cubicBezTo>
                    <a:pt x="4546" y="17062"/>
                    <a:pt x="4405" y="17532"/>
                    <a:pt x="4279" y="18002"/>
                  </a:cubicBezTo>
                  <a:cubicBezTo>
                    <a:pt x="3496" y="20745"/>
                    <a:pt x="3119" y="23567"/>
                    <a:pt x="2477" y="26341"/>
                  </a:cubicBezTo>
                  <a:cubicBezTo>
                    <a:pt x="1944" y="28708"/>
                    <a:pt x="1583" y="31122"/>
                    <a:pt x="1019" y="33489"/>
                  </a:cubicBezTo>
                  <a:cubicBezTo>
                    <a:pt x="580" y="35307"/>
                    <a:pt x="361" y="37172"/>
                    <a:pt x="47" y="39006"/>
                  </a:cubicBezTo>
                  <a:cubicBezTo>
                    <a:pt x="0" y="39241"/>
                    <a:pt x="32" y="39429"/>
                    <a:pt x="235" y="39602"/>
                  </a:cubicBezTo>
                  <a:cubicBezTo>
                    <a:pt x="1210" y="40363"/>
                    <a:pt x="2274" y="40888"/>
                    <a:pt x="3528" y="40888"/>
                  </a:cubicBezTo>
                  <a:cubicBezTo>
                    <a:pt x="3564" y="40888"/>
                    <a:pt x="3600" y="40888"/>
                    <a:pt x="3637" y="40887"/>
                  </a:cubicBezTo>
                  <a:cubicBezTo>
                    <a:pt x="3757" y="40885"/>
                    <a:pt x="3877" y="40884"/>
                    <a:pt x="3997" y="40884"/>
                  </a:cubicBezTo>
                  <a:cubicBezTo>
                    <a:pt x="5976" y="40884"/>
                    <a:pt x="7965" y="41096"/>
                    <a:pt x="9944" y="41096"/>
                  </a:cubicBezTo>
                  <a:cubicBezTo>
                    <a:pt x="10119" y="41096"/>
                    <a:pt x="10295" y="41094"/>
                    <a:pt x="10471" y="41091"/>
                  </a:cubicBezTo>
                  <a:cubicBezTo>
                    <a:pt x="10753" y="41091"/>
                    <a:pt x="11028" y="41077"/>
                    <a:pt x="11301" y="41077"/>
                  </a:cubicBezTo>
                  <a:cubicBezTo>
                    <a:pt x="11437" y="41077"/>
                    <a:pt x="11573" y="41080"/>
                    <a:pt x="11709" y="41091"/>
                  </a:cubicBezTo>
                  <a:cubicBezTo>
                    <a:pt x="11965" y="41118"/>
                    <a:pt x="12219" y="41130"/>
                    <a:pt x="12473" y="41130"/>
                  </a:cubicBezTo>
                  <a:cubicBezTo>
                    <a:pt x="13382" y="41130"/>
                    <a:pt x="14274" y="40970"/>
                    <a:pt x="15157" y="40761"/>
                  </a:cubicBezTo>
                  <a:cubicBezTo>
                    <a:pt x="16082" y="40558"/>
                    <a:pt x="16991" y="40417"/>
                    <a:pt x="17932" y="40370"/>
                  </a:cubicBezTo>
                  <a:cubicBezTo>
                    <a:pt x="18480" y="40338"/>
                    <a:pt x="19060" y="40354"/>
                    <a:pt x="19593" y="40166"/>
                  </a:cubicBezTo>
                  <a:cubicBezTo>
                    <a:pt x="20361" y="39868"/>
                    <a:pt x="21129" y="39554"/>
                    <a:pt x="21913" y="39288"/>
                  </a:cubicBezTo>
                  <a:cubicBezTo>
                    <a:pt x="22728" y="39006"/>
                    <a:pt x="23230" y="38426"/>
                    <a:pt x="22932" y="37360"/>
                  </a:cubicBezTo>
                  <a:cubicBezTo>
                    <a:pt x="22900" y="37297"/>
                    <a:pt x="22916" y="37203"/>
                    <a:pt x="22885" y="37141"/>
                  </a:cubicBezTo>
                  <a:cubicBezTo>
                    <a:pt x="22540" y="36357"/>
                    <a:pt x="22477" y="35463"/>
                    <a:pt x="21944" y="34742"/>
                  </a:cubicBezTo>
                  <a:cubicBezTo>
                    <a:pt x="21819" y="34570"/>
                    <a:pt x="21756" y="34335"/>
                    <a:pt x="21725" y="34116"/>
                  </a:cubicBezTo>
                  <a:cubicBezTo>
                    <a:pt x="21552" y="32893"/>
                    <a:pt x="21113" y="31733"/>
                    <a:pt x="20863" y="30510"/>
                  </a:cubicBezTo>
                  <a:cubicBezTo>
                    <a:pt x="20581" y="29194"/>
                    <a:pt x="20110" y="27924"/>
                    <a:pt x="19938" y="26592"/>
                  </a:cubicBezTo>
                  <a:cubicBezTo>
                    <a:pt x="19922" y="26435"/>
                    <a:pt x="19860" y="26294"/>
                    <a:pt x="19813" y="26153"/>
                  </a:cubicBezTo>
                  <a:cubicBezTo>
                    <a:pt x="18903" y="22908"/>
                    <a:pt x="18010" y="19664"/>
                    <a:pt x="17211" y="16388"/>
                  </a:cubicBezTo>
                  <a:cubicBezTo>
                    <a:pt x="16646" y="14068"/>
                    <a:pt x="15972" y="11764"/>
                    <a:pt x="15345" y="9460"/>
                  </a:cubicBezTo>
                  <a:cubicBezTo>
                    <a:pt x="15126" y="8660"/>
                    <a:pt x="15048" y="7908"/>
                    <a:pt x="15753" y="7297"/>
                  </a:cubicBezTo>
                  <a:cubicBezTo>
                    <a:pt x="15831" y="7218"/>
                    <a:pt x="15878" y="7109"/>
                    <a:pt x="15941" y="7015"/>
                  </a:cubicBezTo>
                  <a:cubicBezTo>
                    <a:pt x="16427" y="6200"/>
                    <a:pt x="16004" y="5306"/>
                    <a:pt x="15079" y="5149"/>
                  </a:cubicBezTo>
                  <a:cubicBezTo>
                    <a:pt x="14938" y="5134"/>
                    <a:pt x="14781" y="5118"/>
                    <a:pt x="14640" y="5102"/>
                  </a:cubicBezTo>
                  <a:cubicBezTo>
                    <a:pt x="14044" y="5071"/>
                    <a:pt x="13433" y="5165"/>
                    <a:pt x="12916" y="4742"/>
                  </a:cubicBezTo>
                  <a:cubicBezTo>
                    <a:pt x="12865" y="4711"/>
                    <a:pt x="12775" y="4694"/>
                    <a:pt x="12697" y="4694"/>
                  </a:cubicBezTo>
                  <a:cubicBezTo>
                    <a:pt x="12654" y="4694"/>
                    <a:pt x="12614" y="4699"/>
                    <a:pt x="12587" y="4710"/>
                  </a:cubicBezTo>
                  <a:cubicBezTo>
                    <a:pt x="12423" y="4800"/>
                    <a:pt x="12287" y="4846"/>
                    <a:pt x="12174" y="4846"/>
                  </a:cubicBezTo>
                  <a:cubicBezTo>
                    <a:pt x="11951" y="4846"/>
                    <a:pt x="11813" y="4672"/>
                    <a:pt x="11709" y="4319"/>
                  </a:cubicBezTo>
                  <a:cubicBezTo>
                    <a:pt x="11646" y="4099"/>
                    <a:pt x="11411" y="3895"/>
                    <a:pt x="11207" y="3739"/>
                  </a:cubicBezTo>
                  <a:cubicBezTo>
                    <a:pt x="11083" y="3632"/>
                    <a:pt x="10950" y="3582"/>
                    <a:pt x="10822" y="3582"/>
                  </a:cubicBezTo>
                  <a:cubicBezTo>
                    <a:pt x="10609" y="3582"/>
                    <a:pt x="10409" y="3720"/>
                    <a:pt x="10283" y="3974"/>
                  </a:cubicBezTo>
                  <a:cubicBezTo>
                    <a:pt x="10220" y="4099"/>
                    <a:pt x="10173" y="4256"/>
                    <a:pt x="10141" y="4397"/>
                  </a:cubicBezTo>
                  <a:cubicBezTo>
                    <a:pt x="10141" y="4491"/>
                    <a:pt x="10141" y="4648"/>
                    <a:pt x="10204" y="4695"/>
                  </a:cubicBezTo>
                  <a:cubicBezTo>
                    <a:pt x="10249" y="4726"/>
                    <a:pt x="10291" y="4740"/>
                    <a:pt x="10329" y="4740"/>
                  </a:cubicBezTo>
                  <a:cubicBezTo>
                    <a:pt x="10423" y="4740"/>
                    <a:pt x="10498" y="4659"/>
                    <a:pt x="10565" y="4569"/>
                  </a:cubicBezTo>
                  <a:cubicBezTo>
                    <a:pt x="10627" y="4475"/>
                    <a:pt x="10706" y="4366"/>
                    <a:pt x="10784" y="4334"/>
                  </a:cubicBezTo>
                  <a:cubicBezTo>
                    <a:pt x="10809" y="4326"/>
                    <a:pt x="10838" y="4322"/>
                    <a:pt x="10867" y="4322"/>
                  </a:cubicBezTo>
                  <a:cubicBezTo>
                    <a:pt x="10948" y="4322"/>
                    <a:pt x="11036" y="4351"/>
                    <a:pt x="11082" y="4397"/>
                  </a:cubicBezTo>
                  <a:cubicBezTo>
                    <a:pt x="11145" y="4460"/>
                    <a:pt x="11176" y="4601"/>
                    <a:pt x="11145" y="4695"/>
                  </a:cubicBezTo>
                  <a:cubicBezTo>
                    <a:pt x="11082" y="4993"/>
                    <a:pt x="10847" y="5102"/>
                    <a:pt x="10565" y="5134"/>
                  </a:cubicBezTo>
                  <a:cubicBezTo>
                    <a:pt x="10187" y="5187"/>
                    <a:pt x="9807" y="5206"/>
                    <a:pt x="9426" y="5206"/>
                  </a:cubicBezTo>
                  <a:cubicBezTo>
                    <a:pt x="8906" y="5206"/>
                    <a:pt x="8385" y="5170"/>
                    <a:pt x="7869" y="5134"/>
                  </a:cubicBezTo>
                  <a:cubicBezTo>
                    <a:pt x="7445" y="5102"/>
                    <a:pt x="7304" y="4930"/>
                    <a:pt x="7242" y="4475"/>
                  </a:cubicBezTo>
                  <a:cubicBezTo>
                    <a:pt x="7101" y="3535"/>
                    <a:pt x="7304" y="2610"/>
                    <a:pt x="7508" y="1701"/>
                  </a:cubicBezTo>
                  <a:cubicBezTo>
                    <a:pt x="7571" y="1388"/>
                    <a:pt x="7775" y="1168"/>
                    <a:pt x="8057" y="1027"/>
                  </a:cubicBezTo>
                  <a:cubicBezTo>
                    <a:pt x="8503" y="815"/>
                    <a:pt x="8970" y="667"/>
                    <a:pt x="9445" y="667"/>
                  </a:cubicBezTo>
                  <a:cubicBezTo>
                    <a:pt x="9671" y="667"/>
                    <a:pt x="9898" y="700"/>
                    <a:pt x="10126" y="776"/>
                  </a:cubicBezTo>
                  <a:cubicBezTo>
                    <a:pt x="10510" y="895"/>
                    <a:pt x="10884" y="987"/>
                    <a:pt x="11263" y="987"/>
                  </a:cubicBezTo>
                  <a:cubicBezTo>
                    <a:pt x="11532" y="987"/>
                    <a:pt x="11805" y="941"/>
                    <a:pt x="12085" y="823"/>
                  </a:cubicBezTo>
                  <a:cubicBezTo>
                    <a:pt x="12217" y="768"/>
                    <a:pt x="12365" y="733"/>
                    <a:pt x="12515" y="733"/>
                  </a:cubicBezTo>
                  <a:cubicBezTo>
                    <a:pt x="12702" y="733"/>
                    <a:pt x="12891" y="787"/>
                    <a:pt x="13057" y="917"/>
                  </a:cubicBezTo>
                  <a:cubicBezTo>
                    <a:pt x="13496" y="1262"/>
                    <a:pt x="13903" y="1638"/>
                    <a:pt x="14044" y="2218"/>
                  </a:cubicBezTo>
                  <a:cubicBezTo>
                    <a:pt x="14185" y="2814"/>
                    <a:pt x="14358" y="3378"/>
                    <a:pt x="14185" y="3989"/>
                  </a:cubicBezTo>
                  <a:cubicBezTo>
                    <a:pt x="14138" y="4162"/>
                    <a:pt x="14138" y="4366"/>
                    <a:pt x="14170" y="4538"/>
                  </a:cubicBezTo>
                  <a:cubicBezTo>
                    <a:pt x="14170" y="4632"/>
                    <a:pt x="14264" y="4773"/>
                    <a:pt x="14342" y="4789"/>
                  </a:cubicBezTo>
                  <a:cubicBezTo>
                    <a:pt x="14375" y="4802"/>
                    <a:pt x="14404" y="4807"/>
                    <a:pt x="14429" y="4807"/>
                  </a:cubicBezTo>
                  <a:cubicBezTo>
                    <a:pt x="14556" y="4807"/>
                    <a:pt x="14580" y="4656"/>
                    <a:pt x="14593" y="4538"/>
                  </a:cubicBezTo>
                  <a:cubicBezTo>
                    <a:pt x="14640" y="4240"/>
                    <a:pt x="14687" y="3942"/>
                    <a:pt x="14734" y="3660"/>
                  </a:cubicBezTo>
                  <a:cubicBezTo>
                    <a:pt x="14953" y="2359"/>
                    <a:pt x="14358" y="1011"/>
                    <a:pt x="13198" y="290"/>
                  </a:cubicBezTo>
                  <a:cubicBezTo>
                    <a:pt x="12979" y="149"/>
                    <a:pt x="12743" y="71"/>
                    <a:pt x="12461" y="55"/>
                  </a:cubicBezTo>
                  <a:cubicBezTo>
                    <a:pt x="11599" y="55"/>
                    <a:pt x="10737" y="55"/>
                    <a:pt x="9891" y="8"/>
                  </a:cubicBezTo>
                  <a:cubicBezTo>
                    <a:pt x="9816" y="3"/>
                    <a:pt x="9742" y="1"/>
                    <a:pt x="9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8784425" y="1685775"/>
              <a:ext cx="40400" cy="33725"/>
            </a:xfrm>
            <a:custGeom>
              <a:rect b="b" l="l" r="r" t="t"/>
              <a:pathLst>
                <a:path extrusionOk="0" h="1349" w="1616">
                  <a:moveTo>
                    <a:pt x="644" y="1"/>
                  </a:moveTo>
                  <a:cubicBezTo>
                    <a:pt x="581" y="1"/>
                    <a:pt x="487" y="16"/>
                    <a:pt x="440" y="63"/>
                  </a:cubicBezTo>
                  <a:cubicBezTo>
                    <a:pt x="1" y="596"/>
                    <a:pt x="189" y="1223"/>
                    <a:pt x="816" y="1317"/>
                  </a:cubicBezTo>
                  <a:cubicBezTo>
                    <a:pt x="926" y="1349"/>
                    <a:pt x="1035" y="1349"/>
                    <a:pt x="1114" y="1349"/>
                  </a:cubicBezTo>
                  <a:cubicBezTo>
                    <a:pt x="1176" y="1349"/>
                    <a:pt x="1223" y="1349"/>
                    <a:pt x="1255" y="1333"/>
                  </a:cubicBezTo>
                  <a:cubicBezTo>
                    <a:pt x="1286" y="1333"/>
                    <a:pt x="1333" y="1333"/>
                    <a:pt x="1365" y="1317"/>
                  </a:cubicBezTo>
                  <a:cubicBezTo>
                    <a:pt x="1474" y="1286"/>
                    <a:pt x="1584" y="1270"/>
                    <a:pt x="1600" y="1145"/>
                  </a:cubicBezTo>
                  <a:cubicBezTo>
                    <a:pt x="1615" y="1020"/>
                    <a:pt x="1537" y="941"/>
                    <a:pt x="1412" y="926"/>
                  </a:cubicBezTo>
                  <a:cubicBezTo>
                    <a:pt x="973" y="894"/>
                    <a:pt x="706" y="737"/>
                    <a:pt x="816" y="236"/>
                  </a:cubicBezTo>
                  <a:cubicBezTo>
                    <a:pt x="816" y="189"/>
                    <a:pt x="816" y="142"/>
                    <a:pt x="800" y="126"/>
                  </a:cubicBezTo>
                  <a:cubicBezTo>
                    <a:pt x="753" y="79"/>
                    <a:pt x="691" y="16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8718200" y="1676250"/>
              <a:ext cx="24725" cy="46200"/>
            </a:xfrm>
            <a:custGeom>
              <a:rect b="b" l="l" r="r" t="t"/>
              <a:pathLst>
                <a:path extrusionOk="0" h="1848" w="989">
                  <a:moveTo>
                    <a:pt x="608" y="1"/>
                  </a:moveTo>
                  <a:cubicBezTo>
                    <a:pt x="582" y="1"/>
                    <a:pt x="556" y="7"/>
                    <a:pt x="534" y="21"/>
                  </a:cubicBezTo>
                  <a:cubicBezTo>
                    <a:pt x="393" y="115"/>
                    <a:pt x="346" y="272"/>
                    <a:pt x="408" y="413"/>
                  </a:cubicBezTo>
                  <a:cubicBezTo>
                    <a:pt x="565" y="805"/>
                    <a:pt x="503" y="1134"/>
                    <a:pt x="142" y="1385"/>
                  </a:cubicBezTo>
                  <a:cubicBezTo>
                    <a:pt x="95" y="1416"/>
                    <a:pt x="32" y="1479"/>
                    <a:pt x="17" y="1542"/>
                  </a:cubicBezTo>
                  <a:cubicBezTo>
                    <a:pt x="1" y="1604"/>
                    <a:pt x="17" y="1698"/>
                    <a:pt x="48" y="1745"/>
                  </a:cubicBezTo>
                  <a:cubicBezTo>
                    <a:pt x="95" y="1792"/>
                    <a:pt x="173" y="1824"/>
                    <a:pt x="236" y="1839"/>
                  </a:cubicBezTo>
                  <a:cubicBezTo>
                    <a:pt x="266" y="1845"/>
                    <a:pt x="294" y="1847"/>
                    <a:pt x="321" y="1847"/>
                  </a:cubicBezTo>
                  <a:cubicBezTo>
                    <a:pt x="451" y="1847"/>
                    <a:pt x="550" y="1787"/>
                    <a:pt x="628" y="1683"/>
                  </a:cubicBezTo>
                  <a:cubicBezTo>
                    <a:pt x="879" y="1385"/>
                    <a:pt x="973" y="1024"/>
                    <a:pt x="988" y="648"/>
                  </a:cubicBezTo>
                  <a:cubicBezTo>
                    <a:pt x="973" y="538"/>
                    <a:pt x="941" y="429"/>
                    <a:pt x="926" y="319"/>
                  </a:cubicBezTo>
                  <a:cubicBezTo>
                    <a:pt x="887" y="139"/>
                    <a:pt x="73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8767975" y="1674750"/>
              <a:ext cx="10225" cy="10075"/>
            </a:xfrm>
            <a:custGeom>
              <a:rect b="b" l="l" r="r" t="t"/>
              <a:pathLst>
                <a:path extrusionOk="0" h="403" w="409">
                  <a:moveTo>
                    <a:pt x="194" y="0"/>
                  </a:moveTo>
                  <a:cubicBezTo>
                    <a:pt x="182" y="0"/>
                    <a:pt x="170" y="1"/>
                    <a:pt x="157" y="3"/>
                  </a:cubicBezTo>
                  <a:cubicBezTo>
                    <a:pt x="48" y="50"/>
                    <a:pt x="1" y="128"/>
                    <a:pt x="16" y="238"/>
                  </a:cubicBezTo>
                  <a:cubicBezTo>
                    <a:pt x="42" y="342"/>
                    <a:pt x="100" y="403"/>
                    <a:pt x="191" y="403"/>
                  </a:cubicBezTo>
                  <a:cubicBezTo>
                    <a:pt x="210" y="403"/>
                    <a:pt x="230" y="400"/>
                    <a:pt x="251" y="395"/>
                  </a:cubicBezTo>
                  <a:cubicBezTo>
                    <a:pt x="361" y="379"/>
                    <a:pt x="408" y="269"/>
                    <a:pt x="377" y="160"/>
                  </a:cubicBezTo>
                  <a:cubicBezTo>
                    <a:pt x="363" y="61"/>
                    <a:pt x="298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8713125" y="1680300"/>
              <a:ext cx="3925" cy="2775"/>
            </a:xfrm>
            <a:custGeom>
              <a:rect b="b" l="l" r="r" t="t"/>
              <a:pathLst>
                <a:path extrusionOk="0" h="111" w="157">
                  <a:moveTo>
                    <a:pt x="79" y="0"/>
                  </a:moveTo>
                  <a:cubicBezTo>
                    <a:pt x="47" y="0"/>
                    <a:pt x="16" y="32"/>
                    <a:pt x="0" y="47"/>
                  </a:cubicBezTo>
                  <a:cubicBezTo>
                    <a:pt x="16" y="63"/>
                    <a:pt x="47" y="110"/>
                    <a:pt x="63" y="110"/>
                  </a:cubicBezTo>
                  <a:cubicBezTo>
                    <a:pt x="94" y="94"/>
                    <a:pt x="126" y="63"/>
                    <a:pt x="157" y="47"/>
                  </a:cubicBezTo>
                  <a:cubicBezTo>
                    <a:pt x="126" y="32"/>
                    <a:pt x="94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8547750" y="2569100"/>
              <a:ext cx="456925" cy="57375"/>
            </a:xfrm>
            <a:custGeom>
              <a:rect b="b" l="l" r="r" t="t"/>
              <a:pathLst>
                <a:path extrusionOk="0" h="2295" w="18277">
                  <a:moveTo>
                    <a:pt x="18144" y="0"/>
                  </a:moveTo>
                  <a:cubicBezTo>
                    <a:pt x="18093" y="0"/>
                    <a:pt x="18028" y="23"/>
                    <a:pt x="17995" y="45"/>
                  </a:cubicBezTo>
                  <a:cubicBezTo>
                    <a:pt x="17901" y="107"/>
                    <a:pt x="17822" y="186"/>
                    <a:pt x="17760" y="280"/>
                  </a:cubicBezTo>
                  <a:cubicBezTo>
                    <a:pt x="17399" y="766"/>
                    <a:pt x="16898" y="954"/>
                    <a:pt x="16333" y="1079"/>
                  </a:cubicBezTo>
                  <a:cubicBezTo>
                    <a:pt x="15516" y="1261"/>
                    <a:pt x="14713" y="1472"/>
                    <a:pt x="13868" y="1472"/>
                  </a:cubicBezTo>
                  <a:cubicBezTo>
                    <a:pt x="13838" y="1472"/>
                    <a:pt x="13808" y="1472"/>
                    <a:pt x="13778" y="1471"/>
                  </a:cubicBezTo>
                  <a:cubicBezTo>
                    <a:pt x="13759" y="1470"/>
                    <a:pt x="13740" y="1469"/>
                    <a:pt x="13721" y="1469"/>
                  </a:cubicBezTo>
                  <a:cubicBezTo>
                    <a:pt x="13489" y="1469"/>
                    <a:pt x="13257" y="1552"/>
                    <a:pt x="13010" y="1581"/>
                  </a:cubicBezTo>
                  <a:cubicBezTo>
                    <a:pt x="12806" y="1605"/>
                    <a:pt x="12610" y="1638"/>
                    <a:pt x="12410" y="1638"/>
                  </a:cubicBezTo>
                  <a:cubicBezTo>
                    <a:pt x="12350" y="1638"/>
                    <a:pt x="12289" y="1635"/>
                    <a:pt x="12227" y="1628"/>
                  </a:cubicBezTo>
                  <a:cubicBezTo>
                    <a:pt x="11789" y="1597"/>
                    <a:pt x="11353" y="1584"/>
                    <a:pt x="10918" y="1584"/>
                  </a:cubicBezTo>
                  <a:cubicBezTo>
                    <a:pt x="9824" y="1584"/>
                    <a:pt x="8733" y="1661"/>
                    <a:pt x="7634" y="1706"/>
                  </a:cubicBezTo>
                  <a:cubicBezTo>
                    <a:pt x="7035" y="1728"/>
                    <a:pt x="6436" y="1744"/>
                    <a:pt x="5837" y="1744"/>
                  </a:cubicBezTo>
                  <a:cubicBezTo>
                    <a:pt x="5166" y="1744"/>
                    <a:pt x="4496" y="1724"/>
                    <a:pt x="3825" y="1675"/>
                  </a:cubicBezTo>
                  <a:cubicBezTo>
                    <a:pt x="3182" y="1628"/>
                    <a:pt x="2556" y="1581"/>
                    <a:pt x="1929" y="1471"/>
                  </a:cubicBezTo>
                  <a:cubicBezTo>
                    <a:pt x="1349" y="1361"/>
                    <a:pt x="722" y="1299"/>
                    <a:pt x="424" y="656"/>
                  </a:cubicBezTo>
                  <a:cubicBezTo>
                    <a:pt x="401" y="622"/>
                    <a:pt x="289" y="596"/>
                    <a:pt x="205" y="596"/>
                  </a:cubicBezTo>
                  <a:cubicBezTo>
                    <a:pt x="172" y="596"/>
                    <a:pt x="144" y="600"/>
                    <a:pt x="126" y="609"/>
                  </a:cubicBezTo>
                  <a:cubicBezTo>
                    <a:pt x="48" y="656"/>
                    <a:pt x="16" y="797"/>
                    <a:pt x="16" y="907"/>
                  </a:cubicBezTo>
                  <a:cubicBezTo>
                    <a:pt x="1" y="1283"/>
                    <a:pt x="204" y="1549"/>
                    <a:pt x="549" y="1659"/>
                  </a:cubicBezTo>
                  <a:cubicBezTo>
                    <a:pt x="878" y="1769"/>
                    <a:pt x="1208" y="1847"/>
                    <a:pt x="1521" y="1926"/>
                  </a:cubicBezTo>
                  <a:cubicBezTo>
                    <a:pt x="2634" y="2176"/>
                    <a:pt x="3762" y="2145"/>
                    <a:pt x="4875" y="2223"/>
                  </a:cubicBezTo>
                  <a:cubicBezTo>
                    <a:pt x="5229" y="2246"/>
                    <a:pt x="5592" y="2294"/>
                    <a:pt x="5944" y="2294"/>
                  </a:cubicBezTo>
                  <a:cubicBezTo>
                    <a:pt x="6076" y="2294"/>
                    <a:pt x="6205" y="2287"/>
                    <a:pt x="6333" y="2270"/>
                  </a:cubicBezTo>
                  <a:cubicBezTo>
                    <a:pt x="7063" y="2155"/>
                    <a:pt x="7793" y="2128"/>
                    <a:pt x="8660" y="2128"/>
                  </a:cubicBezTo>
                  <a:cubicBezTo>
                    <a:pt x="9208" y="2128"/>
                    <a:pt x="9811" y="2139"/>
                    <a:pt x="10502" y="2145"/>
                  </a:cubicBezTo>
                  <a:cubicBezTo>
                    <a:pt x="11270" y="2129"/>
                    <a:pt x="12603" y="2067"/>
                    <a:pt x="13951" y="1988"/>
                  </a:cubicBezTo>
                  <a:cubicBezTo>
                    <a:pt x="15111" y="1910"/>
                    <a:pt x="16224" y="1628"/>
                    <a:pt x="17368" y="1408"/>
                  </a:cubicBezTo>
                  <a:cubicBezTo>
                    <a:pt x="17556" y="1377"/>
                    <a:pt x="17713" y="1267"/>
                    <a:pt x="17807" y="1095"/>
                  </a:cubicBezTo>
                  <a:cubicBezTo>
                    <a:pt x="17963" y="813"/>
                    <a:pt x="18120" y="515"/>
                    <a:pt x="18261" y="201"/>
                  </a:cubicBezTo>
                  <a:cubicBezTo>
                    <a:pt x="18277" y="154"/>
                    <a:pt x="18246" y="45"/>
                    <a:pt x="18198" y="13"/>
                  </a:cubicBezTo>
                  <a:cubicBezTo>
                    <a:pt x="18185" y="4"/>
                    <a:pt x="18166" y="0"/>
                    <a:pt x="18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8729575" y="2024675"/>
              <a:ext cx="100625" cy="11875"/>
            </a:xfrm>
            <a:custGeom>
              <a:rect b="b" l="l" r="r" t="t"/>
              <a:pathLst>
                <a:path extrusionOk="0" h="475" w="4025">
                  <a:moveTo>
                    <a:pt x="2283" y="1"/>
                  </a:moveTo>
                  <a:cubicBezTo>
                    <a:pt x="1520" y="1"/>
                    <a:pt x="750" y="120"/>
                    <a:pt x="63" y="364"/>
                  </a:cubicBezTo>
                  <a:cubicBezTo>
                    <a:pt x="5" y="378"/>
                    <a:pt x="1" y="475"/>
                    <a:pt x="64" y="475"/>
                  </a:cubicBezTo>
                  <a:cubicBezTo>
                    <a:pt x="69" y="475"/>
                    <a:pt x="74" y="474"/>
                    <a:pt x="79" y="473"/>
                  </a:cubicBezTo>
                  <a:cubicBezTo>
                    <a:pt x="985" y="386"/>
                    <a:pt x="1846" y="329"/>
                    <a:pt x="2730" y="329"/>
                  </a:cubicBezTo>
                  <a:cubicBezTo>
                    <a:pt x="3115" y="329"/>
                    <a:pt x="3504" y="340"/>
                    <a:pt x="3903" y="364"/>
                  </a:cubicBezTo>
                  <a:cubicBezTo>
                    <a:pt x="3907" y="364"/>
                    <a:pt x="3911" y="365"/>
                    <a:pt x="3915" y="365"/>
                  </a:cubicBezTo>
                  <a:cubicBezTo>
                    <a:pt x="4000" y="365"/>
                    <a:pt x="4024" y="206"/>
                    <a:pt x="3919" y="191"/>
                  </a:cubicBezTo>
                  <a:cubicBezTo>
                    <a:pt x="3401" y="65"/>
                    <a:pt x="2844" y="1"/>
                    <a:pt x="2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8588900" y="2528800"/>
              <a:ext cx="370200" cy="34375"/>
            </a:xfrm>
            <a:custGeom>
              <a:rect b="b" l="l" r="r" t="t"/>
              <a:pathLst>
                <a:path extrusionOk="0" h="1375" w="14808">
                  <a:moveTo>
                    <a:pt x="8610" y="1"/>
                  </a:moveTo>
                  <a:cubicBezTo>
                    <a:pt x="8170" y="1"/>
                    <a:pt x="7734" y="10"/>
                    <a:pt x="7305" y="27"/>
                  </a:cubicBezTo>
                  <a:cubicBezTo>
                    <a:pt x="4797" y="121"/>
                    <a:pt x="2414" y="591"/>
                    <a:pt x="32" y="1328"/>
                  </a:cubicBezTo>
                  <a:cubicBezTo>
                    <a:pt x="0" y="1343"/>
                    <a:pt x="16" y="1375"/>
                    <a:pt x="32" y="1375"/>
                  </a:cubicBezTo>
                  <a:cubicBezTo>
                    <a:pt x="2383" y="701"/>
                    <a:pt x="4875" y="356"/>
                    <a:pt x="7305" y="293"/>
                  </a:cubicBezTo>
                  <a:cubicBezTo>
                    <a:pt x="7489" y="288"/>
                    <a:pt x="7673" y="286"/>
                    <a:pt x="7856" y="286"/>
                  </a:cubicBezTo>
                  <a:cubicBezTo>
                    <a:pt x="10148" y="286"/>
                    <a:pt x="12345" y="636"/>
                    <a:pt x="14609" y="998"/>
                  </a:cubicBezTo>
                  <a:cubicBezTo>
                    <a:pt x="14614" y="999"/>
                    <a:pt x="14620" y="999"/>
                    <a:pt x="14625" y="999"/>
                  </a:cubicBezTo>
                  <a:cubicBezTo>
                    <a:pt x="14755" y="999"/>
                    <a:pt x="14807" y="824"/>
                    <a:pt x="14672" y="779"/>
                  </a:cubicBezTo>
                  <a:cubicBezTo>
                    <a:pt x="12764" y="199"/>
                    <a:pt x="10645" y="1"/>
                    <a:pt x="8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8701200" y="2141775"/>
              <a:ext cx="55825" cy="42175"/>
            </a:xfrm>
            <a:custGeom>
              <a:rect b="b" l="l" r="r" t="t"/>
              <a:pathLst>
                <a:path extrusionOk="0" h="1687" w="2233">
                  <a:moveTo>
                    <a:pt x="1159" y="395"/>
                  </a:moveTo>
                  <a:cubicBezTo>
                    <a:pt x="1177" y="395"/>
                    <a:pt x="1195" y="396"/>
                    <a:pt x="1214" y="398"/>
                  </a:cubicBezTo>
                  <a:cubicBezTo>
                    <a:pt x="1527" y="429"/>
                    <a:pt x="1809" y="805"/>
                    <a:pt x="1606" y="1087"/>
                  </a:cubicBezTo>
                  <a:cubicBezTo>
                    <a:pt x="1494" y="1236"/>
                    <a:pt x="1312" y="1302"/>
                    <a:pt x="1129" y="1302"/>
                  </a:cubicBezTo>
                  <a:cubicBezTo>
                    <a:pt x="1003" y="1302"/>
                    <a:pt x="877" y="1270"/>
                    <a:pt x="775" y="1213"/>
                  </a:cubicBezTo>
                  <a:cubicBezTo>
                    <a:pt x="587" y="1105"/>
                    <a:pt x="485" y="905"/>
                    <a:pt x="513" y="730"/>
                  </a:cubicBezTo>
                  <a:lnTo>
                    <a:pt x="513" y="730"/>
                  </a:lnTo>
                  <a:cubicBezTo>
                    <a:pt x="707" y="569"/>
                    <a:pt x="896" y="395"/>
                    <a:pt x="1159" y="395"/>
                  </a:cubicBezTo>
                  <a:close/>
                  <a:moveTo>
                    <a:pt x="1153" y="1"/>
                  </a:moveTo>
                  <a:cubicBezTo>
                    <a:pt x="968" y="1"/>
                    <a:pt x="778" y="49"/>
                    <a:pt x="615" y="140"/>
                  </a:cubicBezTo>
                  <a:lnTo>
                    <a:pt x="615" y="140"/>
                  </a:lnTo>
                  <a:cubicBezTo>
                    <a:pt x="147" y="227"/>
                    <a:pt x="0" y="874"/>
                    <a:pt x="258" y="1260"/>
                  </a:cubicBezTo>
                  <a:cubicBezTo>
                    <a:pt x="454" y="1540"/>
                    <a:pt x="794" y="1686"/>
                    <a:pt x="1134" y="1686"/>
                  </a:cubicBezTo>
                  <a:cubicBezTo>
                    <a:pt x="1364" y="1686"/>
                    <a:pt x="1594" y="1619"/>
                    <a:pt x="1778" y="1479"/>
                  </a:cubicBezTo>
                  <a:cubicBezTo>
                    <a:pt x="2233" y="1119"/>
                    <a:pt x="2123" y="445"/>
                    <a:pt x="1653" y="147"/>
                  </a:cubicBezTo>
                  <a:cubicBezTo>
                    <a:pt x="1511" y="47"/>
                    <a:pt x="1334" y="1"/>
                    <a:pt x="1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8775100" y="2318125"/>
              <a:ext cx="55600" cy="42150"/>
            </a:xfrm>
            <a:custGeom>
              <a:rect b="b" l="l" r="r" t="t"/>
              <a:pathLst>
                <a:path extrusionOk="0" h="1686" w="2224">
                  <a:moveTo>
                    <a:pt x="1165" y="394"/>
                  </a:moveTo>
                  <a:cubicBezTo>
                    <a:pt x="1183" y="394"/>
                    <a:pt x="1202" y="395"/>
                    <a:pt x="1220" y="397"/>
                  </a:cubicBezTo>
                  <a:cubicBezTo>
                    <a:pt x="1534" y="428"/>
                    <a:pt x="1800" y="804"/>
                    <a:pt x="1596" y="1087"/>
                  </a:cubicBezTo>
                  <a:cubicBezTo>
                    <a:pt x="1494" y="1235"/>
                    <a:pt x="1310" y="1301"/>
                    <a:pt x="1125" y="1301"/>
                  </a:cubicBezTo>
                  <a:cubicBezTo>
                    <a:pt x="997" y="1301"/>
                    <a:pt x="868" y="1270"/>
                    <a:pt x="766" y="1212"/>
                  </a:cubicBezTo>
                  <a:cubicBezTo>
                    <a:pt x="580" y="1106"/>
                    <a:pt x="485" y="911"/>
                    <a:pt x="509" y="738"/>
                  </a:cubicBezTo>
                  <a:lnTo>
                    <a:pt x="509" y="738"/>
                  </a:lnTo>
                  <a:cubicBezTo>
                    <a:pt x="706" y="575"/>
                    <a:pt x="898" y="394"/>
                    <a:pt x="1165" y="394"/>
                  </a:cubicBezTo>
                  <a:close/>
                  <a:moveTo>
                    <a:pt x="1150" y="0"/>
                  </a:moveTo>
                  <a:cubicBezTo>
                    <a:pt x="949" y="0"/>
                    <a:pt x="745" y="56"/>
                    <a:pt x="576" y="159"/>
                  </a:cubicBezTo>
                  <a:lnTo>
                    <a:pt x="576" y="159"/>
                  </a:lnTo>
                  <a:cubicBezTo>
                    <a:pt x="130" y="264"/>
                    <a:pt x="1" y="884"/>
                    <a:pt x="264" y="1259"/>
                  </a:cubicBezTo>
                  <a:cubicBezTo>
                    <a:pt x="460" y="1539"/>
                    <a:pt x="801" y="1686"/>
                    <a:pt x="1137" y="1686"/>
                  </a:cubicBezTo>
                  <a:cubicBezTo>
                    <a:pt x="1365" y="1686"/>
                    <a:pt x="1591" y="1618"/>
                    <a:pt x="1769" y="1478"/>
                  </a:cubicBezTo>
                  <a:cubicBezTo>
                    <a:pt x="2223" y="1118"/>
                    <a:pt x="2114" y="444"/>
                    <a:pt x="1659" y="146"/>
                  </a:cubicBezTo>
                  <a:cubicBezTo>
                    <a:pt x="1512" y="47"/>
                    <a:pt x="1332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8562725" y="2441150"/>
              <a:ext cx="55575" cy="42350"/>
            </a:xfrm>
            <a:custGeom>
              <a:rect b="b" l="l" r="r" t="t"/>
              <a:pathLst>
                <a:path extrusionOk="0" h="1694" w="2223">
                  <a:moveTo>
                    <a:pt x="1149" y="395"/>
                  </a:moveTo>
                  <a:cubicBezTo>
                    <a:pt x="1167" y="395"/>
                    <a:pt x="1185" y="396"/>
                    <a:pt x="1204" y="398"/>
                  </a:cubicBezTo>
                  <a:cubicBezTo>
                    <a:pt x="1518" y="429"/>
                    <a:pt x="1800" y="805"/>
                    <a:pt x="1596" y="1087"/>
                  </a:cubicBezTo>
                  <a:cubicBezTo>
                    <a:pt x="1485" y="1236"/>
                    <a:pt x="1302" y="1302"/>
                    <a:pt x="1120" y="1302"/>
                  </a:cubicBezTo>
                  <a:cubicBezTo>
                    <a:pt x="994" y="1302"/>
                    <a:pt x="868" y="1270"/>
                    <a:pt x="765" y="1213"/>
                  </a:cubicBezTo>
                  <a:cubicBezTo>
                    <a:pt x="581" y="1107"/>
                    <a:pt x="480" y="913"/>
                    <a:pt x="502" y="741"/>
                  </a:cubicBezTo>
                  <a:lnTo>
                    <a:pt x="502" y="741"/>
                  </a:lnTo>
                  <a:cubicBezTo>
                    <a:pt x="696" y="571"/>
                    <a:pt x="886" y="395"/>
                    <a:pt x="1149" y="395"/>
                  </a:cubicBezTo>
                  <a:close/>
                  <a:moveTo>
                    <a:pt x="1133" y="1"/>
                  </a:moveTo>
                  <a:cubicBezTo>
                    <a:pt x="931" y="1"/>
                    <a:pt x="725" y="58"/>
                    <a:pt x="555" y="163"/>
                  </a:cubicBezTo>
                  <a:lnTo>
                    <a:pt x="555" y="163"/>
                  </a:lnTo>
                  <a:cubicBezTo>
                    <a:pt x="127" y="278"/>
                    <a:pt x="0" y="902"/>
                    <a:pt x="248" y="1260"/>
                  </a:cubicBezTo>
                  <a:cubicBezTo>
                    <a:pt x="445" y="1541"/>
                    <a:pt x="787" y="1693"/>
                    <a:pt x="1128" y="1693"/>
                  </a:cubicBezTo>
                  <a:cubicBezTo>
                    <a:pt x="1357" y="1693"/>
                    <a:pt x="1586" y="1624"/>
                    <a:pt x="1768" y="1479"/>
                  </a:cubicBezTo>
                  <a:cubicBezTo>
                    <a:pt x="2223" y="1119"/>
                    <a:pt x="2113" y="445"/>
                    <a:pt x="1643" y="147"/>
                  </a:cubicBezTo>
                  <a:cubicBezTo>
                    <a:pt x="1496" y="47"/>
                    <a:pt x="1316" y="1"/>
                    <a:pt x="1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8775100" y="2473675"/>
              <a:ext cx="55600" cy="42350"/>
            </a:xfrm>
            <a:custGeom>
              <a:rect b="b" l="l" r="r" t="t"/>
              <a:pathLst>
                <a:path extrusionOk="0" h="1694" w="2224">
                  <a:moveTo>
                    <a:pt x="1165" y="395"/>
                  </a:moveTo>
                  <a:cubicBezTo>
                    <a:pt x="1183" y="395"/>
                    <a:pt x="1202" y="396"/>
                    <a:pt x="1220" y="398"/>
                  </a:cubicBezTo>
                  <a:cubicBezTo>
                    <a:pt x="1534" y="429"/>
                    <a:pt x="1800" y="805"/>
                    <a:pt x="1596" y="1087"/>
                  </a:cubicBezTo>
                  <a:cubicBezTo>
                    <a:pt x="1494" y="1236"/>
                    <a:pt x="1310" y="1302"/>
                    <a:pt x="1125" y="1302"/>
                  </a:cubicBezTo>
                  <a:cubicBezTo>
                    <a:pt x="997" y="1302"/>
                    <a:pt x="868" y="1270"/>
                    <a:pt x="766" y="1213"/>
                  </a:cubicBezTo>
                  <a:cubicBezTo>
                    <a:pt x="584" y="1109"/>
                    <a:pt x="489" y="920"/>
                    <a:pt x="507" y="750"/>
                  </a:cubicBezTo>
                  <a:lnTo>
                    <a:pt x="507" y="750"/>
                  </a:lnTo>
                  <a:cubicBezTo>
                    <a:pt x="706" y="577"/>
                    <a:pt x="897" y="395"/>
                    <a:pt x="1165" y="395"/>
                  </a:cubicBezTo>
                  <a:close/>
                  <a:moveTo>
                    <a:pt x="1150" y="1"/>
                  </a:moveTo>
                  <a:cubicBezTo>
                    <a:pt x="949" y="1"/>
                    <a:pt x="745" y="57"/>
                    <a:pt x="576" y="160"/>
                  </a:cubicBezTo>
                  <a:lnTo>
                    <a:pt x="576" y="160"/>
                  </a:lnTo>
                  <a:cubicBezTo>
                    <a:pt x="130" y="265"/>
                    <a:pt x="1" y="885"/>
                    <a:pt x="264" y="1260"/>
                  </a:cubicBezTo>
                  <a:cubicBezTo>
                    <a:pt x="461" y="1541"/>
                    <a:pt x="803" y="1693"/>
                    <a:pt x="1141" y="1693"/>
                  </a:cubicBezTo>
                  <a:cubicBezTo>
                    <a:pt x="1368" y="1693"/>
                    <a:pt x="1592" y="1624"/>
                    <a:pt x="1769" y="1479"/>
                  </a:cubicBezTo>
                  <a:cubicBezTo>
                    <a:pt x="2223" y="1119"/>
                    <a:pt x="2114" y="445"/>
                    <a:pt x="1659" y="147"/>
                  </a:cubicBezTo>
                  <a:cubicBezTo>
                    <a:pt x="1512" y="47"/>
                    <a:pt x="1332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8824850" y="2125500"/>
              <a:ext cx="55625" cy="42150"/>
            </a:xfrm>
            <a:custGeom>
              <a:rect b="b" l="l" r="r" t="t"/>
              <a:pathLst>
                <a:path extrusionOk="0" h="1686" w="2225">
                  <a:moveTo>
                    <a:pt x="1145" y="401"/>
                  </a:moveTo>
                  <a:cubicBezTo>
                    <a:pt x="1170" y="401"/>
                    <a:pt x="1195" y="402"/>
                    <a:pt x="1221" y="406"/>
                  </a:cubicBezTo>
                  <a:cubicBezTo>
                    <a:pt x="1534" y="437"/>
                    <a:pt x="1817" y="813"/>
                    <a:pt x="1597" y="1096"/>
                  </a:cubicBezTo>
                  <a:cubicBezTo>
                    <a:pt x="1499" y="1239"/>
                    <a:pt x="1328" y="1300"/>
                    <a:pt x="1154" y="1300"/>
                  </a:cubicBezTo>
                  <a:cubicBezTo>
                    <a:pt x="1023" y="1300"/>
                    <a:pt x="890" y="1266"/>
                    <a:pt x="782" y="1205"/>
                  </a:cubicBezTo>
                  <a:cubicBezTo>
                    <a:pt x="590" y="1109"/>
                    <a:pt x="491" y="917"/>
                    <a:pt x="510" y="746"/>
                  </a:cubicBezTo>
                  <a:lnTo>
                    <a:pt x="510" y="746"/>
                  </a:lnTo>
                  <a:cubicBezTo>
                    <a:pt x="702" y="584"/>
                    <a:pt x="889" y="401"/>
                    <a:pt x="1145" y="401"/>
                  </a:cubicBezTo>
                  <a:close/>
                  <a:moveTo>
                    <a:pt x="1155" y="1"/>
                  </a:moveTo>
                  <a:cubicBezTo>
                    <a:pt x="955" y="1"/>
                    <a:pt x="752" y="55"/>
                    <a:pt x="583" y="157"/>
                  </a:cubicBezTo>
                  <a:lnTo>
                    <a:pt x="583" y="157"/>
                  </a:lnTo>
                  <a:cubicBezTo>
                    <a:pt x="143" y="271"/>
                    <a:pt x="1" y="891"/>
                    <a:pt x="265" y="1252"/>
                  </a:cubicBezTo>
                  <a:cubicBezTo>
                    <a:pt x="462" y="1533"/>
                    <a:pt x="804" y="1686"/>
                    <a:pt x="1141" y="1686"/>
                  </a:cubicBezTo>
                  <a:cubicBezTo>
                    <a:pt x="1368" y="1686"/>
                    <a:pt x="1593" y="1617"/>
                    <a:pt x="1770" y="1472"/>
                  </a:cubicBezTo>
                  <a:cubicBezTo>
                    <a:pt x="2224" y="1111"/>
                    <a:pt x="2114" y="437"/>
                    <a:pt x="1660" y="139"/>
                  </a:cubicBezTo>
                  <a:cubicBezTo>
                    <a:pt x="1514" y="45"/>
                    <a:pt x="1336" y="1"/>
                    <a:pt x="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8661350" y="2232675"/>
              <a:ext cx="80400" cy="59600"/>
            </a:xfrm>
            <a:custGeom>
              <a:rect b="b" l="l" r="r" t="t"/>
              <a:pathLst>
                <a:path extrusionOk="0" h="2384" w="3216">
                  <a:moveTo>
                    <a:pt x="1678" y="391"/>
                  </a:moveTo>
                  <a:cubicBezTo>
                    <a:pt x="1744" y="391"/>
                    <a:pt x="1812" y="398"/>
                    <a:pt x="1883" y="414"/>
                  </a:cubicBezTo>
                  <a:cubicBezTo>
                    <a:pt x="2432" y="539"/>
                    <a:pt x="2839" y="1244"/>
                    <a:pt x="2400" y="1699"/>
                  </a:cubicBezTo>
                  <a:cubicBezTo>
                    <a:pt x="2214" y="1903"/>
                    <a:pt x="1932" y="1997"/>
                    <a:pt x="1651" y="1997"/>
                  </a:cubicBezTo>
                  <a:cubicBezTo>
                    <a:pt x="1436" y="1997"/>
                    <a:pt x="1222" y="1942"/>
                    <a:pt x="1052" y="1840"/>
                  </a:cubicBezTo>
                  <a:cubicBezTo>
                    <a:pt x="738" y="1665"/>
                    <a:pt x="560" y="1316"/>
                    <a:pt x="596" y="1011"/>
                  </a:cubicBezTo>
                  <a:lnTo>
                    <a:pt x="596" y="1011"/>
                  </a:lnTo>
                  <a:cubicBezTo>
                    <a:pt x="905" y="703"/>
                    <a:pt x="1240" y="391"/>
                    <a:pt x="1678" y="391"/>
                  </a:cubicBezTo>
                  <a:close/>
                  <a:moveTo>
                    <a:pt x="1692" y="1"/>
                  </a:moveTo>
                  <a:cubicBezTo>
                    <a:pt x="1428" y="1"/>
                    <a:pt x="1162" y="75"/>
                    <a:pt x="929" y="207"/>
                  </a:cubicBezTo>
                  <a:lnTo>
                    <a:pt x="929" y="207"/>
                  </a:lnTo>
                  <a:cubicBezTo>
                    <a:pt x="245" y="326"/>
                    <a:pt x="0" y="1222"/>
                    <a:pt x="410" y="1777"/>
                  </a:cubicBezTo>
                  <a:cubicBezTo>
                    <a:pt x="690" y="2169"/>
                    <a:pt x="1175" y="2383"/>
                    <a:pt x="1658" y="2383"/>
                  </a:cubicBezTo>
                  <a:cubicBezTo>
                    <a:pt x="1986" y="2383"/>
                    <a:pt x="2313" y="2284"/>
                    <a:pt x="2573" y="2075"/>
                  </a:cubicBezTo>
                  <a:cubicBezTo>
                    <a:pt x="3215" y="1574"/>
                    <a:pt x="3043" y="633"/>
                    <a:pt x="2400" y="210"/>
                  </a:cubicBezTo>
                  <a:cubicBezTo>
                    <a:pt x="2187" y="66"/>
                    <a:pt x="1941" y="1"/>
                    <a:pt x="1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8865075" y="2416150"/>
              <a:ext cx="80050" cy="59700"/>
            </a:xfrm>
            <a:custGeom>
              <a:rect b="b" l="l" r="r" t="t"/>
              <a:pathLst>
                <a:path extrusionOk="0" h="2388" w="3202">
                  <a:moveTo>
                    <a:pt x="1679" y="403"/>
                  </a:moveTo>
                  <a:cubicBezTo>
                    <a:pt x="1745" y="403"/>
                    <a:pt x="1814" y="411"/>
                    <a:pt x="1885" y="426"/>
                  </a:cubicBezTo>
                  <a:cubicBezTo>
                    <a:pt x="2433" y="551"/>
                    <a:pt x="2825" y="1241"/>
                    <a:pt x="2386" y="1711"/>
                  </a:cubicBezTo>
                  <a:cubicBezTo>
                    <a:pt x="2202" y="1905"/>
                    <a:pt x="1928" y="1995"/>
                    <a:pt x="1654" y="1995"/>
                  </a:cubicBezTo>
                  <a:cubicBezTo>
                    <a:pt x="1440" y="1995"/>
                    <a:pt x="1226" y="1940"/>
                    <a:pt x="1054" y="1837"/>
                  </a:cubicBezTo>
                  <a:cubicBezTo>
                    <a:pt x="741" y="1663"/>
                    <a:pt x="563" y="1315"/>
                    <a:pt x="595" y="1013"/>
                  </a:cubicBezTo>
                  <a:lnTo>
                    <a:pt x="595" y="1013"/>
                  </a:lnTo>
                  <a:cubicBezTo>
                    <a:pt x="904" y="716"/>
                    <a:pt x="1240" y="403"/>
                    <a:pt x="1679" y="403"/>
                  </a:cubicBezTo>
                  <a:close/>
                  <a:moveTo>
                    <a:pt x="1693" y="0"/>
                  </a:moveTo>
                  <a:cubicBezTo>
                    <a:pt x="1429" y="0"/>
                    <a:pt x="1164" y="73"/>
                    <a:pt x="932" y="203"/>
                  </a:cubicBezTo>
                  <a:lnTo>
                    <a:pt x="932" y="203"/>
                  </a:lnTo>
                  <a:cubicBezTo>
                    <a:pt x="234" y="320"/>
                    <a:pt x="0" y="1232"/>
                    <a:pt x="396" y="1774"/>
                  </a:cubicBezTo>
                  <a:cubicBezTo>
                    <a:pt x="685" y="2175"/>
                    <a:pt x="1175" y="2388"/>
                    <a:pt x="1660" y="2388"/>
                  </a:cubicBezTo>
                  <a:cubicBezTo>
                    <a:pt x="1988" y="2388"/>
                    <a:pt x="2315" y="2290"/>
                    <a:pt x="2574" y="2087"/>
                  </a:cubicBezTo>
                  <a:cubicBezTo>
                    <a:pt x="3201" y="1570"/>
                    <a:pt x="3045" y="630"/>
                    <a:pt x="2402" y="206"/>
                  </a:cubicBezTo>
                  <a:cubicBezTo>
                    <a:pt x="2187" y="64"/>
                    <a:pt x="1941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2" name="Google Shape;652;p22"/>
          <p:cNvSpPr txBox="1"/>
          <p:nvPr/>
        </p:nvSpPr>
        <p:spPr>
          <a:xfrm>
            <a:off x="2033475" y="3509668"/>
            <a:ext cx="5011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CREDITS</a:t>
            </a: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Noto Sans"/>
                <a:ea typeface="Noto Sans"/>
                <a:cs typeface="Noto Sans"/>
                <a:sym typeface="Noto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"/>
          <p:cNvSpPr/>
          <p:nvPr/>
        </p:nvSpPr>
        <p:spPr>
          <a:xfrm rot="-5400000">
            <a:off x="7129053" y="3527256"/>
            <a:ext cx="721583" cy="2645140"/>
          </a:xfrm>
          <a:custGeom>
            <a:rect b="b" l="l" r="r" t="t"/>
            <a:pathLst>
              <a:path extrusionOk="0" h="22093" w="6027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3"/>
          <p:cNvSpPr/>
          <p:nvPr/>
        </p:nvSpPr>
        <p:spPr>
          <a:xfrm rot="-5400000">
            <a:off x="7348512" y="4133432"/>
            <a:ext cx="297636" cy="1856734"/>
          </a:xfrm>
          <a:custGeom>
            <a:rect b="b" l="l" r="r" t="t"/>
            <a:pathLst>
              <a:path extrusionOk="0" h="15508" w="2486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3"/>
          <p:cNvSpPr/>
          <p:nvPr/>
        </p:nvSpPr>
        <p:spPr>
          <a:xfrm rot="-5400000">
            <a:off x="4257210" y="-948361"/>
            <a:ext cx="683126" cy="2367446"/>
          </a:xfrm>
          <a:custGeom>
            <a:rect b="b" l="l" r="r" t="t"/>
            <a:pathLst>
              <a:path extrusionOk="0" h="16066" w="4636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 rot="-5400000">
            <a:off x="3969930" y="-353983"/>
            <a:ext cx="188759" cy="759775"/>
          </a:xfrm>
          <a:custGeom>
            <a:rect b="b" l="l" r="r" t="t"/>
            <a:pathLst>
              <a:path extrusionOk="0" h="5156" w="1281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3"/>
          <p:cNvSpPr/>
          <p:nvPr/>
        </p:nvSpPr>
        <p:spPr>
          <a:xfrm flipH="1" rot="10800000">
            <a:off x="-74873" y="3763602"/>
            <a:ext cx="836766" cy="1591696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3"/>
          <p:cNvSpPr/>
          <p:nvPr/>
        </p:nvSpPr>
        <p:spPr>
          <a:xfrm flipH="1" rot="10800000">
            <a:off x="486786" y="3932623"/>
            <a:ext cx="311613" cy="592981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0" name="Google Shape;660;p23"/>
          <p:cNvGrpSpPr/>
          <p:nvPr/>
        </p:nvGrpSpPr>
        <p:grpSpPr>
          <a:xfrm flipH="1" rot="10800000">
            <a:off x="1038395" y="4750169"/>
            <a:ext cx="241764" cy="357248"/>
            <a:chOff x="5446181" y="2529085"/>
            <a:chExt cx="138174" cy="204177"/>
          </a:xfrm>
        </p:grpSpPr>
        <p:sp>
          <p:nvSpPr>
            <p:cNvPr id="661" name="Google Shape;661;p23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23"/>
          <p:cNvGrpSpPr/>
          <p:nvPr/>
        </p:nvGrpSpPr>
        <p:grpSpPr>
          <a:xfrm flipH="1" rot="10800000">
            <a:off x="268804" y="3235858"/>
            <a:ext cx="149419" cy="220334"/>
            <a:chOff x="5738779" y="2391033"/>
            <a:chExt cx="85397" cy="125927"/>
          </a:xfrm>
        </p:grpSpPr>
        <p:sp>
          <p:nvSpPr>
            <p:cNvPr id="664" name="Google Shape;664;p23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6" name="Google Shape;666;p23"/>
          <p:cNvSpPr/>
          <p:nvPr/>
        </p:nvSpPr>
        <p:spPr>
          <a:xfrm flipH="1" rot="10800000">
            <a:off x="139677" y="4903515"/>
            <a:ext cx="65785" cy="50554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7" name="Google Shape;667;p23"/>
          <p:cNvGrpSpPr/>
          <p:nvPr/>
        </p:nvGrpSpPr>
        <p:grpSpPr>
          <a:xfrm flipH="1" rot="10800000">
            <a:off x="1261521" y="196482"/>
            <a:ext cx="259602" cy="383607"/>
            <a:chOff x="5446181" y="2529085"/>
            <a:chExt cx="138174" cy="204177"/>
          </a:xfrm>
        </p:grpSpPr>
        <p:sp>
          <p:nvSpPr>
            <p:cNvPr id="668" name="Google Shape;668;p23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3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0" name="Google Shape;670;p23"/>
          <p:cNvSpPr/>
          <p:nvPr/>
        </p:nvSpPr>
        <p:spPr>
          <a:xfrm flipH="1" rot="10800000">
            <a:off x="2388346" y="363891"/>
            <a:ext cx="109146" cy="84930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4"/>
          <p:cNvSpPr/>
          <p:nvPr/>
        </p:nvSpPr>
        <p:spPr>
          <a:xfrm flipH="1" rot="4500019">
            <a:off x="7770119" y="-1221683"/>
            <a:ext cx="1040039" cy="2438142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4"/>
          <p:cNvSpPr/>
          <p:nvPr/>
        </p:nvSpPr>
        <p:spPr>
          <a:xfrm flipH="1" rot="4499939">
            <a:off x="7832377" y="-1151162"/>
            <a:ext cx="806712" cy="1891157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4"/>
          <p:cNvSpPr/>
          <p:nvPr/>
        </p:nvSpPr>
        <p:spPr>
          <a:xfrm flipH="1" rot="-8100000">
            <a:off x="-233893" y="-212329"/>
            <a:ext cx="1037767" cy="1974146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4"/>
          <p:cNvSpPr/>
          <p:nvPr/>
        </p:nvSpPr>
        <p:spPr>
          <a:xfrm flipH="1" rot="-8100000">
            <a:off x="-182897" y="595608"/>
            <a:ext cx="386467" cy="735461"/>
          </a:xfrm>
          <a:custGeom>
            <a:rect b="b" l="l" r="r" t="t"/>
            <a:pathLst>
              <a:path extrusionOk="0" h="5865" w="3082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6" name="Google Shape;676;p24"/>
          <p:cNvGrpSpPr/>
          <p:nvPr/>
        </p:nvGrpSpPr>
        <p:grpSpPr>
          <a:xfrm flipH="1" rot="10800000">
            <a:off x="21294" y="4292935"/>
            <a:ext cx="296937" cy="438796"/>
            <a:chOff x="5446181" y="2529085"/>
            <a:chExt cx="138174" cy="204177"/>
          </a:xfrm>
        </p:grpSpPr>
        <p:sp>
          <p:nvSpPr>
            <p:cNvPr id="677" name="Google Shape;677;p24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9" name="Google Shape;679;p24"/>
          <p:cNvGrpSpPr/>
          <p:nvPr/>
        </p:nvGrpSpPr>
        <p:grpSpPr>
          <a:xfrm flipH="1" rot="10800000">
            <a:off x="345076" y="4910216"/>
            <a:ext cx="183518" cy="270629"/>
            <a:chOff x="5738779" y="2391033"/>
            <a:chExt cx="85397" cy="125927"/>
          </a:xfrm>
        </p:grpSpPr>
        <p:sp>
          <p:nvSpPr>
            <p:cNvPr id="680" name="Google Shape;680;p24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2" name="Google Shape;682;p24"/>
          <p:cNvSpPr/>
          <p:nvPr/>
        </p:nvSpPr>
        <p:spPr>
          <a:xfrm flipH="1" rot="10800000">
            <a:off x="222578" y="2661317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4"/>
          <p:cNvSpPr/>
          <p:nvPr/>
        </p:nvSpPr>
        <p:spPr>
          <a:xfrm flipH="1" rot="10800000">
            <a:off x="820263" y="5014481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24"/>
          <p:cNvGrpSpPr/>
          <p:nvPr/>
        </p:nvGrpSpPr>
        <p:grpSpPr>
          <a:xfrm flipH="1" rot="10800000">
            <a:off x="8908805" y="1492056"/>
            <a:ext cx="235200" cy="347570"/>
            <a:chOff x="5446181" y="2529085"/>
            <a:chExt cx="138174" cy="204177"/>
          </a:xfrm>
        </p:grpSpPr>
        <p:sp>
          <p:nvSpPr>
            <p:cNvPr id="685" name="Google Shape;685;p24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4"/>
          <p:cNvGrpSpPr/>
          <p:nvPr/>
        </p:nvGrpSpPr>
        <p:grpSpPr>
          <a:xfrm flipH="1" rot="10800000">
            <a:off x="8645094" y="2163498"/>
            <a:ext cx="296937" cy="438796"/>
            <a:chOff x="5446181" y="2529085"/>
            <a:chExt cx="138174" cy="204177"/>
          </a:xfrm>
        </p:grpSpPr>
        <p:sp>
          <p:nvSpPr>
            <p:cNvPr id="688" name="Google Shape;688;p24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24"/>
          <p:cNvSpPr/>
          <p:nvPr/>
        </p:nvSpPr>
        <p:spPr>
          <a:xfrm flipH="1" rot="10800000">
            <a:off x="182390" y="2002017"/>
            <a:ext cx="124847" cy="97144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4"/>
          <p:cNvSpPr/>
          <p:nvPr/>
        </p:nvSpPr>
        <p:spPr>
          <a:xfrm flipH="1" rot="10800000">
            <a:off x="8499875" y="1839631"/>
            <a:ext cx="80803" cy="6209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24"/>
          <p:cNvGrpSpPr/>
          <p:nvPr/>
        </p:nvGrpSpPr>
        <p:grpSpPr>
          <a:xfrm flipH="1" rot="10800000">
            <a:off x="440163" y="1915266"/>
            <a:ext cx="183518" cy="270629"/>
            <a:chOff x="5738779" y="2391033"/>
            <a:chExt cx="85397" cy="125927"/>
          </a:xfrm>
        </p:grpSpPr>
        <p:sp>
          <p:nvSpPr>
            <p:cNvPr id="693" name="Google Shape;693;p24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24"/>
          <p:cNvSpPr/>
          <p:nvPr/>
        </p:nvSpPr>
        <p:spPr>
          <a:xfrm flipH="1" rot="10800000">
            <a:off x="8731140" y="1440780"/>
            <a:ext cx="124847" cy="97143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6" name="Google Shape;696;p24"/>
          <p:cNvGrpSpPr/>
          <p:nvPr/>
        </p:nvGrpSpPr>
        <p:grpSpPr>
          <a:xfrm rot="-476158">
            <a:off x="8538731" y="699225"/>
            <a:ext cx="508797" cy="470739"/>
            <a:chOff x="9444725" y="1971600"/>
            <a:chExt cx="877000" cy="811400"/>
          </a:xfrm>
        </p:grpSpPr>
        <p:sp>
          <p:nvSpPr>
            <p:cNvPr id="697" name="Google Shape;697;p24"/>
            <p:cNvSpPr/>
            <p:nvPr/>
          </p:nvSpPr>
          <p:spPr>
            <a:xfrm>
              <a:off x="9444725" y="1971600"/>
              <a:ext cx="877000" cy="811400"/>
            </a:xfrm>
            <a:custGeom>
              <a:rect b="b" l="l" r="r" t="t"/>
              <a:pathLst>
                <a:path extrusionOk="0" h="32456" w="3508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9885175" y="2544725"/>
              <a:ext cx="144225" cy="117075"/>
            </a:xfrm>
            <a:custGeom>
              <a:rect b="b" l="l" r="r" t="t"/>
              <a:pathLst>
                <a:path extrusionOk="0" h="4683" w="5769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9731175" y="2566075"/>
              <a:ext cx="128150" cy="106425"/>
            </a:xfrm>
            <a:custGeom>
              <a:rect b="b" l="l" r="r" t="t"/>
              <a:pathLst>
                <a:path extrusionOk="0" h="4257" w="5126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9760150" y="2401650"/>
              <a:ext cx="129350" cy="62075"/>
            </a:xfrm>
            <a:custGeom>
              <a:rect b="b" l="l" r="r" t="t"/>
              <a:pathLst>
                <a:path extrusionOk="0" h="2483" w="5174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9628100" y="2462200"/>
              <a:ext cx="61550" cy="25800"/>
            </a:xfrm>
            <a:custGeom>
              <a:rect b="b" l="l" r="r" t="t"/>
              <a:pathLst>
                <a:path extrusionOk="0" h="1032" w="2462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9555600" y="2375200"/>
              <a:ext cx="39625" cy="22825"/>
            </a:xfrm>
            <a:custGeom>
              <a:rect b="b" l="l" r="r" t="t"/>
              <a:pathLst>
                <a:path extrusionOk="0" h="913" w="1585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9614400" y="2396050"/>
              <a:ext cx="25475" cy="38150"/>
            </a:xfrm>
            <a:custGeom>
              <a:rect b="b" l="l" r="r" t="t"/>
              <a:pathLst>
                <a:path extrusionOk="0" h="1526" w="1019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10159850" y="2401375"/>
              <a:ext cx="16875" cy="13675"/>
            </a:xfrm>
            <a:custGeom>
              <a:rect b="b" l="l" r="r" t="t"/>
              <a:pathLst>
                <a:path extrusionOk="0" h="547" w="675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9794650" y="2005925"/>
              <a:ext cx="105825" cy="70675"/>
            </a:xfrm>
            <a:custGeom>
              <a:rect b="b" l="l" r="r" t="t"/>
              <a:pathLst>
                <a:path extrusionOk="0" h="2827" w="4233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9889475" y="2226100"/>
              <a:ext cx="9425" cy="8375"/>
            </a:xfrm>
            <a:custGeom>
              <a:rect b="b" l="l" r="r" t="t"/>
              <a:pathLst>
                <a:path extrusionOk="0" h="335" w="377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24"/>
          <p:cNvGrpSpPr/>
          <p:nvPr/>
        </p:nvGrpSpPr>
        <p:grpSpPr>
          <a:xfrm rot="1030390">
            <a:off x="129686" y="3189083"/>
            <a:ext cx="310345" cy="630611"/>
            <a:chOff x="7642550" y="2045675"/>
            <a:chExt cx="534925" cy="1086950"/>
          </a:xfrm>
        </p:grpSpPr>
        <p:sp>
          <p:nvSpPr>
            <p:cNvPr id="708" name="Google Shape;708;p24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EDE9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5"/>
          <p:cNvSpPr txBox="1"/>
          <p:nvPr>
            <p:ph type="ctrTitle"/>
          </p:nvPr>
        </p:nvSpPr>
        <p:spPr>
          <a:xfrm>
            <a:off x="1572300" y="714725"/>
            <a:ext cx="6009900" cy="31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Dupe Finder</a:t>
            </a:r>
            <a:endParaRPr b="1" sz="7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Recommender System</a:t>
            </a:r>
            <a:endParaRPr sz="53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720" name="Google Shape;720;p25"/>
          <p:cNvSpPr txBox="1"/>
          <p:nvPr>
            <p:ph idx="1" type="subTitle"/>
          </p:nvPr>
        </p:nvSpPr>
        <p:spPr>
          <a:xfrm>
            <a:off x="1572306" y="3850654"/>
            <a:ext cx="60099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Jessica Tran</a:t>
            </a:r>
            <a:endParaRPr/>
          </a:p>
        </p:txBody>
      </p:sp>
      <p:grpSp>
        <p:nvGrpSpPr>
          <p:cNvPr id="721" name="Google Shape;721;p25"/>
          <p:cNvGrpSpPr/>
          <p:nvPr/>
        </p:nvGrpSpPr>
        <p:grpSpPr>
          <a:xfrm>
            <a:off x="822587" y="1123506"/>
            <a:ext cx="308073" cy="455232"/>
            <a:chOff x="5446181" y="2529085"/>
            <a:chExt cx="138174" cy="204177"/>
          </a:xfrm>
        </p:grpSpPr>
        <p:sp>
          <p:nvSpPr>
            <p:cNvPr id="722" name="Google Shape;722;p25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4" name="Google Shape;724;p25"/>
          <p:cNvGrpSpPr/>
          <p:nvPr/>
        </p:nvGrpSpPr>
        <p:grpSpPr>
          <a:xfrm>
            <a:off x="7963945" y="4378704"/>
            <a:ext cx="256505" cy="379362"/>
            <a:chOff x="4510355" y="4299794"/>
            <a:chExt cx="138144" cy="204299"/>
          </a:xfrm>
        </p:grpSpPr>
        <p:sp>
          <p:nvSpPr>
            <p:cNvPr id="725" name="Google Shape;725;p25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5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7" name="Google Shape;727;p25"/>
          <p:cNvSpPr/>
          <p:nvPr/>
        </p:nvSpPr>
        <p:spPr>
          <a:xfrm>
            <a:off x="8112610" y="3807393"/>
            <a:ext cx="190400" cy="148207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8292219" y="2437304"/>
            <a:ext cx="129525" cy="100461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9" name="Google Shape;729;p25"/>
          <p:cNvGrpSpPr/>
          <p:nvPr/>
        </p:nvGrpSpPr>
        <p:grpSpPr>
          <a:xfrm>
            <a:off x="8306430" y="3033186"/>
            <a:ext cx="248701" cy="368034"/>
            <a:chOff x="6173278" y="4434517"/>
            <a:chExt cx="58489" cy="86557"/>
          </a:xfrm>
        </p:grpSpPr>
        <p:sp>
          <p:nvSpPr>
            <p:cNvPr id="730" name="Google Shape;730;p25"/>
            <p:cNvSpPr/>
            <p:nvPr/>
          </p:nvSpPr>
          <p:spPr>
            <a:xfrm>
              <a:off x="6173278" y="4473642"/>
              <a:ext cx="58489" cy="11850"/>
            </a:xfrm>
            <a:custGeom>
              <a:rect b="b" l="l" r="r" t="t"/>
              <a:pathLst>
                <a:path extrusionOk="0" h="388" w="1915">
                  <a:moveTo>
                    <a:pt x="836" y="1"/>
                  </a:moveTo>
                  <a:cubicBezTo>
                    <a:pt x="633" y="1"/>
                    <a:pt x="430" y="7"/>
                    <a:pt x="225" y="12"/>
                  </a:cubicBezTo>
                  <a:cubicBezTo>
                    <a:pt x="1" y="25"/>
                    <a:pt x="1" y="372"/>
                    <a:pt x="225" y="372"/>
                  </a:cubicBezTo>
                  <a:cubicBezTo>
                    <a:pt x="451" y="378"/>
                    <a:pt x="675" y="387"/>
                    <a:pt x="899" y="387"/>
                  </a:cubicBezTo>
                  <a:cubicBezTo>
                    <a:pt x="1204" y="387"/>
                    <a:pt x="1507" y="369"/>
                    <a:pt x="1815" y="298"/>
                  </a:cubicBezTo>
                  <a:cubicBezTo>
                    <a:pt x="1914" y="285"/>
                    <a:pt x="1914" y="112"/>
                    <a:pt x="1815" y="87"/>
                  </a:cubicBezTo>
                  <a:cubicBezTo>
                    <a:pt x="1486" y="18"/>
                    <a:pt x="1161" y="1"/>
                    <a:pt x="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5"/>
            <p:cNvSpPr/>
            <p:nvPr/>
          </p:nvSpPr>
          <p:spPr>
            <a:xfrm>
              <a:off x="6193406" y="4434517"/>
              <a:ext cx="18997" cy="86557"/>
            </a:xfrm>
            <a:custGeom>
              <a:rect b="b" l="l" r="r" t="t"/>
              <a:pathLst>
                <a:path extrusionOk="0" h="2834" w="622">
                  <a:moveTo>
                    <a:pt x="311" y="1"/>
                  </a:moveTo>
                  <a:cubicBezTo>
                    <a:pt x="243" y="1"/>
                    <a:pt x="174" y="38"/>
                    <a:pt x="162" y="113"/>
                  </a:cubicBezTo>
                  <a:cubicBezTo>
                    <a:pt x="1" y="1007"/>
                    <a:pt x="63" y="1865"/>
                    <a:pt x="212" y="2759"/>
                  </a:cubicBezTo>
                  <a:cubicBezTo>
                    <a:pt x="218" y="2809"/>
                    <a:pt x="265" y="2834"/>
                    <a:pt x="311" y="2834"/>
                  </a:cubicBezTo>
                  <a:cubicBezTo>
                    <a:pt x="358" y="2834"/>
                    <a:pt x="404" y="2809"/>
                    <a:pt x="411" y="2759"/>
                  </a:cubicBezTo>
                  <a:cubicBezTo>
                    <a:pt x="547" y="1865"/>
                    <a:pt x="622" y="1007"/>
                    <a:pt x="460" y="113"/>
                  </a:cubicBezTo>
                  <a:cubicBezTo>
                    <a:pt x="448" y="38"/>
                    <a:pt x="379" y="1"/>
                    <a:pt x="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2" name="Google Shape;732;p25"/>
          <p:cNvSpPr/>
          <p:nvPr/>
        </p:nvSpPr>
        <p:spPr>
          <a:xfrm rot="-1799938">
            <a:off x="7844678" y="-286872"/>
            <a:ext cx="1007431" cy="2361808"/>
          </a:xfrm>
          <a:custGeom>
            <a:rect b="b" l="l" r="r" t="t"/>
            <a:pathLst>
              <a:path extrusionOk="0" h="31983" w="13643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3" name="Google Shape;733;p25"/>
          <p:cNvGrpSpPr/>
          <p:nvPr/>
        </p:nvGrpSpPr>
        <p:grpSpPr>
          <a:xfrm rot="919050">
            <a:off x="901999" y="3606134"/>
            <a:ext cx="564555" cy="1147157"/>
            <a:chOff x="7642550" y="2045675"/>
            <a:chExt cx="534925" cy="1086950"/>
          </a:xfrm>
        </p:grpSpPr>
        <p:sp>
          <p:nvSpPr>
            <p:cNvPr id="734" name="Google Shape;734;p25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5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25"/>
          <p:cNvGrpSpPr/>
          <p:nvPr/>
        </p:nvGrpSpPr>
        <p:grpSpPr>
          <a:xfrm rot="751883">
            <a:off x="6964337" y="193070"/>
            <a:ext cx="688616" cy="637589"/>
            <a:chOff x="6865500" y="2954725"/>
            <a:chExt cx="715575" cy="662550"/>
          </a:xfrm>
        </p:grpSpPr>
        <p:sp>
          <p:nvSpPr>
            <p:cNvPr id="742" name="Google Shape;742;p25"/>
            <p:cNvSpPr/>
            <p:nvPr/>
          </p:nvSpPr>
          <p:spPr>
            <a:xfrm>
              <a:off x="6865500" y="2954725"/>
              <a:ext cx="715575" cy="662550"/>
            </a:xfrm>
            <a:custGeom>
              <a:rect b="b" l="l" r="r" t="t"/>
              <a:pathLst>
                <a:path extrusionOk="0" h="26502" w="28623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6936825" y="3457675"/>
              <a:ext cx="56825" cy="50275"/>
            </a:xfrm>
            <a:custGeom>
              <a:rect b="b" l="l" r="r" t="t"/>
              <a:pathLst>
                <a:path extrusionOk="0" h="2011" w="2273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7093575" y="3448975"/>
              <a:ext cx="41550" cy="40225"/>
            </a:xfrm>
            <a:custGeom>
              <a:rect b="b" l="l" r="r" t="t"/>
              <a:pathLst>
                <a:path extrusionOk="0" h="1609" w="1662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7217000" y="3498975"/>
              <a:ext cx="45475" cy="47825"/>
            </a:xfrm>
            <a:custGeom>
              <a:rect b="b" l="l" r="r" t="t"/>
              <a:pathLst>
                <a:path extrusionOk="0" h="1913" w="1819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6912125" y="3363375"/>
              <a:ext cx="38050" cy="27800"/>
            </a:xfrm>
            <a:custGeom>
              <a:rect b="b" l="l" r="r" t="t"/>
              <a:pathLst>
                <a:path extrusionOk="0" h="1112" w="1522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7175475" y="3356250"/>
              <a:ext cx="23925" cy="24600"/>
            </a:xfrm>
            <a:custGeom>
              <a:rect b="b" l="l" r="r" t="t"/>
              <a:pathLst>
                <a:path extrusionOk="0" h="984" w="957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7342800" y="3370350"/>
              <a:ext cx="22350" cy="21275"/>
            </a:xfrm>
            <a:custGeom>
              <a:rect b="b" l="l" r="r" t="t"/>
              <a:pathLst>
                <a:path extrusionOk="0" h="851" w="894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7136275" y="2994975"/>
              <a:ext cx="20025" cy="18250"/>
            </a:xfrm>
            <a:custGeom>
              <a:rect b="b" l="l" r="r" t="t"/>
              <a:pathLst>
                <a:path extrusionOk="0" h="730" w="801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7237025" y="2983600"/>
              <a:ext cx="16050" cy="14975"/>
            </a:xfrm>
            <a:custGeom>
              <a:rect b="b" l="l" r="r" t="t"/>
              <a:pathLst>
                <a:path extrusionOk="0" h="599" w="642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7003825" y="2998150"/>
              <a:ext cx="9425" cy="7000"/>
            </a:xfrm>
            <a:custGeom>
              <a:rect b="b" l="l" r="r" t="t"/>
              <a:pathLst>
                <a:path extrusionOk="0" h="280" w="377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7152350" y="3141700"/>
              <a:ext cx="7075" cy="6900"/>
            </a:xfrm>
            <a:custGeom>
              <a:rect b="b" l="l" r="r" t="t"/>
              <a:pathLst>
                <a:path extrusionOk="0" h="276" w="283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3" name="Google Shape;753;p25"/>
          <p:cNvGrpSpPr/>
          <p:nvPr/>
        </p:nvGrpSpPr>
        <p:grpSpPr>
          <a:xfrm>
            <a:off x="238325" y="3005125"/>
            <a:ext cx="735150" cy="424150"/>
            <a:chOff x="9589700" y="3420525"/>
            <a:chExt cx="735150" cy="424150"/>
          </a:xfrm>
        </p:grpSpPr>
        <p:sp>
          <p:nvSpPr>
            <p:cNvPr id="754" name="Google Shape;754;p25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1" name="Google Shape;761;p25"/>
          <p:cNvGrpSpPr/>
          <p:nvPr/>
        </p:nvGrpSpPr>
        <p:grpSpPr>
          <a:xfrm rot="-898875">
            <a:off x="7539492" y="1559440"/>
            <a:ext cx="914215" cy="511669"/>
            <a:chOff x="7740925" y="3341850"/>
            <a:chExt cx="914225" cy="511675"/>
          </a:xfrm>
        </p:grpSpPr>
        <p:sp>
          <p:nvSpPr>
            <p:cNvPr id="762" name="Google Shape;762;p25"/>
            <p:cNvSpPr/>
            <p:nvPr/>
          </p:nvSpPr>
          <p:spPr>
            <a:xfrm>
              <a:off x="7740925" y="3341850"/>
              <a:ext cx="914225" cy="511675"/>
            </a:xfrm>
            <a:custGeom>
              <a:rect b="b" l="l" r="r" t="t"/>
              <a:pathLst>
                <a:path extrusionOk="0" h="20467" w="36569">
                  <a:moveTo>
                    <a:pt x="3135" y="6299"/>
                  </a:moveTo>
                  <a:lnTo>
                    <a:pt x="3135" y="6299"/>
                  </a:lnTo>
                  <a:cubicBezTo>
                    <a:pt x="3136" y="6304"/>
                    <a:pt x="3136" y="6310"/>
                    <a:pt x="3136" y="6315"/>
                  </a:cubicBezTo>
                  <a:lnTo>
                    <a:pt x="3136" y="6315"/>
                  </a:lnTo>
                  <a:cubicBezTo>
                    <a:pt x="3141" y="6315"/>
                    <a:pt x="3146" y="6314"/>
                    <a:pt x="3151" y="6314"/>
                  </a:cubicBezTo>
                  <a:lnTo>
                    <a:pt x="3135" y="6299"/>
                  </a:lnTo>
                  <a:close/>
                  <a:moveTo>
                    <a:pt x="24142" y="8822"/>
                  </a:moveTo>
                  <a:cubicBezTo>
                    <a:pt x="24394" y="8822"/>
                    <a:pt x="24623" y="8951"/>
                    <a:pt x="24844" y="9073"/>
                  </a:cubicBezTo>
                  <a:cubicBezTo>
                    <a:pt x="25095" y="9198"/>
                    <a:pt x="25157" y="9465"/>
                    <a:pt x="25252" y="9700"/>
                  </a:cubicBezTo>
                  <a:cubicBezTo>
                    <a:pt x="25346" y="9951"/>
                    <a:pt x="25252" y="10170"/>
                    <a:pt x="25048" y="10264"/>
                  </a:cubicBezTo>
                  <a:cubicBezTo>
                    <a:pt x="24995" y="10284"/>
                    <a:pt x="24945" y="10294"/>
                    <a:pt x="24899" y="10294"/>
                  </a:cubicBezTo>
                  <a:cubicBezTo>
                    <a:pt x="24767" y="10294"/>
                    <a:pt x="24663" y="10215"/>
                    <a:pt x="24593" y="10076"/>
                  </a:cubicBezTo>
                  <a:cubicBezTo>
                    <a:pt x="24452" y="9857"/>
                    <a:pt x="24327" y="9637"/>
                    <a:pt x="24170" y="9433"/>
                  </a:cubicBezTo>
                  <a:cubicBezTo>
                    <a:pt x="24045" y="9261"/>
                    <a:pt x="23778" y="9198"/>
                    <a:pt x="23809" y="8900"/>
                  </a:cubicBezTo>
                  <a:cubicBezTo>
                    <a:pt x="23925" y="8845"/>
                    <a:pt x="24036" y="8822"/>
                    <a:pt x="24142" y="8822"/>
                  </a:cubicBezTo>
                  <a:close/>
                  <a:moveTo>
                    <a:pt x="26859" y="4859"/>
                  </a:moveTo>
                  <a:cubicBezTo>
                    <a:pt x="27494" y="4859"/>
                    <a:pt x="28176" y="4959"/>
                    <a:pt x="28747" y="5186"/>
                  </a:cubicBezTo>
                  <a:cubicBezTo>
                    <a:pt x="29170" y="5358"/>
                    <a:pt x="29593" y="5436"/>
                    <a:pt x="30048" y="5452"/>
                  </a:cubicBezTo>
                  <a:cubicBezTo>
                    <a:pt x="31208" y="5483"/>
                    <a:pt x="32305" y="5828"/>
                    <a:pt x="33418" y="6189"/>
                  </a:cubicBezTo>
                  <a:cubicBezTo>
                    <a:pt x="34092" y="6393"/>
                    <a:pt x="34437" y="6910"/>
                    <a:pt x="34782" y="7443"/>
                  </a:cubicBezTo>
                  <a:cubicBezTo>
                    <a:pt x="34938" y="7662"/>
                    <a:pt x="34923" y="7944"/>
                    <a:pt x="34734" y="8179"/>
                  </a:cubicBezTo>
                  <a:cubicBezTo>
                    <a:pt x="34280" y="8775"/>
                    <a:pt x="33778" y="9308"/>
                    <a:pt x="33010" y="9527"/>
                  </a:cubicBezTo>
                  <a:cubicBezTo>
                    <a:pt x="32007" y="9825"/>
                    <a:pt x="30973" y="10013"/>
                    <a:pt x="29938" y="10123"/>
                  </a:cubicBezTo>
                  <a:cubicBezTo>
                    <a:pt x="28966" y="10217"/>
                    <a:pt x="27995" y="10264"/>
                    <a:pt x="27023" y="10327"/>
                  </a:cubicBezTo>
                  <a:cubicBezTo>
                    <a:pt x="26937" y="10335"/>
                    <a:pt x="26846" y="10339"/>
                    <a:pt x="26754" y="10339"/>
                  </a:cubicBezTo>
                  <a:cubicBezTo>
                    <a:pt x="26662" y="10339"/>
                    <a:pt x="26568" y="10335"/>
                    <a:pt x="26474" y="10327"/>
                  </a:cubicBezTo>
                  <a:cubicBezTo>
                    <a:pt x="26004" y="10311"/>
                    <a:pt x="25737" y="9825"/>
                    <a:pt x="25926" y="9355"/>
                  </a:cubicBezTo>
                  <a:cubicBezTo>
                    <a:pt x="25988" y="9198"/>
                    <a:pt x="26129" y="9136"/>
                    <a:pt x="26270" y="9120"/>
                  </a:cubicBezTo>
                  <a:cubicBezTo>
                    <a:pt x="26772" y="9057"/>
                    <a:pt x="27179" y="8791"/>
                    <a:pt x="27509" y="8415"/>
                  </a:cubicBezTo>
                  <a:cubicBezTo>
                    <a:pt x="28057" y="7788"/>
                    <a:pt x="28684" y="7286"/>
                    <a:pt x="29531" y="7082"/>
                  </a:cubicBezTo>
                  <a:cubicBezTo>
                    <a:pt x="29672" y="7051"/>
                    <a:pt x="29797" y="6957"/>
                    <a:pt x="29813" y="6784"/>
                  </a:cubicBezTo>
                  <a:cubicBezTo>
                    <a:pt x="29813" y="6565"/>
                    <a:pt x="29672" y="6408"/>
                    <a:pt x="29484" y="6377"/>
                  </a:cubicBezTo>
                  <a:cubicBezTo>
                    <a:pt x="28919" y="6299"/>
                    <a:pt x="28449" y="5969"/>
                    <a:pt x="27947" y="5734"/>
                  </a:cubicBezTo>
                  <a:cubicBezTo>
                    <a:pt x="27477" y="5499"/>
                    <a:pt x="26991" y="5295"/>
                    <a:pt x="26474" y="5186"/>
                  </a:cubicBezTo>
                  <a:cubicBezTo>
                    <a:pt x="26302" y="5154"/>
                    <a:pt x="26114" y="5139"/>
                    <a:pt x="26035" y="4919"/>
                  </a:cubicBezTo>
                  <a:cubicBezTo>
                    <a:pt x="26290" y="4880"/>
                    <a:pt x="26570" y="4859"/>
                    <a:pt x="26859" y="4859"/>
                  </a:cubicBezTo>
                  <a:close/>
                  <a:moveTo>
                    <a:pt x="20675" y="483"/>
                  </a:moveTo>
                  <a:cubicBezTo>
                    <a:pt x="22665" y="546"/>
                    <a:pt x="24640" y="671"/>
                    <a:pt x="26600" y="969"/>
                  </a:cubicBezTo>
                  <a:cubicBezTo>
                    <a:pt x="28057" y="1189"/>
                    <a:pt x="29421" y="1722"/>
                    <a:pt x="30738" y="2317"/>
                  </a:cubicBezTo>
                  <a:cubicBezTo>
                    <a:pt x="31803" y="2803"/>
                    <a:pt x="32901" y="3179"/>
                    <a:pt x="33825" y="3932"/>
                  </a:cubicBezTo>
                  <a:cubicBezTo>
                    <a:pt x="34311" y="4324"/>
                    <a:pt x="34813" y="4715"/>
                    <a:pt x="35267" y="5154"/>
                  </a:cubicBezTo>
                  <a:cubicBezTo>
                    <a:pt x="35832" y="5734"/>
                    <a:pt x="36239" y="6393"/>
                    <a:pt x="36098" y="7270"/>
                  </a:cubicBezTo>
                  <a:cubicBezTo>
                    <a:pt x="36068" y="7467"/>
                    <a:pt x="36140" y="7694"/>
                    <a:pt x="36173" y="7907"/>
                  </a:cubicBezTo>
                  <a:lnTo>
                    <a:pt x="36173" y="7907"/>
                  </a:lnTo>
                  <a:cubicBezTo>
                    <a:pt x="35744" y="7767"/>
                    <a:pt x="35438" y="7607"/>
                    <a:pt x="35283" y="7067"/>
                  </a:cubicBezTo>
                  <a:cubicBezTo>
                    <a:pt x="35017" y="6220"/>
                    <a:pt x="34405" y="5625"/>
                    <a:pt x="33465" y="5421"/>
                  </a:cubicBezTo>
                  <a:cubicBezTo>
                    <a:pt x="32477" y="5201"/>
                    <a:pt x="31506" y="4935"/>
                    <a:pt x="30487" y="4903"/>
                  </a:cubicBezTo>
                  <a:cubicBezTo>
                    <a:pt x="30079" y="4903"/>
                    <a:pt x="29672" y="4778"/>
                    <a:pt x="29280" y="4668"/>
                  </a:cubicBezTo>
                  <a:cubicBezTo>
                    <a:pt x="28449" y="4449"/>
                    <a:pt x="27603" y="4292"/>
                    <a:pt x="26741" y="4261"/>
                  </a:cubicBezTo>
                  <a:cubicBezTo>
                    <a:pt x="26443" y="4245"/>
                    <a:pt x="26145" y="4182"/>
                    <a:pt x="25847" y="4135"/>
                  </a:cubicBezTo>
                  <a:cubicBezTo>
                    <a:pt x="24938" y="3947"/>
                    <a:pt x="24389" y="3211"/>
                    <a:pt x="24452" y="2270"/>
                  </a:cubicBezTo>
                  <a:cubicBezTo>
                    <a:pt x="24483" y="1988"/>
                    <a:pt x="24687" y="1643"/>
                    <a:pt x="24374" y="1439"/>
                  </a:cubicBezTo>
                  <a:cubicBezTo>
                    <a:pt x="24272" y="1381"/>
                    <a:pt x="24177" y="1356"/>
                    <a:pt x="24087" y="1356"/>
                  </a:cubicBezTo>
                  <a:cubicBezTo>
                    <a:pt x="23818" y="1356"/>
                    <a:pt x="23598" y="1577"/>
                    <a:pt x="23386" y="1753"/>
                  </a:cubicBezTo>
                  <a:cubicBezTo>
                    <a:pt x="23339" y="1800"/>
                    <a:pt x="23308" y="1878"/>
                    <a:pt x="23214" y="1988"/>
                  </a:cubicBezTo>
                  <a:cubicBezTo>
                    <a:pt x="23621" y="2270"/>
                    <a:pt x="23778" y="2709"/>
                    <a:pt x="23935" y="3164"/>
                  </a:cubicBezTo>
                  <a:cubicBezTo>
                    <a:pt x="24076" y="3556"/>
                    <a:pt x="24327" y="3885"/>
                    <a:pt x="24499" y="4261"/>
                  </a:cubicBezTo>
                  <a:cubicBezTo>
                    <a:pt x="24687" y="4684"/>
                    <a:pt x="24781" y="4903"/>
                    <a:pt x="24217" y="5154"/>
                  </a:cubicBezTo>
                  <a:cubicBezTo>
                    <a:pt x="24092" y="5217"/>
                    <a:pt x="23951" y="5280"/>
                    <a:pt x="23841" y="5374"/>
                  </a:cubicBezTo>
                  <a:cubicBezTo>
                    <a:pt x="23715" y="5483"/>
                    <a:pt x="23700" y="5656"/>
                    <a:pt x="23794" y="5781"/>
                  </a:cubicBezTo>
                  <a:cubicBezTo>
                    <a:pt x="23850" y="5851"/>
                    <a:pt x="23982" y="5909"/>
                    <a:pt x="24053" y="5909"/>
                  </a:cubicBezTo>
                  <a:cubicBezTo>
                    <a:pt x="24062" y="5909"/>
                    <a:pt x="24069" y="5908"/>
                    <a:pt x="24076" y="5907"/>
                  </a:cubicBezTo>
                  <a:cubicBezTo>
                    <a:pt x="24463" y="5723"/>
                    <a:pt x="24840" y="5652"/>
                    <a:pt x="25210" y="5652"/>
                  </a:cubicBezTo>
                  <a:cubicBezTo>
                    <a:pt x="26007" y="5652"/>
                    <a:pt x="26774" y="5980"/>
                    <a:pt x="27556" y="6204"/>
                  </a:cubicBezTo>
                  <a:cubicBezTo>
                    <a:pt x="27728" y="6251"/>
                    <a:pt x="27869" y="6393"/>
                    <a:pt x="28026" y="6502"/>
                  </a:cubicBezTo>
                  <a:cubicBezTo>
                    <a:pt x="28245" y="6675"/>
                    <a:pt x="28245" y="6831"/>
                    <a:pt x="28026" y="7051"/>
                  </a:cubicBezTo>
                  <a:cubicBezTo>
                    <a:pt x="27744" y="7349"/>
                    <a:pt x="27446" y="7631"/>
                    <a:pt x="27164" y="7929"/>
                  </a:cubicBezTo>
                  <a:cubicBezTo>
                    <a:pt x="26761" y="8369"/>
                    <a:pt x="26277" y="8577"/>
                    <a:pt x="25737" y="8577"/>
                  </a:cubicBezTo>
                  <a:cubicBezTo>
                    <a:pt x="25605" y="8577"/>
                    <a:pt x="25469" y="8565"/>
                    <a:pt x="25330" y="8540"/>
                  </a:cubicBezTo>
                  <a:cubicBezTo>
                    <a:pt x="24781" y="8446"/>
                    <a:pt x="24233" y="8336"/>
                    <a:pt x="23668" y="8226"/>
                  </a:cubicBezTo>
                  <a:cubicBezTo>
                    <a:pt x="23418" y="8195"/>
                    <a:pt x="23151" y="8132"/>
                    <a:pt x="22900" y="8132"/>
                  </a:cubicBezTo>
                  <a:cubicBezTo>
                    <a:pt x="22890" y="8132"/>
                    <a:pt x="22880" y="8132"/>
                    <a:pt x="22870" y="8132"/>
                  </a:cubicBezTo>
                  <a:cubicBezTo>
                    <a:pt x="22601" y="8132"/>
                    <a:pt x="22381" y="8330"/>
                    <a:pt x="22320" y="8571"/>
                  </a:cubicBezTo>
                  <a:cubicBezTo>
                    <a:pt x="22258" y="8822"/>
                    <a:pt x="22352" y="9026"/>
                    <a:pt x="22556" y="9151"/>
                  </a:cubicBezTo>
                  <a:cubicBezTo>
                    <a:pt x="22775" y="9292"/>
                    <a:pt x="23026" y="9402"/>
                    <a:pt x="23245" y="9527"/>
                  </a:cubicBezTo>
                  <a:cubicBezTo>
                    <a:pt x="23418" y="9606"/>
                    <a:pt x="23590" y="9684"/>
                    <a:pt x="23731" y="9810"/>
                  </a:cubicBezTo>
                  <a:cubicBezTo>
                    <a:pt x="23841" y="9904"/>
                    <a:pt x="23919" y="10060"/>
                    <a:pt x="23841" y="10201"/>
                  </a:cubicBezTo>
                  <a:cubicBezTo>
                    <a:pt x="23794" y="10295"/>
                    <a:pt x="23684" y="10374"/>
                    <a:pt x="23590" y="10390"/>
                  </a:cubicBezTo>
                  <a:cubicBezTo>
                    <a:pt x="23496" y="10404"/>
                    <a:pt x="23401" y="10412"/>
                    <a:pt x="23306" y="10412"/>
                  </a:cubicBezTo>
                  <a:cubicBezTo>
                    <a:pt x="22409" y="10412"/>
                    <a:pt x="21530" y="9764"/>
                    <a:pt x="21317" y="8885"/>
                  </a:cubicBezTo>
                  <a:cubicBezTo>
                    <a:pt x="21286" y="8728"/>
                    <a:pt x="21255" y="8587"/>
                    <a:pt x="21223" y="8446"/>
                  </a:cubicBezTo>
                  <a:cubicBezTo>
                    <a:pt x="21176" y="8289"/>
                    <a:pt x="21051" y="8164"/>
                    <a:pt x="20910" y="8148"/>
                  </a:cubicBezTo>
                  <a:cubicBezTo>
                    <a:pt x="20749" y="8122"/>
                    <a:pt x="20591" y="8107"/>
                    <a:pt x="20435" y="8107"/>
                  </a:cubicBezTo>
                  <a:cubicBezTo>
                    <a:pt x="19938" y="8107"/>
                    <a:pt x="19467" y="8256"/>
                    <a:pt x="19013" y="8650"/>
                  </a:cubicBezTo>
                  <a:cubicBezTo>
                    <a:pt x="19157" y="8701"/>
                    <a:pt x="19289" y="8719"/>
                    <a:pt x="19413" y="8719"/>
                  </a:cubicBezTo>
                  <a:cubicBezTo>
                    <a:pt x="19668" y="8719"/>
                    <a:pt x="19889" y="8645"/>
                    <a:pt x="20110" y="8634"/>
                  </a:cubicBezTo>
                  <a:cubicBezTo>
                    <a:pt x="20455" y="8634"/>
                    <a:pt x="20659" y="8822"/>
                    <a:pt x="20675" y="9183"/>
                  </a:cubicBezTo>
                  <a:cubicBezTo>
                    <a:pt x="20690" y="9386"/>
                    <a:pt x="20596" y="9543"/>
                    <a:pt x="20408" y="9621"/>
                  </a:cubicBezTo>
                  <a:cubicBezTo>
                    <a:pt x="20330" y="9653"/>
                    <a:pt x="20251" y="9668"/>
                    <a:pt x="20189" y="9668"/>
                  </a:cubicBezTo>
                  <a:cubicBezTo>
                    <a:pt x="19327" y="9653"/>
                    <a:pt x="18465" y="9684"/>
                    <a:pt x="17618" y="9480"/>
                  </a:cubicBezTo>
                  <a:cubicBezTo>
                    <a:pt x="17461" y="9449"/>
                    <a:pt x="17320" y="9386"/>
                    <a:pt x="17289" y="9214"/>
                  </a:cubicBezTo>
                  <a:cubicBezTo>
                    <a:pt x="17242" y="9057"/>
                    <a:pt x="17273" y="8916"/>
                    <a:pt x="17399" y="8822"/>
                  </a:cubicBezTo>
                  <a:cubicBezTo>
                    <a:pt x="18057" y="8305"/>
                    <a:pt x="18700" y="7803"/>
                    <a:pt x="19577" y="7725"/>
                  </a:cubicBezTo>
                  <a:cubicBezTo>
                    <a:pt x="19828" y="7694"/>
                    <a:pt x="20079" y="7615"/>
                    <a:pt x="20330" y="7537"/>
                  </a:cubicBezTo>
                  <a:cubicBezTo>
                    <a:pt x="20424" y="7505"/>
                    <a:pt x="20502" y="7411"/>
                    <a:pt x="20596" y="7349"/>
                  </a:cubicBezTo>
                  <a:cubicBezTo>
                    <a:pt x="20297" y="7059"/>
                    <a:pt x="19959" y="6929"/>
                    <a:pt x="19616" y="6929"/>
                  </a:cubicBezTo>
                  <a:cubicBezTo>
                    <a:pt x="19420" y="6929"/>
                    <a:pt x="19222" y="6971"/>
                    <a:pt x="19029" y="7051"/>
                  </a:cubicBezTo>
                  <a:cubicBezTo>
                    <a:pt x="18731" y="7167"/>
                    <a:pt x="18452" y="7221"/>
                    <a:pt x="18186" y="7221"/>
                  </a:cubicBezTo>
                  <a:cubicBezTo>
                    <a:pt x="17625" y="7221"/>
                    <a:pt x="17125" y="6980"/>
                    <a:pt x="16646" y="6565"/>
                  </a:cubicBezTo>
                  <a:cubicBezTo>
                    <a:pt x="16427" y="6361"/>
                    <a:pt x="16145" y="6236"/>
                    <a:pt x="15910" y="6048"/>
                  </a:cubicBezTo>
                  <a:cubicBezTo>
                    <a:pt x="15612" y="5828"/>
                    <a:pt x="15345" y="5546"/>
                    <a:pt x="15251" y="5170"/>
                  </a:cubicBezTo>
                  <a:cubicBezTo>
                    <a:pt x="15126" y="4637"/>
                    <a:pt x="15345" y="4261"/>
                    <a:pt x="15878" y="4198"/>
                  </a:cubicBezTo>
                  <a:cubicBezTo>
                    <a:pt x="16291" y="4135"/>
                    <a:pt x="16702" y="4104"/>
                    <a:pt x="17111" y="4104"/>
                  </a:cubicBezTo>
                  <a:cubicBezTo>
                    <a:pt x="17930" y="4104"/>
                    <a:pt x="18741" y="4229"/>
                    <a:pt x="19546" y="4480"/>
                  </a:cubicBezTo>
                  <a:cubicBezTo>
                    <a:pt x="19656" y="4527"/>
                    <a:pt x="19703" y="4621"/>
                    <a:pt x="19703" y="4747"/>
                  </a:cubicBezTo>
                  <a:cubicBezTo>
                    <a:pt x="19718" y="4888"/>
                    <a:pt x="19593" y="4935"/>
                    <a:pt x="19499" y="4951"/>
                  </a:cubicBezTo>
                  <a:cubicBezTo>
                    <a:pt x="19264" y="4951"/>
                    <a:pt x="19044" y="4935"/>
                    <a:pt x="18825" y="4935"/>
                  </a:cubicBezTo>
                  <a:cubicBezTo>
                    <a:pt x="18700" y="4924"/>
                    <a:pt x="18576" y="4917"/>
                    <a:pt x="18453" y="4917"/>
                  </a:cubicBezTo>
                  <a:cubicBezTo>
                    <a:pt x="18207" y="4917"/>
                    <a:pt x="17963" y="4945"/>
                    <a:pt x="17712" y="5029"/>
                  </a:cubicBezTo>
                  <a:cubicBezTo>
                    <a:pt x="17759" y="5092"/>
                    <a:pt x="17775" y="5139"/>
                    <a:pt x="17791" y="5139"/>
                  </a:cubicBezTo>
                  <a:cubicBezTo>
                    <a:pt x="18872" y="5217"/>
                    <a:pt x="19844" y="5546"/>
                    <a:pt x="20581" y="6393"/>
                  </a:cubicBezTo>
                  <a:cubicBezTo>
                    <a:pt x="20643" y="6471"/>
                    <a:pt x="20784" y="6471"/>
                    <a:pt x="20878" y="6502"/>
                  </a:cubicBezTo>
                  <a:cubicBezTo>
                    <a:pt x="20882" y="6503"/>
                    <a:pt x="20885" y="6503"/>
                    <a:pt x="20889" y="6503"/>
                  </a:cubicBezTo>
                  <a:cubicBezTo>
                    <a:pt x="20970" y="6503"/>
                    <a:pt x="21111" y="6342"/>
                    <a:pt x="21066" y="6267"/>
                  </a:cubicBezTo>
                  <a:cubicBezTo>
                    <a:pt x="21004" y="6142"/>
                    <a:pt x="20925" y="6001"/>
                    <a:pt x="20831" y="5922"/>
                  </a:cubicBezTo>
                  <a:cubicBezTo>
                    <a:pt x="20534" y="5687"/>
                    <a:pt x="20487" y="5452"/>
                    <a:pt x="20722" y="5154"/>
                  </a:cubicBezTo>
                  <a:cubicBezTo>
                    <a:pt x="20878" y="4966"/>
                    <a:pt x="20863" y="4747"/>
                    <a:pt x="20784" y="4512"/>
                  </a:cubicBezTo>
                  <a:cubicBezTo>
                    <a:pt x="20737" y="4371"/>
                    <a:pt x="20706" y="4229"/>
                    <a:pt x="20690" y="4073"/>
                  </a:cubicBezTo>
                  <a:cubicBezTo>
                    <a:pt x="20659" y="3493"/>
                    <a:pt x="20925" y="3070"/>
                    <a:pt x="21490" y="2882"/>
                  </a:cubicBezTo>
                  <a:cubicBezTo>
                    <a:pt x="21772" y="2787"/>
                    <a:pt x="22070" y="2725"/>
                    <a:pt x="22352" y="2646"/>
                  </a:cubicBezTo>
                  <a:cubicBezTo>
                    <a:pt x="22414" y="2631"/>
                    <a:pt x="22461" y="2537"/>
                    <a:pt x="22477" y="2474"/>
                  </a:cubicBezTo>
                  <a:cubicBezTo>
                    <a:pt x="22477" y="2427"/>
                    <a:pt x="22399" y="2333"/>
                    <a:pt x="22367" y="2333"/>
                  </a:cubicBezTo>
                  <a:cubicBezTo>
                    <a:pt x="22246" y="2324"/>
                    <a:pt x="22127" y="2319"/>
                    <a:pt x="22010" y="2319"/>
                  </a:cubicBezTo>
                  <a:cubicBezTo>
                    <a:pt x="21291" y="2319"/>
                    <a:pt x="20651" y="2510"/>
                    <a:pt x="20220" y="3211"/>
                  </a:cubicBezTo>
                  <a:cubicBezTo>
                    <a:pt x="20079" y="3414"/>
                    <a:pt x="19907" y="3493"/>
                    <a:pt x="19656" y="3493"/>
                  </a:cubicBezTo>
                  <a:cubicBezTo>
                    <a:pt x="19555" y="3492"/>
                    <a:pt x="19455" y="3491"/>
                    <a:pt x="19354" y="3491"/>
                  </a:cubicBezTo>
                  <a:cubicBezTo>
                    <a:pt x="17842" y="3491"/>
                    <a:pt x="16344" y="3602"/>
                    <a:pt x="14859" y="3838"/>
                  </a:cubicBezTo>
                  <a:cubicBezTo>
                    <a:pt x="14671" y="3869"/>
                    <a:pt x="14483" y="3885"/>
                    <a:pt x="14358" y="4041"/>
                  </a:cubicBezTo>
                  <a:cubicBezTo>
                    <a:pt x="14169" y="4298"/>
                    <a:pt x="13916" y="4364"/>
                    <a:pt x="13656" y="4364"/>
                  </a:cubicBezTo>
                  <a:cubicBezTo>
                    <a:pt x="13550" y="4364"/>
                    <a:pt x="13443" y="4353"/>
                    <a:pt x="13339" y="4339"/>
                  </a:cubicBezTo>
                  <a:cubicBezTo>
                    <a:pt x="12965" y="4300"/>
                    <a:pt x="12593" y="4283"/>
                    <a:pt x="12221" y="4283"/>
                  </a:cubicBezTo>
                  <a:cubicBezTo>
                    <a:pt x="11097" y="4283"/>
                    <a:pt x="9983" y="4445"/>
                    <a:pt x="8888" y="4668"/>
                  </a:cubicBezTo>
                  <a:cubicBezTo>
                    <a:pt x="8809" y="4684"/>
                    <a:pt x="8731" y="4700"/>
                    <a:pt x="8668" y="4700"/>
                  </a:cubicBezTo>
                  <a:cubicBezTo>
                    <a:pt x="8566" y="4693"/>
                    <a:pt x="8464" y="4689"/>
                    <a:pt x="8363" y="4689"/>
                  </a:cubicBezTo>
                  <a:cubicBezTo>
                    <a:pt x="7100" y="4689"/>
                    <a:pt x="5920" y="5201"/>
                    <a:pt x="4687" y="5389"/>
                  </a:cubicBezTo>
                  <a:cubicBezTo>
                    <a:pt x="4358" y="5436"/>
                    <a:pt x="4044" y="5546"/>
                    <a:pt x="3856" y="5875"/>
                  </a:cubicBezTo>
                  <a:cubicBezTo>
                    <a:pt x="3941" y="5940"/>
                    <a:pt x="4022" y="5962"/>
                    <a:pt x="4102" y="5962"/>
                  </a:cubicBezTo>
                  <a:cubicBezTo>
                    <a:pt x="4273" y="5962"/>
                    <a:pt x="4437" y="5860"/>
                    <a:pt x="4608" y="5860"/>
                  </a:cubicBezTo>
                  <a:cubicBezTo>
                    <a:pt x="4781" y="5860"/>
                    <a:pt x="4985" y="5797"/>
                    <a:pt x="5141" y="5734"/>
                  </a:cubicBezTo>
                  <a:cubicBezTo>
                    <a:pt x="6442" y="5139"/>
                    <a:pt x="7806" y="5045"/>
                    <a:pt x="9185" y="4982"/>
                  </a:cubicBezTo>
                  <a:cubicBezTo>
                    <a:pt x="9265" y="4979"/>
                    <a:pt x="9344" y="4978"/>
                    <a:pt x="9423" y="4978"/>
                  </a:cubicBezTo>
                  <a:cubicBezTo>
                    <a:pt x="9544" y="4978"/>
                    <a:pt x="9665" y="4980"/>
                    <a:pt x="9785" y="4980"/>
                  </a:cubicBezTo>
                  <a:cubicBezTo>
                    <a:pt x="10038" y="4980"/>
                    <a:pt x="10288" y="4972"/>
                    <a:pt x="10533" y="4919"/>
                  </a:cubicBezTo>
                  <a:cubicBezTo>
                    <a:pt x="11646" y="4700"/>
                    <a:pt x="12775" y="4747"/>
                    <a:pt x="13888" y="4715"/>
                  </a:cubicBezTo>
                  <a:cubicBezTo>
                    <a:pt x="13943" y="4714"/>
                    <a:pt x="13993" y="4713"/>
                    <a:pt x="14038" y="4713"/>
                  </a:cubicBezTo>
                  <a:cubicBezTo>
                    <a:pt x="14401" y="4713"/>
                    <a:pt x="14455" y="4788"/>
                    <a:pt x="14609" y="5248"/>
                  </a:cubicBezTo>
                  <a:cubicBezTo>
                    <a:pt x="14797" y="5844"/>
                    <a:pt x="15173" y="6267"/>
                    <a:pt x="15690" y="6612"/>
                  </a:cubicBezTo>
                  <a:cubicBezTo>
                    <a:pt x="16254" y="6988"/>
                    <a:pt x="16787" y="7396"/>
                    <a:pt x="17367" y="7819"/>
                  </a:cubicBezTo>
                  <a:cubicBezTo>
                    <a:pt x="16819" y="8524"/>
                    <a:pt x="16176" y="9183"/>
                    <a:pt x="16176" y="10186"/>
                  </a:cubicBezTo>
                  <a:cubicBezTo>
                    <a:pt x="14577" y="10123"/>
                    <a:pt x="13026" y="10248"/>
                    <a:pt x="11505" y="9700"/>
                  </a:cubicBezTo>
                  <a:cubicBezTo>
                    <a:pt x="10016" y="9183"/>
                    <a:pt x="8464" y="8916"/>
                    <a:pt x="6897" y="8822"/>
                  </a:cubicBezTo>
                  <a:cubicBezTo>
                    <a:pt x="5596" y="8744"/>
                    <a:pt x="4420" y="8211"/>
                    <a:pt x="3198" y="7882"/>
                  </a:cubicBezTo>
                  <a:cubicBezTo>
                    <a:pt x="2900" y="7803"/>
                    <a:pt x="2806" y="7568"/>
                    <a:pt x="2869" y="7255"/>
                  </a:cubicBezTo>
                  <a:cubicBezTo>
                    <a:pt x="2930" y="6931"/>
                    <a:pt x="3159" y="6667"/>
                    <a:pt x="3136" y="6315"/>
                  </a:cubicBezTo>
                  <a:lnTo>
                    <a:pt x="3136" y="6315"/>
                  </a:lnTo>
                  <a:cubicBezTo>
                    <a:pt x="2582" y="6353"/>
                    <a:pt x="2317" y="6787"/>
                    <a:pt x="2006" y="7129"/>
                  </a:cubicBezTo>
                  <a:cubicBezTo>
                    <a:pt x="1865" y="7270"/>
                    <a:pt x="1740" y="7396"/>
                    <a:pt x="1536" y="7396"/>
                  </a:cubicBezTo>
                  <a:cubicBezTo>
                    <a:pt x="1160" y="7396"/>
                    <a:pt x="862" y="7208"/>
                    <a:pt x="800" y="6847"/>
                  </a:cubicBezTo>
                  <a:cubicBezTo>
                    <a:pt x="737" y="6502"/>
                    <a:pt x="737" y="6173"/>
                    <a:pt x="862" y="5860"/>
                  </a:cubicBezTo>
                  <a:cubicBezTo>
                    <a:pt x="1191" y="5076"/>
                    <a:pt x="1677" y="4465"/>
                    <a:pt x="2477" y="4073"/>
                  </a:cubicBezTo>
                  <a:cubicBezTo>
                    <a:pt x="5329" y="2709"/>
                    <a:pt x="8292" y="1706"/>
                    <a:pt x="11411" y="1189"/>
                  </a:cubicBezTo>
                  <a:cubicBezTo>
                    <a:pt x="12540" y="1001"/>
                    <a:pt x="13700" y="922"/>
                    <a:pt x="14859" y="891"/>
                  </a:cubicBezTo>
                  <a:cubicBezTo>
                    <a:pt x="16537" y="828"/>
                    <a:pt x="18214" y="671"/>
                    <a:pt x="19891" y="546"/>
                  </a:cubicBezTo>
                  <a:cubicBezTo>
                    <a:pt x="20157" y="530"/>
                    <a:pt x="20424" y="483"/>
                    <a:pt x="20675" y="483"/>
                  </a:cubicBezTo>
                  <a:close/>
                  <a:moveTo>
                    <a:pt x="17358" y="10132"/>
                  </a:moveTo>
                  <a:cubicBezTo>
                    <a:pt x="17424" y="10132"/>
                    <a:pt x="17491" y="10139"/>
                    <a:pt x="17555" y="10139"/>
                  </a:cubicBezTo>
                  <a:cubicBezTo>
                    <a:pt x="18256" y="10149"/>
                    <a:pt x="18956" y="10189"/>
                    <a:pt x="19656" y="10189"/>
                  </a:cubicBezTo>
                  <a:cubicBezTo>
                    <a:pt x="19991" y="10189"/>
                    <a:pt x="20325" y="10180"/>
                    <a:pt x="20659" y="10154"/>
                  </a:cubicBezTo>
                  <a:cubicBezTo>
                    <a:pt x="20690" y="10151"/>
                    <a:pt x="20722" y="10149"/>
                    <a:pt x="20752" y="10149"/>
                  </a:cubicBezTo>
                  <a:cubicBezTo>
                    <a:pt x="20876" y="10149"/>
                    <a:pt x="20991" y="10179"/>
                    <a:pt x="21066" y="10280"/>
                  </a:cubicBezTo>
                  <a:cubicBezTo>
                    <a:pt x="21098" y="10327"/>
                    <a:pt x="21098" y="10421"/>
                    <a:pt x="21066" y="10468"/>
                  </a:cubicBezTo>
                  <a:cubicBezTo>
                    <a:pt x="21035" y="10515"/>
                    <a:pt x="20941" y="10546"/>
                    <a:pt x="20878" y="10546"/>
                  </a:cubicBezTo>
                  <a:cubicBezTo>
                    <a:pt x="20453" y="10546"/>
                    <a:pt x="20028" y="10554"/>
                    <a:pt x="19603" y="10554"/>
                  </a:cubicBezTo>
                  <a:cubicBezTo>
                    <a:pt x="18805" y="10554"/>
                    <a:pt x="18008" y="10527"/>
                    <a:pt x="17211" y="10374"/>
                  </a:cubicBezTo>
                  <a:cubicBezTo>
                    <a:pt x="17164" y="10374"/>
                    <a:pt x="17101" y="10295"/>
                    <a:pt x="17054" y="10248"/>
                  </a:cubicBezTo>
                  <a:cubicBezTo>
                    <a:pt x="17142" y="10150"/>
                    <a:pt x="17249" y="10132"/>
                    <a:pt x="17358" y="10132"/>
                  </a:cubicBezTo>
                  <a:close/>
                  <a:moveTo>
                    <a:pt x="963" y="7812"/>
                  </a:moveTo>
                  <a:cubicBezTo>
                    <a:pt x="990" y="7812"/>
                    <a:pt x="1020" y="7819"/>
                    <a:pt x="1050" y="7835"/>
                  </a:cubicBezTo>
                  <a:cubicBezTo>
                    <a:pt x="2085" y="8289"/>
                    <a:pt x="3229" y="8383"/>
                    <a:pt x="4264" y="8791"/>
                  </a:cubicBezTo>
                  <a:cubicBezTo>
                    <a:pt x="5329" y="9214"/>
                    <a:pt x="6427" y="9355"/>
                    <a:pt x="7555" y="9449"/>
                  </a:cubicBezTo>
                  <a:cubicBezTo>
                    <a:pt x="8104" y="9512"/>
                    <a:pt x="8652" y="9559"/>
                    <a:pt x="9217" y="9684"/>
                  </a:cubicBezTo>
                  <a:cubicBezTo>
                    <a:pt x="9217" y="9841"/>
                    <a:pt x="9217" y="9935"/>
                    <a:pt x="9201" y="10045"/>
                  </a:cubicBezTo>
                  <a:cubicBezTo>
                    <a:pt x="9154" y="10248"/>
                    <a:pt x="8903" y="10468"/>
                    <a:pt x="9076" y="10672"/>
                  </a:cubicBezTo>
                  <a:cubicBezTo>
                    <a:pt x="9150" y="10756"/>
                    <a:pt x="9222" y="10787"/>
                    <a:pt x="9292" y="10787"/>
                  </a:cubicBezTo>
                  <a:cubicBezTo>
                    <a:pt x="9457" y="10787"/>
                    <a:pt x="9611" y="10612"/>
                    <a:pt x="9765" y="10546"/>
                  </a:cubicBezTo>
                  <a:cubicBezTo>
                    <a:pt x="9942" y="10458"/>
                    <a:pt x="10119" y="10431"/>
                    <a:pt x="10304" y="10431"/>
                  </a:cubicBezTo>
                  <a:cubicBezTo>
                    <a:pt x="10413" y="10431"/>
                    <a:pt x="10526" y="10441"/>
                    <a:pt x="10643" y="10452"/>
                  </a:cubicBezTo>
                  <a:cubicBezTo>
                    <a:pt x="11336" y="10566"/>
                    <a:pt x="12029" y="10646"/>
                    <a:pt x="12734" y="10646"/>
                  </a:cubicBezTo>
                  <a:cubicBezTo>
                    <a:pt x="13002" y="10646"/>
                    <a:pt x="13271" y="10635"/>
                    <a:pt x="13543" y="10609"/>
                  </a:cubicBezTo>
                  <a:cubicBezTo>
                    <a:pt x="13706" y="10593"/>
                    <a:pt x="13870" y="10586"/>
                    <a:pt x="14034" y="10586"/>
                  </a:cubicBezTo>
                  <a:cubicBezTo>
                    <a:pt x="14842" y="10586"/>
                    <a:pt x="15647" y="10755"/>
                    <a:pt x="16443" y="10860"/>
                  </a:cubicBezTo>
                  <a:cubicBezTo>
                    <a:pt x="18041" y="11064"/>
                    <a:pt x="19656" y="11064"/>
                    <a:pt x="21270" y="11079"/>
                  </a:cubicBezTo>
                  <a:cubicBezTo>
                    <a:pt x="21303" y="11080"/>
                    <a:pt x="21335" y="11080"/>
                    <a:pt x="21368" y="11080"/>
                  </a:cubicBezTo>
                  <a:cubicBezTo>
                    <a:pt x="21687" y="11080"/>
                    <a:pt x="22006" y="11043"/>
                    <a:pt x="22325" y="11043"/>
                  </a:cubicBezTo>
                  <a:cubicBezTo>
                    <a:pt x="22569" y="11043"/>
                    <a:pt x="22813" y="11065"/>
                    <a:pt x="23057" y="11142"/>
                  </a:cubicBezTo>
                  <a:cubicBezTo>
                    <a:pt x="23096" y="11161"/>
                    <a:pt x="23147" y="11175"/>
                    <a:pt x="23194" y="11175"/>
                  </a:cubicBezTo>
                  <a:cubicBezTo>
                    <a:pt x="23224" y="11175"/>
                    <a:pt x="23253" y="11170"/>
                    <a:pt x="23277" y="11158"/>
                  </a:cubicBezTo>
                  <a:cubicBezTo>
                    <a:pt x="23896" y="10857"/>
                    <a:pt x="24540" y="10811"/>
                    <a:pt x="25190" y="10811"/>
                  </a:cubicBezTo>
                  <a:cubicBezTo>
                    <a:pt x="25477" y="10811"/>
                    <a:pt x="25765" y="10820"/>
                    <a:pt x="26052" y="10820"/>
                  </a:cubicBezTo>
                  <a:cubicBezTo>
                    <a:pt x="26266" y="10820"/>
                    <a:pt x="26480" y="10815"/>
                    <a:pt x="26694" y="10797"/>
                  </a:cubicBezTo>
                  <a:cubicBezTo>
                    <a:pt x="27775" y="10687"/>
                    <a:pt x="28872" y="10734"/>
                    <a:pt x="29938" y="10593"/>
                  </a:cubicBezTo>
                  <a:cubicBezTo>
                    <a:pt x="31161" y="10437"/>
                    <a:pt x="32368" y="10154"/>
                    <a:pt x="33590" y="9935"/>
                  </a:cubicBezTo>
                  <a:cubicBezTo>
                    <a:pt x="33763" y="9904"/>
                    <a:pt x="33951" y="9825"/>
                    <a:pt x="34123" y="9810"/>
                  </a:cubicBezTo>
                  <a:cubicBezTo>
                    <a:pt x="34131" y="9809"/>
                    <a:pt x="34139" y="9808"/>
                    <a:pt x="34147" y="9808"/>
                  </a:cubicBezTo>
                  <a:cubicBezTo>
                    <a:pt x="34258" y="9808"/>
                    <a:pt x="34326" y="9912"/>
                    <a:pt x="34311" y="10029"/>
                  </a:cubicBezTo>
                  <a:cubicBezTo>
                    <a:pt x="34311" y="10107"/>
                    <a:pt x="34280" y="10186"/>
                    <a:pt x="34249" y="10248"/>
                  </a:cubicBezTo>
                  <a:cubicBezTo>
                    <a:pt x="33402" y="11737"/>
                    <a:pt x="32744" y="13336"/>
                    <a:pt x="31584" y="14637"/>
                  </a:cubicBezTo>
                  <a:cubicBezTo>
                    <a:pt x="30863" y="15468"/>
                    <a:pt x="30032" y="16158"/>
                    <a:pt x="29139" y="16769"/>
                  </a:cubicBezTo>
                  <a:cubicBezTo>
                    <a:pt x="27712" y="17725"/>
                    <a:pt x="27179" y="17976"/>
                    <a:pt x="25565" y="18321"/>
                  </a:cubicBezTo>
                  <a:cubicBezTo>
                    <a:pt x="24828" y="18477"/>
                    <a:pt x="24076" y="18477"/>
                    <a:pt x="23324" y="18524"/>
                  </a:cubicBezTo>
                  <a:cubicBezTo>
                    <a:pt x="22728" y="18556"/>
                    <a:pt x="22132" y="18556"/>
                    <a:pt x="21537" y="18650"/>
                  </a:cubicBezTo>
                  <a:cubicBezTo>
                    <a:pt x="21262" y="18689"/>
                    <a:pt x="20975" y="18722"/>
                    <a:pt x="20690" y="18722"/>
                  </a:cubicBezTo>
                  <a:cubicBezTo>
                    <a:pt x="20521" y="18722"/>
                    <a:pt x="20353" y="18710"/>
                    <a:pt x="20189" y="18681"/>
                  </a:cubicBezTo>
                  <a:cubicBezTo>
                    <a:pt x="19510" y="18571"/>
                    <a:pt x="18832" y="18540"/>
                    <a:pt x="18152" y="18540"/>
                  </a:cubicBezTo>
                  <a:cubicBezTo>
                    <a:pt x="17387" y="18540"/>
                    <a:pt x="16619" y="18579"/>
                    <a:pt x="15847" y="18587"/>
                  </a:cubicBezTo>
                  <a:cubicBezTo>
                    <a:pt x="15408" y="18587"/>
                    <a:pt x="14953" y="18493"/>
                    <a:pt x="14515" y="18415"/>
                  </a:cubicBezTo>
                  <a:cubicBezTo>
                    <a:pt x="13590" y="18242"/>
                    <a:pt x="12681" y="18054"/>
                    <a:pt x="11772" y="17835"/>
                  </a:cubicBezTo>
                  <a:cubicBezTo>
                    <a:pt x="11301" y="17725"/>
                    <a:pt x="10831" y="17584"/>
                    <a:pt x="10377" y="17396"/>
                  </a:cubicBezTo>
                  <a:cubicBezTo>
                    <a:pt x="9420" y="16988"/>
                    <a:pt x="8449" y="16581"/>
                    <a:pt x="7524" y="16095"/>
                  </a:cubicBezTo>
                  <a:cubicBezTo>
                    <a:pt x="6803" y="15719"/>
                    <a:pt x="6113" y="15249"/>
                    <a:pt x="5502" y="14684"/>
                  </a:cubicBezTo>
                  <a:cubicBezTo>
                    <a:pt x="5314" y="14512"/>
                    <a:pt x="5110" y="14355"/>
                    <a:pt x="4906" y="14183"/>
                  </a:cubicBezTo>
                  <a:cubicBezTo>
                    <a:pt x="3449" y="12991"/>
                    <a:pt x="2148" y="11659"/>
                    <a:pt x="1238" y="9982"/>
                  </a:cubicBezTo>
                  <a:cubicBezTo>
                    <a:pt x="909" y="9402"/>
                    <a:pt x="643" y="8775"/>
                    <a:pt x="737" y="8070"/>
                  </a:cubicBezTo>
                  <a:cubicBezTo>
                    <a:pt x="762" y="7931"/>
                    <a:pt x="848" y="7812"/>
                    <a:pt x="963" y="7812"/>
                  </a:cubicBezTo>
                  <a:close/>
                  <a:moveTo>
                    <a:pt x="10631" y="18244"/>
                  </a:moveTo>
                  <a:cubicBezTo>
                    <a:pt x="10691" y="18244"/>
                    <a:pt x="10756" y="18260"/>
                    <a:pt x="10815" y="18274"/>
                  </a:cubicBezTo>
                  <a:cubicBezTo>
                    <a:pt x="12054" y="18556"/>
                    <a:pt x="13292" y="18869"/>
                    <a:pt x="14530" y="19104"/>
                  </a:cubicBezTo>
                  <a:cubicBezTo>
                    <a:pt x="15257" y="19241"/>
                    <a:pt x="15989" y="19287"/>
                    <a:pt x="16723" y="19287"/>
                  </a:cubicBezTo>
                  <a:cubicBezTo>
                    <a:pt x="17255" y="19287"/>
                    <a:pt x="17789" y="19263"/>
                    <a:pt x="18323" y="19230"/>
                  </a:cubicBezTo>
                  <a:cubicBezTo>
                    <a:pt x="18466" y="19217"/>
                    <a:pt x="18604" y="19209"/>
                    <a:pt x="18740" y="19209"/>
                  </a:cubicBezTo>
                  <a:cubicBezTo>
                    <a:pt x="18933" y="19209"/>
                    <a:pt x="19125" y="19224"/>
                    <a:pt x="19327" y="19261"/>
                  </a:cubicBezTo>
                  <a:cubicBezTo>
                    <a:pt x="19743" y="19341"/>
                    <a:pt x="20159" y="19389"/>
                    <a:pt x="20576" y="19389"/>
                  </a:cubicBezTo>
                  <a:cubicBezTo>
                    <a:pt x="20974" y="19389"/>
                    <a:pt x="21373" y="19345"/>
                    <a:pt x="21772" y="19245"/>
                  </a:cubicBezTo>
                  <a:cubicBezTo>
                    <a:pt x="22446" y="19079"/>
                    <a:pt x="23126" y="18996"/>
                    <a:pt x="23807" y="18996"/>
                  </a:cubicBezTo>
                  <a:cubicBezTo>
                    <a:pt x="24339" y="18996"/>
                    <a:pt x="24872" y="19047"/>
                    <a:pt x="25405" y="19148"/>
                  </a:cubicBezTo>
                  <a:lnTo>
                    <a:pt x="25405" y="19148"/>
                  </a:lnTo>
                  <a:cubicBezTo>
                    <a:pt x="25309" y="19501"/>
                    <a:pt x="25059" y="19701"/>
                    <a:pt x="24703" y="19763"/>
                  </a:cubicBezTo>
                  <a:cubicBezTo>
                    <a:pt x="24483" y="19794"/>
                    <a:pt x="24248" y="19810"/>
                    <a:pt x="24029" y="19810"/>
                  </a:cubicBezTo>
                  <a:cubicBezTo>
                    <a:pt x="21787" y="19857"/>
                    <a:pt x="19546" y="19919"/>
                    <a:pt x="17305" y="19919"/>
                  </a:cubicBezTo>
                  <a:cubicBezTo>
                    <a:pt x="17191" y="19921"/>
                    <a:pt x="17077" y="19921"/>
                    <a:pt x="16963" y="19921"/>
                  </a:cubicBezTo>
                  <a:cubicBezTo>
                    <a:pt x="15760" y="19921"/>
                    <a:pt x="14559" y="19849"/>
                    <a:pt x="13370" y="19763"/>
                  </a:cubicBezTo>
                  <a:cubicBezTo>
                    <a:pt x="12665" y="19716"/>
                    <a:pt x="11960" y="19543"/>
                    <a:pt x="11301" y="19277"/>
                  </a:cubicBezTo>
                  <a:cubicBezTo>
                    <a:pt x="11019" y="19167"/>
                    <a:pt x="10753" y="19042"/>
                    <a:pt x="10565" y="18791"/>
                  </a:cubicBezTo>
                  <a:cubicBezTo>
                    <a:pt x="10471" y="18666"/>
                    <a:pt x="10392" y="18524"/>
                    <a:pt x="10439" y="18383"/>
                  </a:cubicBezTo>
                  <a:cubicBezTo>
                    <a:pt x="10476" y="18275"/>
                    <a:pt x="10549" y="18244"/>
                    <a:pt x="10631" y="18244"/>
                  </a:cubicBezTo>
                  <a:close/>
                  <a:moveTo>
                    <a:pt x="21558" y="1"/>
                  </a:moveTo>
                  <a:cubicBezTo>
                    <a:pt x="21197" y="1"/>
                    <a:pt x="20834" y="10"/>
                    <a:pt x="20471" y="29"/>
                  </a:cubicBezTo>
                  <a:cubicBezTo>
                    <a:pt x="20257" y="41"/>
                    <a:pt x="20043" y="44"/>
                    <a:pt x="19827" y="44"/>
                  </a:cubicBezTo>
                  <a:cubicBezTo>
                    <a:pt x="19667" y="44"/>
                    <a:pt x="19505" y="42"/>
                    <a:pt x="19344" y="42"/>
                  </a:cubicBezTo>
                  <a:cubicBezTo>
                    <a:pt x="18898" y="42"/>
                    <a:pt x="18452" y="54"/>
                    <a:pt x="18010" y="138"/>
                  </a:cubicBezTo>
                  <a:cubicBezTo>
                    <a:pt x="17007" y="327"/>
                    <a:pt x="15988" y="405"/>
                    <a:pt x="14985" y="405"/>
                  </a:cubicBezTo>
                  <a:cubicBezTo>
                    <a:pt x="13182" y="405"/>
                    <a:pt x="11411" y="703"/>
                    <a:pt x="9656" y="1110"/>
                  </a:cubicBezTo>
                  <a:cubicBezTo>
                    <a:pt x="7022" y="1737"/>
                    <a:pt x="4467" y="2568"/>
                    <a:pt x="2054" y="3791"/>
                  </a:cubicBezTo>
                  <a:cubicBezTo>
                    <a:pt x="1380" y="4120"/>
                    <a:pt x="862" y="4527"/>
                    <a:pt x="580" y="5248"/>
                  </a:cubicBezTo>
                  <a:cubicBezTo>
                    <a:pt x="502" y="5452"/>
                    <a:pt x="392" y="5656"/>
                    <a:pt x="267" y="5828"/>
                  </a:cubicBezTo>
                  <a:cubicBezTo>
                    <a:pt x="47" y="6126"/>
                    <a:pt x="0" y="6455"/>
                    <a:pt x="16" y="6800"/>
                  </a:cubicBezTo>
                  <a:cubicBezTo>
                    <a:pt x="32" y="7161"/>
                    <a:pt x="32" y="7537"/>
                    <a:pt x="16" y="7913"/>
                  </a:cubicBezTo>
                  <a:cubicBezTo>
                    <a:pt x="0" y="8916"/>
                    <a:pt x="298" y="9841"/>
                    <a:pt x="815" y="10687"/>
                  </a:cubicBezTo>
                  <a:cubicBezTo>
                    <a:pt x="1066" y="11095"/>
                    <a:pt x="1348" y="11487"/>
                    <a:pt x="1630" y="11894"/>
                  </a:cubicBezTo>
                  <a:cubicBezTo>
                    <a:pt x="2743" y="13430"/>
                    <a:pt x="4232" y="14559"/>
                    <a:pt x="5690" y="15734"/>
                  </a:cubicBezTo>
                  <a:cubicBezTo>
                    <a:pt x="6583" y="16455"/>
                    <a:pt x="7571" y="16957"/>
                    <a:pt x="8621" y="17365"/>
                  </a:cubicBezTo>
                  <a:cubicBezTo>
                    <a:pt x="8793" y="17427"/>
                    <a:pt x="8966" y="17506"/>
                    <a:pt x="9154" y="17568"/>
                  </a:cubicBezTo>
                  <a:cubicBezTo>
                    <a:pt x="9499" y="17678"/>
                    <a:pt x="9703" y="17882"/>
                    <a:pt x="9718" y="18305"/>
                  </a:cubicBezTo>
                  <a:cubicBezTo>
                    <a:pt x="9734" y="19073"/>
                    <a:pt x="10220" y="19512"/>
                    <a:pt x="10894" y="19778"/>
                  </a:cubicBezTo>
                  <a:cubicBezTo>
                    <a:pt x="11098" y="19872"/>
                    <a:pt x="11317" y="19919"/>
                    <a:pt x="11536" y="19982"/>
                  </a:cubicBezTo>
                  <a:cubicBezTo>
                    <a:pt x="12822" y="20421"/>
                    <a:pt x="14185" y="20437"/>
                    <a:pt x="15518" y="20452"/>
                  </a:cubicBezTo>
                  <a:cubicBezTo>
                    <a:pt x="16527" y="20459"/>
                    <a:pt x="17533" y="20466"/>
                    <a:pt x="18538" y="20466"/>
                  </a:cubicBezTo>
                  <a:cubicBezTo>
                    <a:pt x="19780" y="20466"/>
                    <a:pt x="21019" y="20456"/>
                    <a:pt x="22258" y="20421"/>
                  </a:cubicBezTo>
                  <a:cubicBezTo>
                    <a:pt x="22329" y="20420"/>
                    <a:pt x="22400" y="20419"/>
                    <a:pt x="22471" y="20419"/>
                  </a:cubicBezTo>
                  <a:cubicBezTo>
                    <a:pt x="22854" y="20419"/>
                    <a:pt x="23236" y="20435"/>
                    <a:pt x="23616" y="20435"/>
                  </a:cubicBezTo>
                  <a:cubicBezTo>
                    <a:pt x="24022" y="20435"/>
                    <a:pt x="24427" y="20417"/>
                    <a:pt x="24828" y="20343"/>
                  </a:cubicBezTo>
                  <a:cubicBezTo>
                    <a:pt x="25267" y="20249"/>
                    <a:pt x="25596" y="20139"/>
                    <a:pt x="25831" y="19731"/>
                  </a:cubicBezTo>
                  <a:cubicBezTo>
                    <a:pt x="26270" y="19026"/>
                    <a:pt x="26772" y="18383"/>
                    <a:pt x="27681" y="18258"/>
                  </a:cubicBezTo>
                  <a:cubicBezTo>
                    <a:pt x="27822" y="18242"/>
                    <a:pt x="27963" y="18133"/>
                    <a:pt x="28089" y="18070"/>
                  </a:cubicBezTo>
                  <a:cubicBezTo>
                    <a:pt x="29186" y="17490"/>
                    <a:pt x="30173" y="16753"/>
                    <a:pt x="31192" y="16048"/>
                  </a:cubicBezTo>
                  <a:cubicBezTo>
                    <a:pt x="31459" y="15844"/>
                    <a:pt x="31678" y="15578"/>
                    <a:pt x="31897" y="15327"/>
                  </a:cubicBezTo>
                  <a:cubicBezTo>
                    <a:pt x="32854" y="14214"/>
                    <a:pt x="33716" y="13038"/>
                    <a:pt x="34139" y="11612"/>
                  </a:cubicBezTo>
                  <a:cubicBezTo>
                    <a:pt x="34155" y="11534"/>
                    <a:pt x="34202" y="11471"/>
                    <a:pt x="34233" y="11408"/>
                  </a:cubicBezTo>
                  <a:cubicBezTo>
                    <a:pt x="34719" y="10609"/>
                    <a:pt x="35205" y="9810"/>
                    <a:pt x="35691" y="9010"/>
                  </a:cubicBezTo>
                  <a:cubicBezTo>
                    <a:pt x="35894" y="8665"/>
                    <a:pt x="36208" y="8352"/>
                    <a:pt x="36192" y="7913"/>
                  </a:cubicBezTo>
                  <a:cubicBezTo>
                    <a:pt x="36191" y="7913"/>
                    <a:pt x="36190" y="7912"/>
                    <a:pt x="36189" y="7912"/>
                  </a:cubicBezTo>
                  <a:lnTo>
                    <a:pt x="36189" y="7912"/>
                  </a:lnTo>
                  <a:cubicBezTo>
                    <a:pt x="36459" y="7539"/>
                    <a:pt x="36475" y="7091"/>
                    <a:pt x="36521" y="6643"/>
                  </a:cubicBezTo>
                  <a:cubicBezTo>
                    <a:pt x="36568" y="6299"/>
                    <a:pt x="36474" y="5969"/>
                    <a:pt x="36286" y="5687"/>
                  </a:cubicBezTo>
                  <a:cubicBezTo>
                    <a:pt x="35346" y="4339"/>
                    <a:pt x="34108" y="3336"/>
                    <a:pt x="32634" y="2615"/>
                  </a:cubicBezTo>
                  <a:cubicBezTo>
                    <a:pt x="31897" y="2255"/>
                    <a:pt x="31114" y="1972"/>
                    <a:pt x="30361" y="1628"/>
                  </a:cubicBezTo>
                  <a:cubicBezTo>
                    <a:pt x="29484" y="1220"/>
                    <a:pt x="28574" y="860"/>
                    <a:pt x="27618" y="671"/>
                  </a:cubicBezTo>
                  <a:cubicBezTo>
                    <a:pt x="25608" y="285"/>
                    <a:pt x="23597" y="1"/>
                    <a:pt x="21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8276975" y="3429225"/>
              <a:ext cx="42350" cy="61575"/>
            </a:xfrm>
            <a:custGeom>
              <a:rect b="b" l="l" r="r" t="t"/>
              <a:pathLst>
                <a:path extrusionOk="0" h="2463" w="1694">
                  <a:moveTo>
                    <a:pt x="1470" y="0"/>
                  </a:moveTo>
                  <a:cubicBezTo>
                    <a:pt x="1423" y="0"/>
                    <a:pt x="1366" y="23"/>
                    <a:pt x="1333" y="45"/>
                  </a:cubicBezTo>
                  <a:cubicBezTo>
                    <a:pt x="1255" y="123"/>
                    <a:pt x="1176" y="217"/>
                    <a:pt x="1129" y="311"/>
                  </a:cubicBezTo>
                  <a:cubicBezTo>
                    <a:pt x="878" y="891"/>
                    <a:pt x="643" y="1471"/>
                    <a:pt x="142" y="1926"/>
                  </a:cubicBezTo>
                  <a:cubicBezTo>
                    <a:pt x="1" y="2051"/>
                    <a:pt x="63" y="2333"/>
                    <a:pt x="204" y="2412"/>
                  </a:cubicBezTo>
                  <a:cubicBezTo>
                    <a:pt x="270" y="2447"/>
                    <a:pt x="334" y="2463"/>
                    <a:pt x="394" y="2463"/>
                  </a:cubicBezTo>
                  <a:cubicBezTo>
                    <a:pt x="521" y="2463"/>
                    <a:pt x="632" y="2393"/>
                    <a:pt x="706" y="2286"/>
                  </a:cubicBezTo>
                  <a:cubicBezTo>
                    <a:pt x="925" y="1941"/>
                    <a:pt x="1145" y="1597"/>
                    <a:pt x="1317" y="1220"/>
                  </a:cubicBezTo>
                  <a:cubicBezTo>
                    <a:pt x="1474" y="891"/>
                    <a:pt x="1568" y="531"/>
                    <a:pt x="1693" y="217"/>
                  </a:cubicBezTo>
                  <a:cubicBezTo>
                    <a:pt x="1615" y="108"/>
                    <a:pt x="1584" y="29"/>
                    <a:pt x="1521" y="13"/>
                  </a:cubicBezTo>
                  <a:cubicBezTo>
                    <a:pt x="1507" y="4"/>
                    <a:pt x="1489" y="0"/>
                    <a:pt x="1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8324775" y="3496700"/>
              <a:ext cx="72125" cy="29400"/>
            </a:xfrm>
            <a:custGeom>
              <a:rect b="b" l="l" r="r" t="t"/>
              <a:pathLst>
                <a:path extrusionOk="0" h="1176" w="2885">
                  <a:moveTo>
                    <a:pt x="2014" y="1"/>
                  </a:moveTo>
                  <a:cubicBezTo>
                    <a:pt x="1343" y="1"/>
                    <a:pt x="722" y="236"/>
                    <a:pt x="142" y="637"/>
                  </a:cubicBezTo>
                  <a:cubicBezTo>
                    <a:pt x="1" y="731"/>
                    <a:pt x="17" y="904"/>
                    <a:pt x="95" y="1029"/>
                  </a:cubicBezTo>
                  <a:cubicBezTo>
                    <a:pt x="144" y="1118"/>
                    <a:pt x="224" y="1175"/>
                    <a:pt x="307" y="1175"/>
                  </a:cubicBezTo>
                  <a:cubicBezTo>
                    <a:pt x="357" y="1175"/>
                    <a:pt x="409" y="1155"/>
                    <a:pt x="455" y="1108"/>
                  </a:cubicBezTo>
                  <a:cubicBezTo>
                    <a:pt x="1051" y="606"/>
                    <a:pt x="1772" y="481"/>
                    <a:pt x="2493" y="355"/>
                  </a:cubicBezTo>
                  <a:cubicBezTo>
                    <a:pt x="2634" y="324"/>
                    <a:pt x="2791" y="340"/>
                    <a:pt x="2885" y="214"/>
                  </a:cubicBezTo>
                  <a:cubicBezTo>
                    <a:pt x="2869" y="183"/>
                    <a:pt x="2869" y="120"/>
                    <a:pt x="2854" y="120"/>
                  </a:cubicBezTo>
                  <a:cubicBezTo>
                    <a:pt x="2565" y="39"/>
                    <a:pt x="2285" y="1"/>
                    <a:pt x="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8374975" y="3656425"/>
              <a:ext cx="120675" cy="122225"/>
            </a:xfrm>
            <a:custGeom>
              <a:rect b="b" l="l" r="r" t="t"/>
              <a:pathLst>
                <a:path extrusionOk="0" h="4889" w="4827">
                  <a:moveTo>
                    <a:pt x="4673" y="1"/>
                  </a:moveTo>
                  <a:cubicBezTo>
                    <a:pt x="4631" y="1"/>
                    <a:pt x="4588" y="20"/>
                    <a:pt x="4560" y="64"/>
                  </a:cubicBezTo>
                  <a:cubicBezTo>
                    <a:pt x="3965" y="988"/>
                    <a:pt x="3479" y="1913"/>
                    <a:pt x="2711" y="2713"/>
                  </a:cubicBezTo>
                  <a:cubicBezTo>
                    <a:pt x="1959" y="3512"/>
                    <a:pt x="1065" y="4155"/>
                    <a:pt x="109" y="4672"/>
                  </a:cubicBezTo>
                  <a:cubicBezTo>
                    <a:pt x="1" y="4739"/>
                    <a:pt x="67" y="4888"/>
                    <a:pt x="178" y="4888"/>
                  </a:cubicBezTo>
                  <a:cubicBezTo>
                    <a:pt x="196" y="4888"/>
                    <a:pt x="215" y="4884"/>
                    <a:pt x="234" y="4876"/>
                  </a:cubicBezTo>
                  <a:cubicBezTo>
                    <a:pt x="2131" y="3982"/>
                    <a:pt x="4137" y="2211"/>
                    <a:pt x="4796" y="158"/>
                  </a:cubicBezTo>
                  <a:cubicBezTo>
                    <a:pt x="4826" y="66"/>
                    <a:pt x="4751" y="1"/>
                    <a:pt x="4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7832150" y="3615725"/>
              <a:ext cx="116025" cy="103800"/>
            </a:xfrm>
            <a:custGeom>
              <a:rect b="b" l="l" r="r" t="t"/>
              <a:pathLst>
                <a:path extrusionOk="0" h="4152" w="4641">
                  <a:moveTo>
                    <a:pt x="98" y="1"/>
                  </a:moveTo>
                  <a:cubicBezTo>
                    <a:pt x="50" y="1"/>
                    <a:pt x="0" y="67"/>
                    <a:pt x="35" y="124"/>
                  </a:cubicBezTo>
                  <a:cubicBezTo>
                    <a:pt x="1038" y="1739"/>
                    <a:pt x="2684" y="3337"/>
                    <a:pt x="4439" y="4137"/>
                  </a:cubicBezTo>
                  <a:cubicBezTo>
                    <a:pt x="4459" y="4147"/>
                    <a:pt x="4479" y="4151"/>
                    <a:pt x="4496" y="4151"/>
                  </a:cubicBezTo>
                  <a:cubicBezTo>
                    <a:pt x="4589" y="4151"/>
                    <a:pt x="4641" y="4030"/>
                    <a:pt x="4549" y="3964"/>
                  </a:cubicBezTo>
                  <a:cubicBezTo>
                    <a:pt x="3718" y="3353"/>
                    <a:pt x="2856" y="2820"/>
                    <a:pt x="2104" y="2130"/>
                  </a:cubicBezTo>
                  <a:cubicBezTo>
                    <a:pt x="1383" y="1488"/>
                    <a:pt x="771" y="767"/>
                    <a:pt x="144" y="30"/>
                  </a:cubicBezTo>
                  <a:cubicBezTo>
                    <a:pt x="132" y="9"/>
                    <a:pt x="115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7937900" y="3685425"/>
              <a:ext cx="98675" cy="63600"/>
            </a:xfrm>
            <a:custGeom>
              <a:rect b="b" l="l" r="r" t="t"/>
              <a:pathLst>
                <a:path extrusionOk="0" h="2544" w="3947">
                  <a:moveTo>
                    <a:pt x="120" y="1"/>
                  </a:moveTo>
                  <a:cubicBezTo>
                    <a:pt x="56" y="1"/>
                    <a:pt x="1" y="106"/>
                    <a:pt x="52" y="158"/>
                  </a:cubicBezTo>
                  <a:cubicBezTo>
                    <a:pt x="930" y="1255"/>
                    <a:pt x="2419" y="2164"/>
                    <a:pt x="3752" y="2540"/>
                  </a:cubicBezTo>
                  <a:cubicBezTo>
                    <a:pt x="3762" y="2543"/>
                    <a:pt x="3772" y="2544"/>
                    <a:pt x="3781" y="2544"/>
                  </a:cubicBezTo>
                  <a:cubicBezTo>
                    <a:pt x="3889" y="2544"/>
                    <a:pt x="3946" y="2394"/>
                    <a:pt x="3846" y="2336"/>
                  </a:cubicBezTo>
                  <a:cubicBezTo>
                    <a:pt x="3187" y="2023"/>
                    <a:pt x="2529" y="1725"/>
                    <a:pt x="1902" y="1333"/>
                  </a:cubicBezTo>
                  <a:cubicBezTo>
                    <a:pt x="1291" y="941"/>
                    <a:pt x="742" y="455"/>
                    <a:pt x="162" y="16"/>
                  </a:cubicBezTo>
                  <a:cubicBezTo>
                    <a:pt x="148" y="6"/>
                    <a:pt x="134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6"/>
          <p:cNvSpPr txBox="1"/>
          <p:nvPr>
            <p:ph type="title"/>
          </p:nvPr>
        </p:nvSpPr>
        <p:spPr>
          <a:xfrm>
            <a:off x="720000" y="1058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Problem/Motivation</a:t>
            </a:r>
            <a:endParaRPr/>
          </a:p>
        </p:txBody>
      </p:sp>
      <p:sp>
        <p:nvSpPr>
          <p:cNvPr id="773" name="Google Shape;773;p26"/>
          <p:cNvSpPr txBox="1"/>
          <p:nvPr>
            <p:ph idx="3" type="subTitle"/>
          </p:nvPr>
        </p:nvSpPr>
        <p:spPr>
          <a:xfrm>
            <a:off x="1320100" y="1280500"/>
            <a:ext cx="6202800" cy="27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Beauty products vary wi</a:t>
            </a:r>
            <a:r>
              <a:rPr lang="en"/>
              <a:t>ldly</a:t>
            </a:r>
            <a:r>
              <a:rPr lang="en"/>
              <a:t> in price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Many products have similar </a:t>
            </a:r>
            <a:r>
              <a:rPr lang="en"/>
              <a:t>ingredients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It can be difficult to find true dupes</a:t>
            </a:r>
            <a:endParaRPr/>
          </a:p>
        </p:txBody>
      </p:sp>
      <p:sp>
        <p:nvSpPr>
          <p:cNvPr id="774" name="Google Shape;774;p26"/>
          <p:cNvSpPr/>
          <p:nvPr/>
        </p:nvSpPr>
        <p:spPr>
          <a:xfrm rot="-1799979">
            <a:off x="250781" y="3205208"/>
            <a:ext cx="1132732" cy="2065501"/>
          </a:xfrm>
          <a:custGeom>
            <a:rect b="b" l="l" r="r" t="t"/>
            <a:pathLst>
              <a:path extrusionOk="0" h="32332" w="17732">
                <a:moveTo>
                  <a:pt x="2570" y="1"/>
                </a:moveTo>
                <a:cubicBezTo>
                  <a:pt x="1908" y="1"/>
                  <a:pt x="1247" y="65"/>
                  <a:pt x="635" y="151"/>
                </a:cubicBezTo>
                <a:cubicBezTo>
                  <a:pt x="436" y="175"/>
                  <a:pt x="212" y="213"/>
                  <a:pt x="1" y="250"/>
                </a:cubicBezTo>
                <a:lnTo>
                  <a:pt x="498" y="1219"/>
                </a:lnTo>
                <a:cubicBezTo>
                  <a:pt x="856" y="1190"/>
                  <a:pt x="1217" y="1174"/>
                  <a:pt x="1574" y="1174"/>
                </a:cubicBezTo>
                <a:cubicBezTo>
                  <a:pt x="2120" y="1174"/>
                  <a:pt x="2658" y="1211"/>
                  <a:pt x="3169" y="1294"/>
                </a:cubicBezTo>
                <a:cubicBezTo>
                  <a:pt x="5319" y="1629"/>
                  <a:pt x="6002" y="3307"/>
                  <a:pt x="6213" y="5282"/>
                </a:cubicBezTo>
                <a:cubicBezTo>
                  <a:pt x="6425" y="7245"/>
                  <a:pt x="6325" y="9320"/>
                  <a:pt x="7046" y="11197"/>
                </a:cubicBezTo>
                <a:cubicBezTo>
                  <a:pt x="7891" y="13396"/>
                  <a:pt x="9792" y="14191"/>
                  <a:pt x="11941" y="14688"/>
                </a:cubicBezTo>
                <a:cubicBezTo>
                  <a:pt x="13221" y="14974"/>
                  <a:pt x="14501" y="15284"/>
                  <a:pt x="15271" y="16440"/>
                </a:cubicBezTo>
                <a:cubicBezTo>
                  <a:pt x="16042" y="17571"/>
                  <a:pt x="15893" y="19099"/>
                  <a:pt x="15644" y="20379"/>
                </a:cubicBezTo>
                <a:cubicBezTo>
                  <a:pt x="15433" y="21472"/>
                  <a:pt x="15147" y="22590"/>
                  <a:pt x="14762" y="23634"/>
                </a:cubicBezTo>
                <a:cubicBezTo>
                  <a:pt x="14215" y="25088"/>
                  <a:pt x="13159" y="25721"/>
                  <a:pt x="11631" y="25746"/>
                </a:cubicBezTo>
                <a:cubicBezTo>
                  <a:pt x="11578" y="25747"/>
                  <a:pt x="11524" y="25748"/>
                  <a:pt x="11471" y="25748"/>
                </a:cubicBezTo>
                <a:cubicBezTo>
                  <a:pt x="10874" y="25748"/>
                  <a:pt x="10263" y="25689"/>
                  <a:pt x="9661" y="25689"/>
                </a:cubicBezTo>
                <a:cubicBezTo>
                  <a:pt x="9019" y="25689"/>
                  <a:pt x="8387" y="25756"/>
                  <a:pt x="7791" y="26032"/>
                </a:cubicBezTo>
                <a:cubicBezTo>
                  <a:pt x="7009" y="26380"/>
                  <a:pt x="6387" y="26989"/>
                  <a:pt x="5791" y="27598"/>
                </a:cubicBezTo>
                <a:cubicBezTo>
                  <a:pt x="5033" y="28380"/>
                  <a:pt x="4126" y="29735"/>
                  <a:pt x="3070" y="30518"/>
                </a:cubicBezTo>
                <a:cubicBezTo>
                  <a:pt x="3045" y="31126"/>
                  <a:pt x="3070" y="31723"/>
                  <a:pt x="3144" y="32332"/>
                </a:cubicBezTo>
                <a:cubicBezTo>
                  <a:pt x="5021" y="31213"/>
                  <a:pt x="6599" y="28579"/>
                  <a:pt x="8090" y="27573"/>
                </a:cubicBezTo>
                <a:cubicBezTo>
                  <a:pt x="8592" y="27232"/>
                  <a:pt x="9207" y="27141"/>
                  <a:pt x="9842" y="27141"/>
                </a:cubicBezTo>
                <a:cubicBezTo>
                  <a:pt x="10574" y="27141"/>
                  <a:pt x="11333" y="27262"/>
                  <a:pt x="11979" y="27262"/>
                </a:cubicBezTo>
                <a:cubicBezTo>
                  <a:pt x="11996" y="27262"/>
                  <a:pt x="12013" y="27262"/>
                  <a:pt x="12029" y="27262"/>
                </a:cubicBezTo>
                <a:cubicBezTo>
                  <a:pt x="13227" y="27262"/>
                  <a:pt x="14327" y="26828"/>
                  <a:pt x="15184" y="25995"/>
                </a:cubicBezTo>
                <a:cubicBezTo>
                  <a:pt x="16700" y="24516"/>
                  <a:pt x="17247" y="21708"/>
                  <a:pt x="17458" y="19695"/>
                </a:cubicBezTo>
                <a:cubicBezTo>
                  <a:pt x="17732" y="17235"/>
                  <a:pt x="16949" y="14849"/>
                  <a:pt x="14588" y="13744"/>
                </a:cubicBezTo>
                <a:cubicBezTo>
                  <a:pt x="12525" y="12774"/>
                  <a:pt x="9829" y="13098"/>
                  <a:pt x="8698" y="10749"/>
                </a:cubicBezTo>
                <a:cubicBezTo>
                  <a:pt x="7195" y="7630"/>
                  <a:pt x="9146" y="2163"/>
                  <a:pt x="5108" y="449"/>
                </a:cubicBezTo>
                <a:cubicBezTo>
                  <a:pt x="4334" y="115"/>
                  <a:pt x="3451" y="1"/>
                  <a:pt x="25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6"/>
          <p:cNvSpPr/>
          <p:nvPr/>
        </p:nvSpPr>
        <p:spPr>
          <a:xfrm rot="-1799979">
            <a:off x="1047502" y="3684278"/>
            <a:ext cx="474634" cy="1080983"/>
          </a:xfrm>
          <a:custGeom>
            <a:rect b="b" l="l" r="r" t="t"/>
            <a:pathLst>
              <a:path extrusionOk="0" h="16921" w="7430">
                <a:moveTo>
                  <a:pt x="234" y="1"/>
                </a:moveTo>
                <a:cubicBezTo>
                  <a:pt x="95" y="1"/>
                  <a:pt x="1" y="213"/>
                  <a:pt x="149" y="308"/>
                </a:cubicBezTo>
                <a:cubicBezTo>
                  <a:pt x="1341" y="1053"/>
                  <a:pt x="2683" y="1389"/>
                  <a:pt x="3963" y="1948"/>
                </a:cubicBezTo>
                <a:cubicBezTo>
                  <a:pt x="5877" y="2793"/>
                  <a:pt x="6784" y="4731"/>
                  <a:pt x="7020" y="6732"/>
                </a:cubicBezTo>
                <a:cubicBezTo>
                  <a:pt x="7231" y="8546"/>
                  <a:pt x="6809" y="10471"/>
                  <a:pt x="6262" y="12186"/>
                </a:cubicBezTo>
                <a:cubicBezTo>
                  <a:pt x="6013" y="12981"/>
                  <a:pt x="5504" y="13789"/>
                  <a:pt x="4994" y="14435"/>
                </a:cubicBezTo>
                <a:cubicBezTo>
                  <a:pt x="4497" y="15069"/>
                  <a:pt x="3715" y="15379"/>
                  <a:pt x="3131" y="15901"/>
                </a:cubicBezTo>
                <a:cubicBezTo>
                  <a:pt x="2757" y="16231"/>
                  <a:pt x="3064" y="16920"/>
                  <a:pt x="3518" y="16920"/>
                </a:cubicBezTo>
                <a:cubicBezTo>
                  <a:pt x="3577" y="16920"/>
                  <a:pt x="3639" y="16909"/>
                  <a:pt x="3702" y="16883"/>
                </a:cubicBezTo>
                <a:cubicBezTo>
                  <a:pt x="5156" y="16299"/>
                  <a:pt x="6125" y="14597"/>
                  <a:pt x="6498" y="13130"/>
                </a:cubicBezTo>
                <a:cubicBezTo>
                  <a:pt x="7020" y="11118"/>
                  <a:pt x="7430" y="9192"/>
                  <a:pt x="7330" y="7079"/>
                </a:cubicBezTo>
                <a:cubicBezTo>
                  <a:pt x="7256" y="5327"/>
                  <a:pt x="6796" y="3339"/>
                  <a:pt x="5280" y="2246"/>
                </a:cubicBezTo>
                <a:cubicBezTo>
                  <a:pt x="3789" y="1177"/>
                  <a:pt x="1876" y="966"/>
                  <a:pt x="310" y="22"/>
                </a:cubicBezTo>
                <a:cubicBezTo>
                  <a:pt x="284" y="7"/>
                  <a:pt x="259" y="1"/>
                  <a:pt x="2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6"/>
          <p:cNvSpPr/>
          <p:nvPr/>
        </p:nvSpPr>
        <p:spPr>
          <a:xfrm>
            <a:off x="7911915" y="148263"/>
            <a:ext cx="61719" cy="47430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6"/>
          <p:cNvSpPr/>
          <p:nvPr/>
        </p:nvSpPr>
        <p:spPr>
          <a:xfrm>
            <a:off x="7522885" y="817939"/>
            <a:ext cx="61067" cy="47380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8" name="Google Shape;778;p26"/>
          <p:cNvGrpSpPr/>
          <p:nvPr/>
        </p:nvGrpSpPr>
        <p:grpSpPr>
          <a:xfrm>
            <a:off x="455802" y="4323714"/>
            <a:ext cx="580761" cy="537726"/>
            <a:chOff x="6865500" y="2954725"/>
            <a:chExt cx="715575" cy="662550"/>
          </a:xfrm>
        </p:grpSpPr>
        <p:sp>
          <p:nvSpPr>
            <p:cNvPr id="779" name="Google Shape;779;p26"/>
            <p:cNvSpPr/>
            <p:nvPr/>
          </p:nvSpPr>
          <p:spPr>
            <a:xfrm>
              <a:off x="6865500" y="2954725"/>
              <a:ext cx="715575" cy="662550"/>
            </a:xfrm>
            <a:custGeom>
              <a:rect b="b" l="l" r="r" t="t"/>
              <a:pathLst>
                <a:path extrusionOk="0" h="26502" w="28623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6936825" y="3457675"/>
              <a:ext cx="56825" cy="50275"/>
            </a:xfrm>
            <a:custGeom>
              <a:rect b="b" l="l" r="r" t="t"/>
              <a:pathLst>
                <a:path extrusionOk="0" h="2011" w="2273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7093575" y="3448975"/>
              <a:ext cx="41550" cy="40225"/>
            </a:xfrm>
            <a:custGeom>
              <a:rect b="b" l="l" r="r" t="t"/>
              <a:pathLst>
                <a:path extrusionOk="0" h="1609" w="1662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7217000" y="3498975"/>
              <a:ext cx="45475" cy="47825"/>
            </a:xfrm>
            <a:custGeom>
              <a:rect b="b" l="l" r="r" t="t"/>
              <a:pathLst>
                <a:path extrusionOk="0" h="1913" w="1819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6912125" y="3363375"/>
              <a:ext cx="38050" cy="27800"/>
            </a:xfrm>
            <a:custGeom>
              <a:rect b="b" l="l" r="r" t="t"/>
              <a:pathLst>
                <a:path extrusionOk="0" h="1112" w="1522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7175475" y="3356250"/>
              <a:ext cx="23925" cy="24600"/>
            </a:xfrm>
            <a:custGeom>
              <a:rect b="b" l="l" r="r" t="t"/>
              <a:pathLst>
                <a:path extrusionOk="0" h="984" w="957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7342800" y="3370350"/>
              <a:ext cx="22350" cy="21275"/>
            </a:xfrm>
            <a:custGeom>
              <a:rect b="b" l="l" r="r" t="t"/>
              <a:pathLst>
                <a:path extrusionOk="0" h="851" w="894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7136275" y="2994975"/>
              <a:ext cx="20025" cy="18250"/>
            </a:xfrm>
            <a:custGeom>
              <a:rect b="b" l="l" r="r" t="t"/>
              <a:pathLst>
                <a:path extrusionOk="0" h="730" w="801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7237025" y="2983600"/>
              <a:ext cx="16050" cy="14975"/>
            </a:xfrm>
            <a:custGeom>
              <a:rect b="b" l="l" r="r" t="t"/>
              <a:pathLst>
                <a:path extrusionOk="0" h="599" w="642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7003825" y="2998150"/>
              <a:ext cx="9425" cy="7000"/>
            </a:xfrm>
            <a:custGeom>
              <a:rect b="b" l="l" r="r" t="t"/>
              <a:pathLst>
                <a:path extrusionOk="0" h="280" w="377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7152350" y="3141700"/>
              <a:ext cx="7075" cy="6900"/>
            </a:xfrm>
            <a:custGeom>
              <a:rect b="b" l="l" r="r" t="t"/>
              <a:pathLst>
                <a:path extrusionOk="0" h="276" w="283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26"/>
          <p:cNvGrpSpPr/>
          <p:nvPr/>
        </p:nvGrpSpPr>
        <p:grpSpPr>
          <a:xfrm rot="-676841">
            <a:off x="7973489" y="666849"/>
            <a:ext cx="413164" cy="714460"/>
            <a:chOff x="7867875" y="796650"/>
            <a:chExt cx="512175" cy="885675"/>
          </a:xfrm>
        </p:grpSpPr>
        <p:sp>
          <p:nvSpPr>
            <p:cNvPr id="791" name="Google Shape;791;p26"/>
            <p:cNvSpPr/>
            <p:nvPr/>
          </p:nvSpPr>
          <p:spPr>
            <a:xfrm>
              <a:off x="7867875" y="796650"/>
              <a:ext cx="512175" cy="885675"/>
            </a:xfrm>
            <a:custGeom>
              <a:rect b="b" l="l" r="r" t="t"/>
              <a:pathLst>
                <a:path extrusionOk="0" h="35427" w="20487">
                  <a:moveTo>
                    <a:pt x="10411" y="735"/>
                  </a:moveTo>
                  <a:cubicBezTo>
                    <a:pt x="10881" y="735"/>
                    <a:pt x="11353" y="787"/>
                    <a:pt x="11819" y="878"/>
                  </a:cubicBezTo>
                  <a:cubicBezTo>
                    <a:pt x="11929" y="894"/>
                    <a:pt x="12023" y="988"/>
                    <a:pt x="11992" y="1098"/>
                  </a:cubicBezTo>
                  <a:cubicBezTo>
                    <a:pt x="11992" y="1161"/>
                    <a:pt x="11897" y="1223"/>
                    <a:pt x="11835" y="1239"/>
                  </a:cubicBezTo>
                  <a:cubicBezTo>
                    <a:pt x="11402" y="1366"/>
                    <a:pt x="10949" y="1401"/>
                    <a:pt x="10500" y="1401"/>
                  </a:cubicBezTo>
                  <a:cubicBezTo>
                    <a:pt x="10396" y="1401"/>
                    <a:pt x="10292" y="1399"/>
                    <a:pt x="10189" y="1396"/>
                  </a:cubicBezTo>
                  <a:cubicBezTo>
                    <a:pt x="9562" y="1364"/>
                    <a:pt x="8951" y="1270"/>
                    <a:pt x="8324" y="1208"/>
                  </a:cubicBezTo>
                  <a:cubicBezTo>
                    <a:pt x="8167" y="1192"/>
                    <a:pt x="7995" y="1161"/>
                    <a:pt x="7979" y="1004"/>
                  </a:cubicBezTo>
                  <a:cubicBezTo>
                    <a:pt x="7948" y="784"/>
                    <a:pt x="8151" y="784"/>
                    <a:pt x="8277" y="784"/>
                  </a:cubicBezTo>
                  <a:cubicBezTo>
                    <a:pt x="8423" y="779"/>
                    <a:pt x="8571" y="777"/>
                    <a:pt x="8721" y="777"/>
                  </a:cubicBezTo>
                  <a:cubicBezTo>
                    <a:pt x="9020" y="777"/>
                    <a:pt x="9327" y="784"/>
                    <a:pt x="9640" y="784"/>
                  </a:cubicBezTo>
                  <a:cubicBezTo>
                    <a:pt x="9896" y="751"/>
                    <a:pt x="10153" y="735"/>
                    <a:pt x="10411" y="735"/>
                  </a:cubicBezTo>
                  <a:close/>
                  <a:moveTo>
                    <a:pt x="7405" y="1803"/>
                  </a:moveTo>
                  <a:cubicBezTo>
                    <a:pt x="7630" y="1803"/>
                    <a:pt x="7829" y="1914"/>
                    <a:pt x="8042" y="1914"/>
                  </a:cubicBezTo>
                  <a:cubicBezTo>
                    <a:pt x="8052" y="1914"/>
                    <a:pt x="8063" y="1914"/>
                    <a:pt x="8073" y="1913"/>
                  </a:cubicBezTo>
                  <a:cubicBezTo>
                    <a:pt x="8188" y="1907"/>
                    <a:pt x="8309" y="1900"/>
                    <a:pt x="8431" y="1900"/>
                  </a:cubicBezTo>
                  <a:cubicBezTo>
                    <a:pt x="8608" y="1900"/>
                    <a:pt x="8790" y="1914"/>
                    <a:pt x="8966" y="1960"/>
                  </a:cubicBezTo>
                  <a:cubicBezTo>
                    <a:pt x="9390" y="2062"/>
                    <a:pt x="9817" y="2081"/>
                    <a:pt x="10244" y="2081"/>
                  </a:cubicBezTo>
                  <a:cubicBezTo>
                    <a:pt x="10511" y="2081"/>
                    <a:pt x="10778" y="2074"/>
                    <a:pt x="11044" y="2074"/>
                  </a:cubicBezTo>
                  <a:cubicBezTo>
                    <a:pt x="11203" y="2074"/>
                    <a:pt x="11363" y="2077"/>
                    <a:pt x="11521" y="2085"/>
                  </a:cubicBezTo>
                  <a:cubicBezTo>
                    <a:pt x="11541" y="2086"/>
                    <a:pt x="11561" y="2087"/>
                    <a:pt x="11581" y="2087"/>
                  </a:cubicBezTo>
                  <a:cubicBezTo>
                    <a:pt x="11949" y="2087"/>
                    <a:pt x="12276" y="1953"/>
                    <a:pt x="12603" y="1819"/>
                  </a:cubicBezTo>
                  <a:cubicBezTo>
                    <a:pt x="12608" y="1817"/>
                    <a:pt x="12614" y="1816"/>
                    <a:pt x="12620" y="1816"/>
                  </a:cubicBezTo>
                  <a:cubicBezTo>
                    <a:pt x="12672" y="1816"/>
                    <a:pt x="12760" y="1871"/>
                    <a:pt x="12760" y="1913"/>
                  </a:cubicBezTo>
                  <a:cubicBezTo>
                    <a:pt x="12775" y="1960"/>
                    <a:pt x="12744" y="2054"/>
                    <a:pt x="12697" y="2101"/>
                  </a:cubicBezTo>
                  <a:cubicBezTo>
                    <a:pt x="12493" y="2321"/>
                    <a:pt x="12242" y="2462"/>
                    <a:pt x="11913" y="2477"/>
                  </a:cubicBezTo>
                  <a:cubicBezTo>
                    <a:pt x="11490" y="2493"/>
                    <a:pt x="11067" y="2571"/>
                    <a:pt x="10644" y="2634"/>
                  </a:cubicBezTo>
                  <a:cubicBezTo>
                    <a:pt x="11161" y="2963"/>
                    <a:pt x="11709" y="2916"/>
                    <a:pt x="12242" y="2947"/>
                  </a:cubicBezTo>
                  <a:cubicBezTo>
                    <a:pt x="12352" y="2947"/>
                    <a:pt x="12477" y="2932"/>
                    <a:pt x="12587" y="2932"/>
                  </a:cubicBezTo>
                  <a:cubicBezTo>
                    <a:pt x="12697" y="2947"/>
                    <a:pt x="12791" y="3214"/>
                    <a:pt x="12697" y="3308"/>
                  </a:cubicBezTo>
                  <a:cubicBezTo>
                    <a:pt x="12634" y="3386"/>
                    <a:pt x="12556" y="3496"/>
                    <a:pt x="12462" y="3527"/>
                  </a:cubicBezTo>
                  <a:cubicBezTo>
                    <a:pt x="12048" y="3677"/>
                    <a:pt x="11626" y="3801"/>
                    <a:pt x="11189" y="3801"/>
                  </a:cubicBezTo>
                  <a:cubicBezTo>
                    <a:pt x="11030" y="3801"/>
                    <a:pt x="10869" y="3785"/>
                    <a:pt x="10706" y="3747"/>
                  </a:cubicBezTo>
                  <a:cubicBezTo>
                    <a:pt x="9844" y="3543"/>
                    <a:pt x="8966" y="3355"/>
                    <a:pt x="8089" y="3136"/>
                  </a:cubicBezTo>
                  <a:cubicBezTo>
                    <a:pt x="7853" y="3073"/>
                    <a:pt x="7571" y="3026"/>
                    <a:pt x="7446" y="2759"/>
                  </a:cubicBezTo>
                  <a:cubicBezTo>
                    <a:pt x="7430" y="2524"/>
                    <a:pt x="7618" y="2571"/>
                    <a:pt x="7744" y="2556"/>
                  </a:cubicBezTo>
                  <a:cubicBezTo>
                    <a:pt x="7901" y="2540"/>
                    <a:pt x="8042" y="2556"/>
                    <a:pt x="8198" y="2524"/>
                  </a:cubicBezTo>
                  <a:cubicBezTo>
                    <a:pt x="8245" y="2524"/>
                    <a:pt x="8324" y="2446"/>
                    <a:pt x="8324" y="2399"/>
                  </a:cubicBezTo>
                  <a:cubicBezTo>
                    <a:pt x="8324" y="2336"/>
                    <a:pt x="8277" y="2258"/>
                    <a:pt x="8214" y="2226"/>
                  </a:cubicBezTo>
                  <a:cubicBezTo>
                    <a:pt x="7901" y="2070"/>
                    <a:pt x="7477" y="2164"/>
                    <a:pt x="7164" y="1850"/>
                  </a:cubicBezTo>
                  <a:cubicBezTo>
                    <a:pt x="7248" y="1816"/>
                    <a:pt x="7328" y="1803"/>
                    <a:pt x="7405" y="1803"/>
                  </a:cubicBezTo>
                  <a:close/>
                  <a:moveTo>
                    <a:pt x="7398" y="3721"/>
                  </a:moveTo>
                  <a:cubicBezTo>
                    <a:pt x="7434" y="3721"/>
                    <a:pt x="7471" y="3724"/>
                    <a:pt x="7509" y="3731"/>
                  </a:cubicBezTo>
                  <a:cubicBezTo>
                    <a:pt x="8136" y="3841"/>
                    <a:pt x="8763" y="3966"/>
                    <a:pt x="9374" y="4139"/>
                  </a:cubicBezTo>
                  <a:cubicBezTo>
                    <a:pt x="9882" y="4282"/>
                    <a:pt x="10382" y="4360"/>
                    <a:pt x="10882" y="4360"/>
                  </a:cubicBezTo>
                  <a:cubicBezTo>
                    <a:pt x="11369" y="4360"/>
                    <a:pt x="11857" y="4286"/>
                    <a:pt x="12352" y="4123"/>
                  </a:cubicBezTo>
                  <a:cubicBezTo>
                    <a:pt x="12471" y="4081"/>
                    <a:pt x="12571" y="4059"/>
                    <a:pt x="12655" y="4059"/>
                  </a:cubicBezTo>
                  <a:cubicBezTo>
                    <a:pt x="12913" y="4059"/>
                    <a:pt x="13014" y="4265"/>
                    <a:pt x="13026" y="4703"/>
                  </a:cubicBezTo>
                  <a:cubicBezTo>
                    <a:pt x="13073" y="5095"/>
                    <a:pt x="12854" y="5330"/>
                    <a:pt x="12477" y="5534"/>
                  </a:cubicBezTo>
                  <a:cubicBezTo>
                    <a:pt x="11788" y="5894"/>
                    <a:pt x="11035" y="5879"/>
                    <a:pt x="10299" y="6051"/>
                  </a:cubicBezTo>
                  <a:cubicBezTo>
                    <a:pt x="10264" y="6060"/>
                    <a:pt x="10227" y="6064"/>
                    <a:pt x="10189" y="6064"/>
                  </a:cubicBezTo>
                  <a:cubicBezTo>
                    <a:pt x="10024" y="6064"/>
                    <a:pt x="9835" y="5989"/>
                    <a:pt x="9656" y="5926"/>
                  </a:cubicBezTo>
                  <a:cubicBezTo>
                    <a:pt x="9013" y="5722"/>
                    <a:pt x="8402" y="5455"/>
                    <a:pt x="7744" y="5283"/>
                  </a:cubicBezTo>
                  <a:cubicBezTo>
                    <a:pt x="7289" y="5158"/>
                    <a:pt x="7070" y="4860"/>
                    <a:pt x="6929" y="4437"/>
                  </a:cubicBezTo>
                  <a:cubicBezTo>
                    <a:pt x="6815" y="4066"/>
                    <a:pt x="7038" y="3721"/>
                    <a:pt x="7398" y="3721"/>
                  </a:cubicBezTo>
                  <a:close/>
                  <a:moveTo>
                    <a:pt x="6018" y="5475"/>
                  </a:moveTo>
                  <a:cubicBezTo>
                    <a:pt x="6353" y="5475"/>
                    <a:pt x="6691" y="5545"/>
                    <a:pt x="7038" y="5706"/>
                  </a:cubicBezTo>
                  <a:cubicBezTo>
                    <a:pt x="7712" y="6020"/>
                    <a:pt x="8433" y="6223"/>
                    <a:pt x="9139" y="6459"/>
                  </a:cubicBezTo>
                  <a:cubicBezTo>
                    <a:pt x="9528" y="6596"/>
                    <a:pt x="9909" y="6717"/>
                    <a:pt x="10319" y="6717"/>
                  </a:cubicBezTo>
                  <a:cubicBezTo>
                    <a:pt x="10469" y="6717"/>
                    <a:pt x="10624" y="6700"/>
                    <a:pt x="10785" y="6662"/>
                  </a:cubicBezTo>
                  <a:cubicBezTo>
                    <a:pt x="10828" y="6653"/>
                    <a:pt x="10869" y="6649"/>
                    <a:pt x="10907" y="6649"/>
                  </a:cubicBezTo>
                  <a:cubicBezTo>
                    <a:pt x="11134" y="6649"/>
                    <a:pt x="11277" y="6804"/>
                    <a:pt x="11318" y="7086"/>
                  </a:cubicBezTo>
                  <a:cubicBezTo>
                    <a:pt x="11443" y="8136"/>
                    <a:pt x="11553" y="9170"/>
                    <a:pt x="11662" y="10205"/>
                  </a:cubicBezTo>
                  <a:cubicBezTo>
                    <a:pt x="11675" y="10379"/>
                    <a:pt x="11578" y="10495"/>
                    <a:pt x="11419" y="10495"/>
                  </a:cubicBezTo>
                  <a:cubicBezTo>
                    <a:pt x="11379" y="10495"/>
                    <a:pt x="11334" y="10487"/>
                    <a:pt x="11286" y="10471"/>
                  </a:cubicBezTo>
                  <a:cubicBezTo>
                    <a:pt x="10189" y="10126"/>
                    <a:pt x="9060" y="9844"/>
                    <a:pt x="7995" y="9421"/>
                  </a:cubicBezTo>
                  <a:cubicBezTo>
                    <a:pt x="6396" y="8763"/>
                    <a:pt x="4766" y="8214"/>
                    <a:pt x="3120" y="7728"/>
                  </a:cubicBezTo>
                  <a:cubicBezTo>
                    <a:pt x="2618" y="7571"/>
                    <a:pt x="2179" y="7336"/>
                    <a:pt x="1803" y="6944"/>
                  </a:cubicBezTo>
                  <a:cubicBezTo>
                    <a:pt x="2117" y="6584"/>
                    <a:pt x="2524" y="6600"/>
                    <a:pt x="2869" y="6474"/>
                  </a:cubicBezTo>
                  <a:cubicBezTo>
                    <a:pt x="3590" y="6176"/>
                    <a:pt x="4327" y="5910"/>
                    <a:pt x="5079" y="5643"/>
                  </a:cubicBezTo>
                  <a:cubicBezTo>
                    <a:pt x="5391" y="5537"/>
                    <a:pt x="5703" y="5475"/>
                    <a:pt x="6018" y="5475"/>
                  </a:cubicBezTo>
                  <a:close/>
                  <a:moveTo>
                    <a:pt x="13662" y="5752"/>
                  </a:moveTo>
                  <a:cubicBezTo>
                    <a:pt x="13685" y="5752"/>
                    <a:pt x="13708" y="5752"/>
                    <a:pt x="13731" y="5753"/>
                  </a:cubicBezTo>
                  <a:cubicBezTo>
                    <a:pt x="14515" y="5800"/>
                    <a:pt x="15267" y="5926"/>
                    <a:pt x="15941" y="6412"/>
                  </a:cubicBezTo>
                  <a:cubicBezTo>
                    <a:pt x="16490" y="6788"/>
                    <a:pt x="17117" y="7038"/>
                    <a:pt x="17713" y="7368"/>
                  </a:cubicBezTo>
                  <a:cubicBezTo>
                    <a:pt x="18105" y="7587"/>
                    <a:pt x="18449" y="7869"/>
                    <a:pt x="18763" y="8183"/>
                  </a:cubicBezTo>
                  <a:cubicBezTo>
                    <a:pt x="18951" y="8386"/>
                    <a:pt x="18904" y="8637"/>
                    <a:pt x="18669" y="8731"/>
                  </a:cubicBezTo>
                  <a:cubicBezTo>
                    <a:pt x="18246" y="8888"/>
                    <a:pt x="17822" y="9045"/>
                    <a:pt x="17399" y="9186"/>
                  </a:cubicBezTo>
                  <a:cubicBezTo>
                    <a:pt x="16083" y="9609"/>
                    <a:pt x="14766" y="10017"/>
                    <a:pt x="13465" y="10440"/>
                  </a:cubicBezTo>
                  <a:cubicBezTo>
                    <a:pt x="13245" y="10503"/>
                    <a:pt x="13026" y="10534"/>
                    <a:pt x="12807" y="10565"/>
                  </a:cubicBezTo>
                  <a:cubicBezTo>
                    <a:pt x="12781" y="10569"/>
                    <a:pt x="12755" y="10571"/>
                    <a:pt x="12731" y="10571"/>
                  </a:cubicBezTo>
                  <a:cubicBezTo>
                    <a:pt x="12561" y="10571"/>
                    <a:pt x="12420" y="10479"/>
                    <a:pt x="12352" y="10314"/>
                  </a:cubicBezTo>
                  <a:cubicBezTo>
                    <a:pt x="12274" y="10142"/>
                    <a:pt x="12195" y="9970"/>
                    <a:pt x="12180" y="9797"/>
                  </a:cubicBezTo>
                  <a:cubicBezTo>
                    <a:pt x="12070" y="9013"/>
                    <a:pt x="11976" y="8230"/>
                    <a:pt x="11897" y="7665"/>
                  </a:cubicBezTo>
                  <a:cubicBezTo>
                    <a:pt x="11897" y="7242"/>
                    <a:pt x="11882" y="7007"/>
                    <a:pt x="11897" y="6788"/>
                  </a:cubicBezTo>
                  <a:cubicBezTo>
                    <a:pt x="11913" y="6678"/>
                    <a:pt x="11944" y="6537"/>
                    <a:pt x="12023" y="6490"/>
                  </a:cubicBezTo>
                  <a:cubicBezTo>
                    <a:pt x="12538" y="6172"/>
                    <a:pt x="13009" y="5752"/>
                    <a:pt x="13662" y="5752"/>
                  </a:cubicBezTo>
                  <a:close/>
                  <a:moveTo>
                    <a:pt x="1600" y="7852"/>
                  </a:moveTo>
                  <a:cubicBezTo>
                    <a:pt x="1634" y="7852"/>
                    <a:pt x="1671" y="7857"/>
                    <a:pt x="1709" y="7869"/>
                  </a:cubicBezTo>
                  <a:cubicBezTo>
                    <a:pt x="3574" y="8543"/>
                    <a:pt x="5440" y="9217"/>
                    <a:pt x="7321" y="9876"/>
                  </a:cubicBezTo>
                  <a:cubicBezTo>
                    <a:pt x="8198" y="10173"/>
                    <a:pt x="9092" y="10455"/>
                    <a:pt x="9970" y="10769"/>
                  </a:cubicBezTo>
                  <a:cubicBezTo>
                    <a:pt x="10283" y="10879"/>
                    <a:pt x="10581" y="11051"/>
                    <a:pt x="10910" y="11129"/>
                  </a:cubicBezTo>
                  <a:cubicBezTo>
                    <a:pt x="11631" y="11302"/>
                    <a:pt x="11835" y="11788"/>
                    <a:pt x="11788" y="12462"/>
                  </a:cubicBezTo>
                  <a:cubicBezTo>
                    <a:pt x="11709" y="13590"/>
                    <a:pt x="11741" y="14703"/>
                    <a:pt x="11866" y="15879"/>
                  </a:cubicBezTo>
                  <a:cubicBezTo>
                    <a:pt x="11678" y="17321"/>
                    <a:pt x="12070" y="18826"/>
                    <a:pt x="11756" y="20299"/>
                  </a:cubicBezTo>
                  <a:cubicBezTo>
                    <a:pt x="11944" y="21271"/>
                    <a:pt x="11772" y="22243"/>
                    <a:pt x="11850" y="23214"/>
                  </a:cubicBezTo>
                  <a:cubicBezTo>
                    <a:pt x="11929" y="24374"/>
                    <a:pt x="11897" y="25534"/>
                    <a:pt x="11944" y="26694"/>
                  </a:cubicBezTo>
                  <a:cubicBezTo>
                    <a:pt x="12007" y="28152"/>
                    <a:pt x="12101" y="29610"/>
                    <a:pt x="12148" y="31067"/>
                  </a:cubicBezTo>
                  <a:cubicBezTo>
                    <a:pt x="12180" y="32008"/>
                    <a:pt x="12148" y="32932"/>
                    <a:pt x="12117" y="33873"/>
                  </a:cubicBezTo>
                  <a:cubicBezTo>
                    <a:pt x="12117" y="34173"/>
                    <a:pt x="12034" y="34298"/>
                    <a:pt x="11847" y="34298"/>
                  </a:cubicBezTo>
                  <a:cubicBezTo>
                    <a:pt x="11790" y="34298"/>
                    <a:pt x="11724" y="34287"/>
                    <a:pt x="11647" y="34265"/>
                  </a:cubicBezTo>
                  <a:cubicBezTo>
                    <a:pt x="10424" y="33889"/>
                    <a:pt x="9170" y="33653"/>
                    <a:pt x="7995" y="33136"/>
                  </a:cubicBezTo>
                  <a:cubicBezTo>
                    <a:pt x="7524" y="32932"/>
                    <a:pt x="6991" y="32854"/>
                    <a:pt x="6506" y="32650"/>
                  </a:cubicBezTo>
                  <a:cubicBezTo>
                    <a:pt x="5816" y="32384"/>
                    <a:pt x="5110" y="32133"/>
                    <a:pt x="4468" y="31741"/>
                  </a:cubicBezTo>
                  <a:cubicBezTo>
                    <a:pt x="4139" y="31553"/>
                    <a:pt x="3794" y="31428"/>
                    <a:pt x="3433" y="31318"/>
                  </a:cubicBezTo>
                  <a:cubicBezTo>
                    <a:pt x="2947" y="31161"/>
                    <a:pt x="2509" y="30879"/>
                    <a:pt x="2085" y="30550"/>
                  </a:cubicBezTo>
                  <a:cubicBezTo>
                    <a:pt x="643" y="29406"/>
                    <a:pt x="722" y="27807"/>
                    <a:pt x="737" y="26255"/>
                  </a:cubicBezTo>
                  <a:cubicBezTo>
                    <a:pt x="737" y="25581"/>
                    <a:pt x="847" y="24923"/>
                    <a:pt x="753" y="24233"/>
                  </a:cubicBezTo>
                  <a:cubicBezTo>
                    <a:pt x="722" y="23873"/>
                    <a:pt x="800" y="23497"/>
                    <a:pt x="894" y="23136"/>
                  </a:cubicBezTo>
                  <a:cubicBezTo>
                    <a:pt x="1145" y="22102"/>
                    <a:pt x="1286" y="21098"/>
                    <a:pt x="1129" y="20032"/>
                  </a:cubicBezTo>
                  <a:cubicBezTo>
                    <a:pt x="1019" y="19296"/>
                    <a:pt x="1067" y="18528"/>
                    <a:pt x="1161" y="17791"/>
                  </a:cubicBezTo>
                  <a:cubicBezTo>
                    <a:pt x="1364" y="16255"/>
                    <a:pt x="1349" y="14719"/>
                    <a:pt x="1333" y="13183"/>
                  </a:cubicBezTo>
                  <a:cubicBezTo>
                    <a:pt x="1333" y="11615"/>
                    <a:pt x="1317" y="10048"/>
                    <a:pt x="1302" y="8465"/>
                  </a:cubicBezTo>
                  <a:cubicBezTo>
                    <a:pt x="1302" y="8355"/>
                    <a:pt x="1317" y="8245"/>
                    <a:pt x="1317" y="8136"/>
                  </a:cubicBezTo>
                  <a:cubicBezTo>
                    <a:pt x="1343" y="7958"/>
                    <a:pt x="1451" y="7852"/>
                    <a:pt x="1600" y="7852"/>
                  </a:cubicBezTo>
                  <a:close/>
                  <a:moveTo>
                    <a:pt x="19134" y="9293"/>
                  </a:moveTo>
                  <a:cubicBezTo>
                    <a:pt x="19238" y="9293"/>
                    <a:pt x="19344" y="9308"/>
                    <a:pt x="19452" y="9343"/>
                  </a:cubicBezTo>
                  <a:cubicBezTo>
                    <a:pt x="19625" y="9703"/>
                    <a:pt x="19594" y="10079"/>
                    <a:pt x="19594" y="10455"/>
                  </a:cubicBezTo>
                  <a:cubicBezTo>
                    <a:pt x="19609" y="11945"/>
                    <a:pt x="19656" y="13449"/>
                    <a:pt x="19735" y="14938"/>
                  </a:cubicBezTo>
                  <a:cubicBezTo>
                    <a:pt x="19813" y="16694"/>
                    <a:pt x="19782" y="18465"/>
                    <a:pt x="19813" y="20221"/>
                  </a:cubicBezTo>
                  <a:cubicBezTo>
                    <a:pt x="19844" y="21224"/>
                    <a:pt x="19907" y="22243"/>
                    <a:pt x="19923" y="23246"/>
                  </a:cubicBezTo>
                  <a:cubicBezTo>
                    <a:pt x="19970" y="25048"/>
                    <a:pt x="19985" y="26835"/>
                    <a:pt x="19985" y="28638"/>
                  </a:cubicBezTo>
                  <a:cubicBezTo>
                    <a:pt x="19985" y="29421"/>
                    <a:pt x="19703" y="30080"/>
                    <a:pt x="19014" y="30550"/>
                  </a:cubicBezTo>
                  <a:cubicBezTo>
                    <a:pt x="18528" y="30879"/>
                    <a:pt x="18105" y="31334"/>
                    <a:pt x="17681" y="31741"/>
                  </a:cubicBezTo>
                  <a:cubicBezTo>
                    <a:pt x="16647" y="32744"/>
                    <a:pt x="15424" y="33465"/>
                    <a:pt x="14217" y="34218"/>
                  </a:cubicBezTo>
                  <a:cubicBezTo>
                    <a:pt x="14029" y="34327"/>
                    <a:pt x="13825" y="34406"/>
                    <a:pt x="13606" y="34500"/>
                  </a:cubicBezTo>
                  <a:cubicBezTo>
                    <a:pt x="13451" y="34559"/>
                    <a:pt x="13323" y="34591"/>
                    <a:pt x="13219" y="34591"/>
                  </a:cubicBezTo>
                  <a:cubicBezTo>
                    <a:pt x="12965" y="34591"/>
                    <a:pt x="12846" y="34405"/>
                    <a:pt x="12791" y="33983"/>
                  </a:cubicBezTo>
                  <a:cubicBezTo>
                    <a:pt x="12744" y="33606"/>
                    <a:pt x="12728" y="33230"/>
                    <a:pt x="12713" y="32854"/>
                  </a:cubicBezTo>
                  <a:cubicBezTo>
                    <a:pt x="12634" y="29986"/>
                    <a:pt x="12587" y="27102"/>
                    <a:pt x="12477" y="24218"/>
                  </a:cubicBezTo>
                  <a:cubicBezTo>
                    <a:pt x="12446" y="23214"/>
                    <a:pt x="12336" y="22211"/>
                    <a:pt x="12352" y="21192"/>
                  </a:cubicBezTo>
                  <a:cubicBezTo>
                    <a:pt x="12352" y="20518"/>
                    <a:pt x="12321" y="19844"/>
                    <a:pt x="12430" y="19170"/>
                  </a:cubicBezTo>
                  <a:cubicBezTo>
                    <a:pt x="12462" y="18951"/>
                    <a:pt x="12462" y="18732"/>
                    <a:pt x="12430" y="18496"/>
                  </a:cubicBezTo>
                  <a:cubicBezTo>
                    <a:pt x="12289" y="16600"/>
                    <a:pt x="12368" y="14688"/>
                    <a:pt x="12352" y="12775"/>
                  </a:cubicBezTo>
                  <a:cubicBezTo>
                    <a:pt x="12352" y="12666"/>
                    <a:pt x="12383" y="12556"/>
                    <a:pt x="12368" y="12446"/>
                  </a:cubicBezTo>
                  <a:cubicBezTo>
                    <a:pt x="12289" y="11709"/>
                    <a:pt x="12728" y="11349"/>
                    <a:pt x="13340" y="11129"/>
                  </a:cubicBezTo>
                  <a:cubicBezTo>
                    <a:pt x="13810" y="10988"/>
                    <a:pt x="14280" y="10863"/>
                    <a:pt x="14735" y="10691"/>
                  </a:cubicBezTo>
                  <a:cubicBezTo>
                    <a:pt x="15910" y="10299"/>
                    <a:pt x="17117" y="10064"/>
                    <a:pt x="18261" y="9546"/>
                  </a:cubicBezTo>
                  <a:cubicBezTo>
                    <a:pt x="18532" y="9428"/>
                    <a:pt x="18821" y="9293"/>
                    <a:pt x="19134" y="9293"/>
                  </a:cubicBezTo>
                  <a:close/>
                  <a:moveTo>
                    <a:pt x="10111" y="1"/>
                  </a:moveTo>
                  <a:lnTo>
                    <a:pt x="10111" y="79"/>
                  </a:lnTo>
                  <a:cubicBezTo>
                    <a:pt x="9515" y="79"/>
                    <a:pt x="8919" y="79"/>
                    <a:pt x="8324" y="95"/>
                  </a:cubicBezTo>
                  <a:cubicBezTo>
                    <a:pt x="7948" y="95"/>
                    <a:pt x="7587" y="189"/>
                    <a:pt x="7227" y="330"/>
                  </a:cubicBezTo>
                  <a:cubicBezTo>
                    <a:pt x="6333" y="690"/>
                    <a:pt x="6145" y="941"/>
                    <a:pt x="6176" y="1913"/>
                  </a:cubicBezTo>
                  <a:cubicBezTo>
                    <a:pt x="6176" y="2023"/>
                    <a:pt x="6239" y="2132"/>
                    <a:pt x="6223" y="2242"/>
                  </a:cubicBezTo>
                  <a:cubicBezTo>
                    <a:pt x="6192" y="2869"/>
                    <a:pt x="6145" y="3496"/>
                    <a:pt x="6082" y="4123"/>
                  </a:cubicBezTo>
                  <a:cubicBezTo>
                    <a:pt x="6051" y="4499"/>
                    <a:pt x="5863" y="4719"/>
                    <a:pt x="5471" y="4828"/>
                  </a:cubicBezTo>
                  <a:cubicBezTo>
                    <a:pt x="4170" y="5173"/>
                    <a:pt x="2994" y="5863"/>
                    <a:pt x="1646" y="6082"/>
                  </a:cubicBezTo>
                  <a:cubicBezTo>
                    <a:pt x="1537" y="6098"/>
                    <a:pt x="1427" y="6129"/>
                    <a:pt x="1317" y="6176"/>
                  </a:cubicBezTo>
                  <a:cubicBezTo>
                    <a:pt x="800" y="6412"/>
                    <a:pt x="581" y="6741"/>
                    <a:pt x="628" y="7321"/>
                  </a:cubicBezTo>
                  <a:cubicBezTo>
                    <a:pt x="659" y="7885"/>
                    <a:pt x="753" y="8449"/>
                    <a:pt x="753" y="8998"/>
                  </a:cubicBezTo>
                  <a:cubicBezTo>
                    <a:pt x="784" y="10236"/>
                    <a:pt x="737" y="11474"/>
                    <a:pt x="800" y="12697"/>
                  </a:cubicBezTo>
                  <a:cubicBezTo>
                    <a:pt x="863" y="14202"/>
                    <a:pt x="816" y="15691"/>
                    <a:pt x="675" y="17195"/>
                  </a:cubicBezTo>
                  <a:cubicBezTo>
                    <a:pt x="565" y="18418"/>
                    <a:pt x="455" y="19641"/>
                    <a:pt x="628" y="20879"/>
                  </a:cubicBezTo>
                  <a:cubicBezTo>
                    <a:pt x="706" y="21365"/>
                    <a:pt x="612" y="21851"/>
                    <a:pt x="518" y="22337"/>
                  </a:cubicBezTo>
                  <a:cubicBezTo>
                    <a:pt x="314" y="23277"/>
                    <a:pt x="1" y="24218"/>
                    <a:pt x="251" y="25205"/>
                  </a:cubicBezTo>
                  <a:cubicBezTo>
                    <a:pt x="283" y="25315"/>
                    <a:pt x="251" y="25424"/>
                    <a:pt x="236" y="25534"/>
                  </a:cubicBezTo>
                  <a:cubicBezTo>
                    <a:pt x="32" y="26475"/>
                    <a:pt x="236" y="27399"/>
                    <a:pt x="236" y="28340"/>
                  </a:cubicBezTo>
                  <a:cubicBezTo>
                    <a:pt x="236" y="28810"/>
                    <a:pt x="314" y="29296"/>
                    <a:pt x="377" y="29782"/>
                  </a:cubicBezTo>
                  <a:cubicBezTo>
                    <a:pt x="408" y="30095"/>
                    <a:pt x="534" y="30362"/>
                    <a:pt x="831" y="30503"/>
                  </a:cubicBezTo>
                  <a:cubicBezTo>
                    <a:pt x="1223" y="30691"/>
                    <a:pt x="1521" y="30957"/>
                    <a:pt x="1788" y="31271"/>
                  </a:cubicBezTo>
                  <a:cubicBezTo>
                    <a:pt x="2023" y="31537"/>
                    <a:pt x="2336" y="31679"/>
                    <a:pt x="2650" y="31773"/>
                  </a:cubicBezTo>
                  <a:cubicBezTo>
                    <a:pt x="3308" y="31961"/>
                    <a:pt x="3904" y="32258"/>
                    <a:pt x="4499" y="32603"/>
                  </a:cubicBezTo>
                  <a:cubicBezTo>
                    <a:pt x="5048" y="32917"/>
                    <a:pt x="5628" y="33168"/>
                    <a:pt x="6255" y="33324"/>
                  </a:cubicBezTo>
                  <a:cubicBezTo>
                    <a:pt x="7132" y="33544"/>
                    <a:pt x="7963" y="33842"/>
                    <a:pt x="8794" y="34202"/>
                  </a:cubicBezTo>
                  <a:cubicBezTo>
                    <a:pt x="8998" y="34296"/>
                    <a:pt x="9201" y="34422"/>
                    <a:pt x="9421" y="34437"/>
                  </a:cubicBezTo>
                  <a:cubicBezTo>
                    <a:pt x="10299" y="34500"/>
                    <a:pt x="11082" y="34845"/>
                    <a:pt x="11850" y="35237"/>
                  </a:cubicBezTo>
                  <a:cubicBezTo>
                    <a:pt x="12107" y="35369"/>
                    <a:pt x="12363" y="35427"/>
                    <a:pt x="12627" y="35427"/>
                  </a:cubicBezTo>
                  <a:cubicBezTo>
                    <a:pt x="12832" y="35427"/>
                    <a:pt x="13042" y="35392"/>
                    <a:pt x="13261" y="35331"/>
                  </a:cubicBezTo>
                  <a:cubicBezTo>
                    <a:pt x="13998" y="35127"/>
                    <a:pt x="14672" y="34845"/>
                    <a:pt x="15267" y="34374"/>
                  </a:cubicBezTo>
                  <a:cubicBezTo>
                    <a:pt x="16224" y="33653"/>
                    <a:pt x="17242" y="33042"/>
                    <a:pt x="18073" y="32164"/>
                  </a:cubicBezTo>
                  <a:cubicBezTo>
                    <a:pt x="18402" y="31804"/>
                    <a:pt x="18826" y="31537"/>
                    <a:pt x="19202" y="31224"/>
                  </a:cubicBezTo>
                  <a:cubicBezTo>
                    <a:pt x="19452" y="31020"/>
                    <a:pt x="19719" y="30801"/>
                    <a:pt x="19985" y="30597"/>
                  </a:cubicBezTo>
                  <a:cubicBezTo>
                    <a:pt x="20315" y="30362"/>
                    <a:pt x="20456" y="30033"/>
                    <a:pt x="20456" y="29641"/>
                  </a:cubicBezTo>
                  <a:cubicBezTo>
                    <a:pt x="20456" y="28920"/>
                    <a:pt x="20487" y="28214"/>
                    <a:pt x="20471" y="27509"/>
                  </a:cubicBezTo>
                  <a:cubicBezTo>
                    <a:pt x="20409" y="23904"/>
                    <a:pt x="20346" y="20315"/>
                    <a:pt x="20283" y="16725"/>
                  </a:cubicBezTo>
                  <a:cubicBezTo>
                    <a:pt x="20268" y="16098"/>
                    <a:pt x="20330" y="15456"/>
                    <a:pt x="20299" y="14829"/>
                  </a:cubicBezTo>
                  <a:cubicBezTo>
                    <a:pt x="20174" y="12916"/>
                    <a:pt x="20189" y="11004"/>
                    <a:pt x="20221" y="9092"/>
                  </a:cubicBezTo>
                  <a:cubicBezTo>
                    <a:pt x="20236" y="8700"/>
                    <a:pt x="20158" y="8402"/>
                    <a:pt x="19813" y="8136"/>
                  </a:cubicBezTo>
                  <a:cubicBezTo>
                    <a:pt x="19061" y="7524"/>
                    <a:pt x="18308" y="6897"/>
                    <a:pt x="17462" y="6412"/>
                  </a:cubicBezTo>
                  <a:cubicBezTo>
                    <a:pt x="16662" y="5941"/>
                    <a:pt x="15879" y="5377"/>
                    <a:pt x="14954" y="5173"/>
                  </a:cubicBezTo>
                  <a:cubicBezTo>
                    <a:pt x="14217" y="5016"/>
                    <a:pt x="13888" y="4593"/>
                    <a:pt x="13731" y="3919"/>
                  </a:cubicBezTo>
                  <a:cubicBezTo>
                    <a:pt x="13637" y="3559"/>
                    <a:pt x="13590" y="3214"/>
                    <a:pt x="13653" y="2822"/>
                  </a:cubicBezTo>
                  <a:cubicBezTo>
                    <a:pt x="13747" y="2305"/>
                    <a:pt x="13716" y="1788"/>
                    <a:pt x="13606" y="1270"/>
                  </a:cubicBezTo>
                  <a:cubicBezTo>
                    <a:pt x="13496" y="737"/>
                    <a:pt x="13183" y="393"/>
                    <a:pt x="12681" y="251"/>
                  </a:cubicBezTo>
                  <a:cubicBezTo>
                    <a:pt x="12430" y="173"/>
                    <a:pt x="12164" y="110"/>
                    <a:pt x="11913" y="95"/>
                  </a:cubicBezTo>
                  <a:cubicBezTo>
                    <a:pt x="11318" y="48"/>
                    <a:pt x="10706" y="32"/>
                    <a:pt x="10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7921175" y="1058200"/>
              <a:ext cx="46650" cy="180100"/>
            </a:xfrm>
            <a:custGeom>
              <a:rect b="b" l="l" r="r" t="t"/>
              <a:pathLst>
                <a:path extrusionOk="0" h="7204" w="1866">
                  <a:moveTo>
                    <a:pt x="900" y="791"/>
                  </a:moveTo>
                  <a:cubicBezTo>
                    <a:pt x="967" y="791"/>
                    <a:pt x="1032" y="826"/>
                    <a:pt x="1051" y="871"/>
                  </a:cubicBezTo>
                  <a:cubicBezTo>
                    <a:pt x="1129" y="1044"/>
                    <a:pt x="1192" y="1232"/>
                    <a:pt x="1192" y="1404"/>
                  </a:cubicBezTo>
                  <a:cubicBezTo>
                    <a:pt x="1207" y="2157"/>
                    <a:pt x="1207" y="2893"/>
                    <a:pt x="1207" y="3646"/>
                  </a:cubicBezTo>
                  <a:lnTo>
                    <a:pt x="1192" y="3646"/>
                  </a:lnTo>
                  <a:cubicBezTo>
                    <a:pt x="1192" y="4429"/>
                    <a:pt x="1207" y="5213"/>
                    <a:pt x="1192" y="5997"/>
                  </a:cubicBezTo>
                  <a:cubicBezTo>
                    <a:pt x="1192" y="6138"/>
                    <a:pt x="1145" y="6279"/>
                    <a:pt x="1066" y="6404"/>
                  </a:cubicBezTo>
                  <a:cubicBezTo>
                    <a:pt x="1031" y="6487"/>
                    <a:pt x="959" y="6526"/>
                    <a:pt x="872" y="6526"/>
                  </a:cubicBezTo>
                  <a:cubicBezTo>
                    <a:pt x="844" y="6526"/>
                    <a:pt x="815" y="6522"/>
                    <a:pt x="784" y="6514"/>
                  </a:cubicBezTo>
                  <a:cubicBezTo>
                    <a:pt x="721" y="6498"/>
                    <a:pt x="643" y="6451"/>
                    <a:pt x="627" y="6389"/>
                  </a:cubicBezTo>
                  <a:cubicBezTo>
                    <a:pt x="565" y="6248"/>
                    <a:pt x="533" y="6106"/>
                    <a:pt x="533" y="5965"/>
                  </a:cubicBezTo>
                  <a:cubicBezTo>
                    <a:pt x="455" y="4398"/>
                    <a:pt x="533" y="2831"/>
                    <a:pt x="612" y="1263"/>
                  </a:cubicBezTo>
                  <a:cubicBezTo>
                    <a:pt x="627" y="1122"/>
                    <a:pt x="690" y="981"/>
                    <a:pt x="768" y="856"/>
                  </a:cubicBezTo>
                  <a:cubicBezTo>
                    <a:pt x="801" y="809"/>
                    <a:pt x="851" y="791"/>
                    <a:pt x="900" y="791"/>
                  </a:cubicBezTo>
                  <a:close/>
                  <a:moveTo>
                    <a:pt x="1031" y="0"/>
                  </a:moveTo>
                  <a:cubicBezTo>
                    <a:pt x="996" y="0"/>
                    <a:pt x="961" y="3"/>
                    <a:pt x="925" y="9"/>
                  </a:cubicBezTo>
                  <a:cubicBezTo>
                    <a:pt x="392" y="135"/>
                    <a:pt x="157" y="432"/>
                    <a:pt x="126" y="1075"/>
                  </a:cubicBezTo>
                  <a:cubicBezTo>
                    <a:pt x="32" y="2893"/>
                    <a:pt x="251" y="4727"/>
                    <a:pt x="16" y="6545"/>
                  </a:cubicBezTo>
                  <a:cubicBezTo>
                    <a:pt x="0" y="6702"/>
                    <a:pt x="79" y="6843"/>
                    <a:pt x="204" y="6922"/>
                  </a:cubicBezTo>
                  <a:cubicBezTo>
                    <a:pt x="533" y="7125"/>
                    <a:pt x="909" y="7188"/>
                    <a:pt x="1286" y="7204"/>
                  </a:cubicBezTo>
                  <a:cubicBezTo>
                    <a:pt x="1442" y="7204"/>
                    <a:pt x="1568" y="7078"/>
                    <a:pt x="1599" y="6937"/>
                  </a:cubicBezTo>
                  <a:cubicBezTo>
                    <a:pt x="1630" y="6671"/>
                    <a:pt x="1662" y="6420"/>
                    <a:pt x="1662" y="6153"/>
                  </a:cubicBezTo>
                  <a:cubicBezTo>
                    <a:pt x="1662" y="5417"/>
                    <a:pt x="1662" y="4664"/>
                    <a:pt x="1662" y="3865"/>
                  </a:cubicBezTo>
                  <a:cubicBezTo>
                    <a:pt x="1709" y="3175"/>
                    <a:pt x="1725" y="2423"/>
                    <a:pt x="1803" y="1686"/>
                  </a:cubicBezTo>
                  <a:cubicBezTo>
                    <a:pt x="1866" y="1122"/>
                    <a:pt x="1662" y="667"/>
                    <a:pt x="1411" y="197"/>
                  </a:cubicBezTo>
                  <a:cubicBezTo>
                    <a:pt x="1322" y="57"/>
                    <a:pt x="1182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8295950" y="1507100"/>
              <a:ext cx="54650" cy="45975"/>
            </a:xfrm>
            <a:custGeom>
              <a:rect b="b" l="l" r="r" t="t"/>
              <a:pathLst>
                <a:path extrusionOk="0" h="1839" w="2186">
                  <a:moveTo>
                    <a:pt x="1924" y="1"/>
                  </a:moveTo>
                  <a:cubicBezTo>
                    <a:pt x="1897" y="1"/>
                    <a:pt x="1870" y="6"/>
                    <a:pt x="1844" y="16"/>
                  </a:cubicBezTo>
                  <a:cubicBezTo>
                    <a:pt x="1499" y="188"/>
                    <a:pt x="1201" y="518"/>
                    <a:pt x="903" y="768"/>
                  </a:cubicBezTo>
                  <a:cubicBezTo>
                    <a:pt x="621" y="1003"/>
                    <a:pt x="198" y="1270"/>
                    <a:pt x="57" y="1599"/>
                  </a:cubicBezTo>
                  <a:cubicBezTo>
                    <a:pt x="0" y="1712"/>
                    <a:pt x="71" y="1839"/>
                    <a:pt x="190" y="1839"/>
                  </a:cubicBezTo>
                  <a:cubicBezTo>
                    <a:pt x="203" y="1839"/>
                    <a:pt x="216" y="1837"/>
                    <a:pt x="229" y="1834"/>
                  </a:cubicBezTo>
                  <a:cubicBezTo>
                    <a:pt x="590" y="1724"/>
                    <a:pt x="887" y="1364"/>
                    <a:pt x="1170" y="1129"/>
                  </a:cubicBezTo>
                  <a:cubicBezTo>
                    <a:pt x="1483" y="862"/>
                    <a:pt x="1859" y="612"/>
                    <a:pt x="2094" y="267"/>
                  </a:cubicBezTo>
                  <a:cubicBezTo>
                    <a:pt x="2186" y="123"/>
                    <a:pt x="2059" y="1"/>
                    <a:pt x="1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8332225" y="1140425"/>
              <a:ext cx="18850" cy="231850"/>
            </a:xfrm>
            <a:custGeom>
              <a:rect b="b" l="l" r="r" t="t"/>
              <a:pathLst>
                <a:path extrusionOk="0" h="9274" w="754">
                  <a:moveTo>
                    <a:pt x="257" y="1"/>
                  </a:moveTo>
                  <a:cubicBezTo>
                    <a:pt x="224" y="1"/>
                    <a:pt x="189" y="30"/>
                    <a:pt x="189" y="74"/>
                  </a:cubicBezTo>
                  <a:cubicBezTo>
                    <a:pt x="1" y="1564"/>
                    <a:pt x="157" y="3115"/>
                    <a:pt x="204" y="4620"/>
                  </a:cubicBezTo>
                  <a:cubicBezTo>
                    <a:pt x="252" y="6125"/>
                    <a:pt x="220" y="7661"/>
                    <a:pt x="408" y="9150"/>
                  </a:cubicBezTo>
                  <a:cubicBezTo>
                    <a:pt x="416" y="9230"/>
                    <a:pt x="482" y="9273"/>
                    <a:pt x="544" y="9273"/>
                  </a:cubicBezTo>
                  <a:cubicBezTo>
                    <a:pt x="603" y="9273"/>
                    <a:pt x="659" y="9234"/>
                    <a:pt x="659" y="9150"/>
                  </a:cubicBezTo>
                  <a:cubicBezTo>
                    <a:pt x="753" y="7598"/>
                    <a:pt x="628" y="6031"/>
                    <a:pt x="581" y="4479"/>
                  </a:cubicBezTo>
                  <a:cubicBezTo>
                    <a:pt x="534" y="3021"/>
                    <a:pt x="581" y="1501"/>
                    <a:pt x="314" y="59"/>
                  </a:cubicBezTo>
                  <a:cubicBezTo>
                    <a:pt x="307" y="18"/>
                    <a:pt x="283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7951675" y="1439125"/>
              <a:ext cx="104425" cy="74725"/>
            </a:xfrm>
            <a:custGeom>
              <a:rect b="b" l="l" r="r" t="t"/>
              <a:pathLst>
                <a:path extrusionOk="0" h="2989" w="4177">
                  <a:moveTo>
                    <a:pt x="4025" y="1"/>
                  </a:moveTo>
                  <a:cubicBezTo>
                    <a:pt x="4012" y="1"/>
                    <a:pt x="3999" y="3"/>
                    <a:pt x="3984" y="8"/>
                  </a:cubicBezTo>
                  <a:cubicBezTo>
                    <a:pt x="2495" y="588"/>
                    <a:pt x="1100" y="1653"/>
                    <a:pt x="50" y="2845"/>
                  </a:cubicBezTo>
                  <a:cubicBezTo>
                    <a:pt x="0" y="2907"/>
                    <a:pt x="59" y="2989"/>
                    <a:pt x="124" y="2989"/>
                  </a:cubicBezTo>
                  <a:cubicBezTo>
                    <a:pt x="142" y="2989"/>
                    <a:pt x="159" y="2983"/>
                    <a:pt x="175" y="2970"/>
                  </a:cubicBezTo>
                  <a:cubicBezTo>
                    <a:pt x="1429" y="1967"/>
                    <a:pt x="2730" y="1120"/>
                    <a:pt x="4078" y="243"/>
                  </a:cubicBezTo>
                  <a:cubicBezTo>
                    <a:pt x="4177" y="172"/>
                    <a:pt x="4136" y="1"/>
                    <a:pt x="4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8110050" y="1422025"/>
              <a:ext cx="203450" cy="64975"/>
            </a:xfrm>
            <a:custGeom>
              <a:rect b="b" l="l" r="r" t="t"/>
              <a:pathLst>
                <a:path extrusionOk="0" h="2599" w="8138">
                  <a:moveTo>
                    <a:pt x="583" y="0"/>
                  </a:moveTo>
                  <a:cubicBezTo>
                    <a:pt x="439" y="0"/>
                    <a:pt x="297" y="6"/>
                    <a:pt x="157" y="18"/>
                  </a:cubicBezTo>
                  <a:cubicBezTo>
                    <a:pt x="32" y="18"/>
                    <a:pt x="0" y="206"/>
                    <a:pt x="126" y="237"/>
                  </a:cubicBezTo>
                  <a:cubicBezTo>
                    <a:pt x="753" y="425"/>
                    <a:pt x="1427" y="472"/>
                    <a:pt x="2069" y="613"/>
                  </a:cubicBezTo>
                  <a:cubicBezTo>
                    <a:pt x="2759" y="754"/>
                    <a:pt x="3433" y="911"/>
                    <a:pt x="4107" y="1115"/>
                  </a:cubicBezTo>
                  <a:cubicBezTo>
                    <a:pt x="5408" y="1522"/>
                    <a:pt x="6631" y="2118"/>
                    <a:pt x="7900" y="2588"/>
                  </a:cubicBezTo>
                  <a:cubicBezTo>
                    <a:pt x="7919" y="2595"/>
                    <a:pt x="7937" y="2598"/>
                    <a:pt x="7953" y="2598"/>
                  </a:cubicBezTo>
                  <a:cubicBezTo>
                    <a:pt x="8087" y="2598"/>
                    <a:pt x="8137" y="2390"/>
                    <a:pt x="8026" y="2306"/>
                  </a:cubicBezTo>
                  <a:cubicBezTo>
                    <a:pt x="6881" y="1554"/>
                    <a:pt x="5518" y="1083"/>
                    <a:pt x="4217" y="707"/>
                  </a:cubicBezTo>
                  <a:cubicBezTo>
                    <a:pt x="3096" y="385"/>
                    <a:pt x="1788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8028925" y="1490100"/>
              <a:ext cx="92225" cy="92075"/>
            </a:xfrm>
            <a:custGeom>
              <a:rect b="b" l="l" r="r" t="t"/>
              <a:pathLst>
                <a:path extrusionOk="0" h="3683" w="3689">
                  <a:moveTo>
                    <a:pt x="1763" y="1"/>
                  </a:moveTo>
                  <a:cubicBezTo>
                    <a:pt x="1746" y="1"/>
                    <a:pt x="1727" y="7"/>
                    <a:pt x="1709" y="22"/>
                  </a:cubicBezTo>
                  <a:cubicBezTo>
                    <a:pt x="1145" y="429"/>
                    <a:pt x="628" y="868"/>
                    <a:pt x="95" y="1323"/>
                  </a:cubicBezTo>
                  <a:cubicBezTo>
                    <a:pt x="1" y="1417"/>
                    <a:pt x="32" y="1574"/>
                    <a:pt x="142" y="1636"/>
                  </a:cubicBezTo>
                  <a:cubicBezTo>
                    <a:pt x="1208" y="2326"/>
                    <a:pt x="2305" y="3188"/>
                    <a:pt x="3481" y="3674"/>
                  </a:cubicBezTo>
                  <a:cubicBezTo>
                    <a:pt x="3495" y="3680"/>
                    <a:pt x="3509" y="3682"/>
                    <a:pt x="3523" y="3682"/>
                  </a:cubicBezTo>
                  <a:cubicBezTo>
                    <a:pt x="3625" y="3682"/>
                    <a:pt x="3689" y="3539"/>
                    <a:pt x="3606" y="3470"/>
                  </a:cubicBezTo>
                  <a:cubicBezTo>
                    <a:pt x="2730" y="2653"/>
                    <a:pt x="1595" y="2052"/>
                    <a:pt x="569" y="1429"/>
                  </a:cubicBezTo>
                  <a:lnTo>
                    <a:pt x="569" y="1429"/>
                  </a:lnTo>
                  <a:cubicBezTo>
                    <a:pt x="1003" y="1029"/>
                    <a:pt x="1425" y="616"/>
                    <a:pt x="1835" y="179"/>
                  </a:cubicBezTo>
                  <a:cubicBezTo>
                    <a:pt x="1898" y="115"/>
                    <a:pt x="1838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7881950" y="1265850"/>
              <a:ext cx="497125" cy="90600"/>
            </a:xfrm>
            <a:custGeom>
              <a:rect b="b" l="l" r="r" t="t"/>
              <a:pathLst>
                <a:path extrusionOk="0" h="3624" w="19885">
                  <a:moveTo>
                    <a:pt x="1472" y="1"/>
                  </a:moveTo>
                  <a:cubicBezTo>
                    <a:pt x="934" y="1"/>
                    <a:pt x="431" y="209"/>
                    <a:pt x="65" y="810"/>
                  </a:cubicBezTo>
                  <a:cubicBezTo>
                    <a:pt x="1" y="925"/>
                    <a:pt x="93" y="1050"/>
                    <a:pt x="206" y="1050"/>
                  </a:cubicBezTo>
                  <a:cubicBezTo>
                    <a:pt x="231" y="1050"/>
                    <a:pt x="258" y="1044"/>
                    <a:pt x="284" y="1029"/>
                  </a:cubicBezTo>
                  <a:cubicBezTo>
                    <a:pt x="730" y="794"/>
                    <a:pt x="1127" y="529"/>
                    <a:pt x="1591" y="529"/>
                  </a:cubicBezTo>
                  <a:cubicBezTo>
                    <a:pt x="1714" y="529"/>
                    <a:pt x="1842" y="548"/>
                    <a:pt x="1977" y="590"/>
                  </a:cubicBezTo>
                  <a:cubicBezTo>
                    <a:pt x="2980" y="888"/>
                    <a:pt x="3921" y="1500"/>
                    <a:pt x="4845" y="1954"/>
                  </a:cubicBezTo>
                  <a:cubicBezTo>
                    <a:pt x="5431" y="2247"/>
                    <a:pt x="5929" y="2426"/>
                    <a:pt x="6509" y="2426"/>
                  </a:cubicBezTo>
                  <a:cubicBezTo>
                    <a:pt x="6706" y="2426"/>
                    <a:pt x="6912" y="2405"/>
                    <a:pt x="7134" y="2362"/>
                  </a:cubicBezTo>
                  <a:cubicBezTo>
                    <a:pt x="7410" y="2305"/>
                    <a:pt x="7655" y="2264"/>
                    <a:pt x="7893" y="2264"/>
                  </a:cubicBezTo>
                  <a:cubicBezTo>
                    <a:pt x="8182" y="2264"/>
                    <a:pt x="8462" y="2324"/>
                    <a:pt x="8780" y="2487"/>
                  </a:cubicBezTo>
                  <a:cubicBezTo>
                    <a:pt x="9171" y="2691"/>
                    <a:pt x="9516" y="2957"/>
                    <a:pt x="9908" y="3177"/>
                  </a:cubicBezTo>
                  <a:cubicBezTo>
                    <a:pt x="10489" y="3494"/>
                    <a:pt x="11115" y="3624"/>
                    <a:pt x="11749" y="3624"/>
                  </a:cubicBezTo>
                  <a:cubicBezTo>
                    <a:pt x="12776" y="3624"/>
                    <a:pt x="13825" y="3284"/>
                    <a:pt x="14736" y="2848"/>
                  </a:cubicBezTo>
                  <a:cubicBezTo>
                    <a:pt x="16319" y="2095"/>
                    <a:pt x="17886" y="1406"/>
                    <a:pt x="19532" y="841"/>
                  </a:cubicBezTo>
                  <a:cubicBezTo>
                    <a:pt x="19885" y="728"/>
                    <a:pt x="19780" y="209"/>
                    <a:pt x="19470" y="209"/>
                  </a:cubicBezTo>
                  <a:cubicBezTo>
                    <a:pt x="19436" y="209"/>
                    <a:pt x="19399" y="216"/>
                    <a:pt x="19360" y="230"/>
                  </a:cubicBezTo>
                  <a:cubicBezTo>
                    <a:pt x="17698" y="794"/>
                    <a:pt x="16115" y="1468"/>
                    <a:pt x="14532" y="2252"/>
                  </a:cubicBezTo>
                  <a:cubicBezTo>
                    <a:pt x="13686" y="2675"/>
                    <a:pt x="12682" y="3004"/>
                    <a:pt x="11726" y="3020"/>
                  </a:cubicBezTo>
                  <a:cubicBezTo>
                    <a:pt x="11714" y="3020"/>
                    <a:pt x="11702" y="3020"/>
                    <a:pt x="11690" y="3020"/>
                  </a:cubicBezTo>
                  <a:cubicBezTo>
                    <a:pt x="10567" y="3020"/>
                    <a:pt x="9867" y="2310"/>
                    <a:pt x="8921" y="1876"/>
                  </a:cubicBezTo>
                  <a:cubicBezTo>
                    <a:pt x="8591" y="1719"/>
                    <a:pt x="8247" y="1609"/>
                    <a:pt x="7886" y="1609"/>
                  </a:cubicBezTo>
                  <a:cubicBezTo>
                    <a:pt x="7385" y="1609"/>
                    <a:pt x="6914" y="1844"/>
                    <a:pt x="6413" y="1844"/>
                  </a:cubicBezTo>
                  <a:cubicBezTo>
                    <a:pt x="5801" y="1844"/>
                    <a:pt x="5237" y="1484"/>
                    <a:pt x="4689" y="1217"/>
                  </a:cubicBezTo>
                  <a:cubicBezTo>
                    <a:pt x="4171" y="967"/>
                    <a:pt x="3638" y="700"/>
                    <a:pt x="3105" y="449"/>
                  </a:cubicBezTo>
                  <a:cubicBezTo>
                    <a:pt x="2594" y="213"/>
                    <a:pt x="2015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7881600" y="1199275"/>
              <a:ext cx="492875" cy="78450"/>
            </a:xfrm>
            <a:custGeom>
              <a:rect b="b" l="l" r="r" t="t"/>
              <a:pathLst>
                <a:path extrusionOk="0" h="3138" w="19715">
                  <a:moveTo>
                    <a:pt x="11175" y="0"/>
                  </a:moveTo>
                  <a:cubicBezTo>
                    <a:pt x="11002" y="0"/>
                    <a:pt x="10830" y="17"/>
                    <a:pt x="10659" y="56"/>
                  </a:cubicBezTo>
                  <a:cubicBezTo>
                    <a:pt x="10314" y="134"/>
                    <a:pt x="10079" y="369"/>
                    <a:pt x="9750" y="401"/>
                  </a:cubicBezTo>
                  <a:cubicBezTo>
                    <a:pt x="9311" y="432"/>
                    <a:pt x="8872" y="416"/>
                    <a:pt x="8449" y="448"/>
                  </a:cubicBezTo>
                  <a:cubicBezTo>
                    <a:pt x="7461" y="510"/>
                    <a:pt x="6474" y="636"/>
                    <a:pt x="5502" y="840"/>
                  </a:cubicBezTo>
                  <a:cubicBezTo>
                    <a:pt x="3715" y="1216"/>
                    <a:pt x="1662" y="1749"/>
                    <a:pt x="141" y="2815"/>
                  </a:cubicBezTo>
                  <a:cubicBezTo>
                    <a:pt x="1" y="2913"/>
                    <a:pt x="49" y="3138"/>
                    <a:pt x="208" y="3138"/>
                  </a:cubicBezTo>
                  <a:cubicBezTo>
                    <a:pt x="226" y="3138"/>
                    <a:pt x="246" y="3135"/>
                    <a:pt x="267" y="3128"/>
                  </a:cubicBezTo>
                  <a:cubicBezTo>
                    <a:pt x="1035" y="2877"/>
                    <a:pt x="1771" y="2517"/>
                    <a:pt x="2524" y="2250"/>
                  </a:cubicBezTo>
                  <a:cubicBezTo>
                    <a:pt x="3464" y="1906"/>
                    <a:pt x="4436" y="1639"/>
                    <a:pt x="5408" y="1435"/>
                  </a:cubicBezTo>
                  <a:cubicBezTo>
                    <a:pt x="6411" y="1216"/>
                    <a:pt x="7430" y="1090"/>
                    <a:pt x="8449" y="1028"/>
                  </a:cubicBezTo>
                  <a:cubicBezTo>
                    <a:pt x="8872" y="1012"/>
                    <a:pt x="9311" y="996"/>
                    <a:pt x="9750" y="996"/>
                  </a:cubicBezTo>
                  <a:cubicBezTo>
                    <a:pt x="10204" y="996"/>
                    <a:pt x="10251" y="840"/>
                    <a:pt x="10674" y="699"/>
                  </a:cubicBezTo>
                  <a:cubicBezTo>
                    <a:pt x="10840" y="637"/>
                    <a:pt x="11020" y="611"/>
                    <a:pt x="11208" y="611"/>
                  </a:cubicBezTo>
                  <a:cubicBezTo>
                    <a:pt x="12122" y="611"/>
                    <a:pt x="13243" y="1235"/>
                    <a:pt x="13997" y="1482"/>
                  </a:cubicBezTo>
                  <a:cubicBezTo>
                    <a:pt x="15722" y="2062"/>
                    <a:pt x="17446" y="2580"/>
                    <a:pt x="19186" y="3112"/>
                  </a:cubicBezTo>
                  <a:cubicBezTo>
                    <a:pt x="19221" y="3124"/>
                    <a:pt x="19255" y="3129"/>
                    <a:pt x="19286" y="3129"/>
                  </a:cubicBezTo>
                  <a:cubicBezTo>
                    <a:pt x="19604" y="3129"/>
                    <a:pt x="19715" y="2601"/>
                    <a:pt x="19358" y="2501"/>
                  </a:cubicBezTo>
                  <a:cubicBezTo>
                    <a:pt x="17556" y="1953"/>
                    <a:pt x="15753" y="1404"/>
                    <a:pt x="13966" y="808"/>
                  </a:cubicBezTo>
                  <a:cubicBezTo>
                    <a:pt x="13091" y="517"/>
                    <a:pt x="12126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8101825" y="957850"/>
              <a:ext cx="22750" cy="254700"/>
            </a:xfrm>
            <a:custGeom>
              <a:rect b="b" l="l" r="r" t="t"/>
              <a:pathLst>
                <a:path extrusionOk="0" h="10188" w="910">
                  <a:moveTo>
                    <a:pt x="492" y="1"/>
                  </a:moveTo>
                  <a:cubicBezTo>
                    <a:pt x="435" y="1"/>
                    <a:pt x="377" y="32"/>
                    <a:pt x="361" y="89"/>
                  </a:cubicBezTo>
                  <a:cubicBezTo>
                    <a:pt x="0" y="1609"/>
                    <a:pt x="157" y="3349"/>
                    <a:pt x="126" y="4901"/>
                  </a:cubicBezTo>
                  <a:cubicBezTo>
                    <a:pt x="79" y="6578"/>
                    <a:pt x="47" y="8255"/>
                    <a:pt x="16" y="9917"/>
                  </a:cubicBezTo>
                  <a:cubicBezTo>
                    <a:pt x="8" y="10097"/>
                    <a:pt x="141" y="10187"/>
                    <a:pt x="276" y="10187"/>
                  </a:cubicBezTo>
                  <a:cubicBezTo>
                    <a:pt x="412" y="10187"/>
                    <a:pt x="549" y="10097"/>
                    <a:pt x="549" y="9917"/>
                  </a:cubicBezTo>
                  <a:cubicBezTo>
                    <a:pt x="596" y="8255"/>
                    <a:pt x="627" y="6578"/>
                    <a:pt x="659" y="4901"/>
                  </a:cubicBezTo>
                  <a:cubicBezTo>
                    <a:pt x="690" y="3349"/>
                    <a:pt x="909" y="1625"/>
                    <a:pt x="612" y="89"/>
                  </a:cubicBezTo>
                  <a:cubicBezTo>
                    <a:pt x="596" y="28"/>
                    <a:pt x="545" y="1"/>
                    <a:pt x="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8041075" y="1250325"/>
              <a:ext cx="115625" cy="53200"/>
            </a:xfrm>
            <a:custGeom>
              <a:rect b="b" l="l" r="r" t="t"/>
              <a:pathLst>
                <a:path extrusionOk="0" h="2128" w="4625">
                  <a:moveTo>
                    <a:pt x="2258" y="0"/>
                  </a:moveTo>
                  <a:cubicBezTo>
                    <a:pt x="2248" y="0"/>
                    <a:pt x="2237" y="2"/>
                    <a:pt x="2226" y="5"/>
                  </a:cubicBezTo>
                  <a:cubicBezTo>
                    <a:pt x="1505" y="177"/>
                    <a:pt x="847" y="647"/>
                    <a:pt x="189" y="1008"/>
                  </a:cubicBezTo>
                  <a:cubicBezTo>
                    <a:pt x="1" y="1102"/>
                    <a:pt x="95" y="1384"/>
                    <a:pt x="299" y="1384"/>
                  </a:cubicBezTo>
                  <a:cubicBezTo>
                    <a:pt x="973" y="1400"/>
                    <a:pt x="1631" y="1431"/>
                    <a:pt x="2305" y="1462"/>
                  </a:cubicBezTo>
                  <a:cubicBezTo>
                    <a:pt x="2341" y="1463"/>
                    <a:pt x="2379" y="1464"/>
                    <a:pt x="2419" y="1464"/>
                  </a:cubicBezTo>
                  <a:cubicBezTo>
                    <a:pt x="2542" y="1464"/>
                    <a:pt x="2682" y="1460"/>
                    <a:pt x="2828" y="1460"/>
                  </a:cubicBezTo>
                  <a:cubicBezTo>
                    <a:pt x="3391" y="1460"/>
                    <a:pt x="4050" y="1513"/>
                    <a:pt x="4248" y="2027"/>
                  </a:cubicBezTo>
                  <a:cubicBezTo>
                    <a:pt x="4274" y="2086"/>
                    <a:pt x="4346" y="2127"/>
                    <a:pt x="4411" y="2127"/>
                  </a:cubicBezTo>
                  <a:cubicBezTo>
                    <a:pt x="4466" y="2127"/>
                    <a:pt x="4516" y="2098"/>
                    <a:pt x="4531" y="2027"/>
                  </a:cubicBezTo>
                  <a:cubicBezTo>
                    <a:pt x="4625" y="1415"/>
                    <a:pt x="4139" y="1149"/>
                    <a:pt x="3590" y="1102"/>
                  </a:cubicBezTo>
                  <a:cubicBezTo>
                    <a:pt x="2762" y="1019"/>
                    <a:pt x="1924" y="1025"/>
                    <a:pt x="1098" y="1007"/>
                  </a:cubicBezTo>
                  <a:lnTo>
                    <a:pt x="1098" y="1007"/>
                  </a:lnTo>
                  <a:cubicBezTo>
                    <a:pt x="1545" y="777"/>
                    <a:pt x="1992" y="532"/>
                    <a:pt x="2352" y="193"/>
                  </a:cubicBezTo>
                  <a:cubicBezTo>
                    <a:pt x="2423" y="122"/>
                    <a:pt x="2353" y="0"/>
                    <a:pt x="2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8192625" y="1247675"/>
              <a:ext cx="43450" cy="50675"/>
            </a:xfrm>
            <a:custGeom>
              <a:rect b="b" l="l" r="r" t="t"/>
              <a:pathLst>
                <a:path extrusionOk="0" h="2027" w="1738">
                  <a:moveTo>
                    <a:pt x="770" y="0"/>
                  </a:moveTo>
                  <a:cubicBezTo>
                    <a:pt x="505" y="0"/>
                    <a:pt x="243" y="137"/>
                    <a:pt x="83" y="361"/>
                  </a:cubicBezTo>
                  <a:cubicBezTo>
                    <a:pt x="0" y="491"/>
                    <a:pt x="123" y="630"/>
                    <a:pt x="248" y="630"/>
                  </a:cubicBezTo>
                  <a:cubicBezTo>
                    <a:pt x="289" y="630"/>
                    <a:pt x="330" y="616"/>
                    <a:pt x="365" y="581"/>
                  </a:cubicBezTo>
                  <a:cubicBezTo>
                    <a:pt x="458" y="479"/>
                    <a:pt x="577" y="434"/>
                    <a:pt x="691" y="434"/>
                  </a:cubicBezTo>
                  <a:cubicBezTo>
                    <a:pt x="945" y="434"/>
                    <a:pt x="1170" y="654"/>
                    <a:pt x="1008" y="957"/>
                  </a:cubicBezTo>
                  <a:cubicBezTo>
                    <a:pt x="915" y="1127"/>
                    <a:pt x="1035" y="1281"/>
                    <a:pt x="1204" y="1316"/>
                  </a:cubicBezTo>
                  <a:lnTo>
                    <a:pt x="1204" y="1316"/>
                  </a:lnTo>
                  <a:cubicBezTo>
                    <a:pt x="1186" y="1321"/>
                    <a:pt x="1210" y="1399"/>
                    <a:pt x="1196" y="1427"/>
                  </a:cubicBezTo>
                  <a:cubicBezTo>
                    <a:pt x="1165" y="1506"/>
                    <a:pt x="1039" y="1537"/>
                    <a:pt x="976" y="1553"/>
                  </a:cubicBezTo>
                  <a:cubicBezTo>
                    <a:pt x="820" y="1600"/>
                    <a:pt x="757" y="1615"/>
                    <a:pt x="647" y="1741"/>
                  </a:cubicBezTo>
                  <a:cubicBezTo>
                    <a:pt x="585" y="1803"/>
                    <a:pt x="600" y="1882"/>
                    <a:pt x="663" y="1929"/>
                  </a:cubicBezTo>
                  <a:cubicBezTo>
                    <a:pt x="753" y="1996"/>
                    <a:pt x="862" y="2026"/>
                    <a:pt x="975" y="2026"/>
                  </a:cubicBezTo>
                  <a:cubicBezTo>
                    <a:pt x="1257" y="2026"/>
                    <a:pt x="1561" y="1841"/>
                    <a:pt x="1650" y="1584"/>
                  </a:cubicBezTo>
                  <a:cubicBezTo>
                    <a:pt x="1737" y="1346"/>
                    <a:pt x="1667" y="1100"/>
                    <a:pt x="1496" y="955"/>
                  </a:cubicBezTo>
                  <a:lnTo>
                    <a:pt x="1496" y="955"/>
                  </a:lnTo>
                  <a:cubicBezTo>
                    <a:pt x="1559" y="631"/>
                    <a:pt x="1446" y="283"/>
                    <a:pt x="1133" y="95"/>
                  </a:cubicBezTo>
                  <a:cubicBezTo>
                    <a:pt x="1018" y="30"/>
                    <a:pt x="894" y="0"/>
                    <a:pt x="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3" name="Google Shape;803;p26"/>
          <p:cNvGrpSpPr/>
          <p:nvPr/>
        </p:nvGrpSpPr>
        <p:grpSpPr>
          <a:xfrm rot="629313">
            <a:off x="2091190" y="4064112"/>
            <a:ext cx="413138" cy="731501"/>
            <a:chOff x="8491725" y="1639350"/>
            <a:chExt cx="580750" cy="1028275"/>
          </a:xfrm>
        </p:grpSpPr>
        <p:sp>
          <p:nvSpPr>
            <p:cNvPr id="804" name="Google Shape;804;p26"/>
            <p:cNvSpPr/>
            <p:nvPr/>
          </p:nvSpPr>
          <p:spPr>
            <a:xfrm>
              <a:off x="8491725" y="1639350"/>
              <a:ext cx="580750" cy="1028275"/>
            </a:xfrm>
            <a:custGeom>
              <a:rect b="b" l="l" r="r" t="t"/>
              <a:pathLst>
                <a:path extrusionOk="0" h="41131" w="23230">
                  <a:moveTo>
                    <a:pt x="12063" y="5717"/>
                  </a:moveTo>
                  <a:cubicBezTo>
                    <a:pt x="12848" y="5717"/>
                    <a:pt x="13631" y="5789"/>
                    <a:pt x="14421" y="5808"/>
                  </a:cubicBezTo>
                  <a:cubicBezTo>
                    <a:pt x="14718" y="5823"/>
                    <a:pt x="15016" y="5839"/>
                    <a:pt x="15251" y="6058"/>
                  </a:cubicBezTo>
                  <a:cubicBezTo>
                    <a:pt x="15471" y="6262"/>
                    <a:pt x="15439" y="6576"/>
                    <a:pt x="15173" y="6685"/>
                  </a:cubicBezTo>
                  <a:cubicBezTo>
                    <a:pt x="14332" y="7052"/>
                    <a:pt x="13467" y="7265"/>
                    <a:pt x="12548" y="7265"/>
                  </a:cubicBezTo>
                  <a:cubicBezTo>
                    <a:pt x="12406" y="7265"/>
                    <a:pt x="12262" y="7260"/>
                    <a:pt x="12116" y="7250"/>
                  </a:cubicBezTo>
                  <a:cubicBezTo>
                    <a:pt x="11962" y="7241"/>
                    <a:pt x="11798" y="7228"/>
                    <a:pt x="11636" y="7228"/>
                  </a:cubicBezTo>
                  <a:cubicBezTo>
                    <a:pt x="11501" y="7228"/>
                    <a:pt x="11367" y="7237"/>
                    <a:pt x="11239" y="7265"/>
                  </a:cubicBezTo>
                  <a:cubicBezTo>
                    <a:pt x="10897" y="7339"/>
                    <a:pt x="10564" y="7370"/>
                    <a:pt x="10233" y="7370"/>
                  </a:cubicBezTo>
                  <a:cubicBezTo>
                    <a:pt x="9790" y="7370"/>
                    <a:pt x="9352" y="7315"/>
                    <a:pt x="8903" y="7234"/>
                  </a:cubicBezTo>
                  <a:cubicBezTo>
                    <a:pt x="8276" y="7124"/>
                    <a:pt x="7634" y="7093"/>
                    <a:pt x="7007" y="7030"/>
                  </a:cubicBezTo>
                  <a:cubicBezTo>
                    <a:pt x="6972" y="7031"/>
                    <a:pt x="6938" y="7032"/>
                    <a:pt x="6903" y="7032"/>
                  </a:cubicBezTo>
                  <a:cubicBezTo>
                    <a:pt x="6684" y="7032"/>
                    <a:pt x="6466" y="7013"/>
                    <a:pt x="6249" y="7013"/>
                  </a:cubicBezTo>
                  <a:cubicBezTo>
                    <a:pt x="6018" y="7013"/>
                    <a:pt x="5790" y="7034"/>
                    <a:pt x="5565" y="7124"/>
                  </a:cubicBezTo>
                  <a:cubicBezTo>
                    <a:pt x="5515" y="7141"/>
                    <a:pt x="5463" y="7152"/>
                    <a:pt x="5412" y="7152"/>
                  </a:cubicBezTo>
                  <a:cubicBezTo>
                    <a:pt x="5320" y="7152"/>
                    <a:pt x="5233" y="7116"/>
                    <a:pt x="5173" y="7015"/>
                  </a:cubicBezTo>
                  <a:cubicBezTo>
                    <a:pt x="5063" y="6842"/>
                    <a:pt x="5047" y="6670"/>
                    <a:pt x="5141" y="6482"/>
                  </a:cubicBezTo>
                  <a:cubicBezTo>
                    <a:pt x="5267" y="6231"/>
                    <a:pt x="5486" y="6105"/>
                    <a:pt x="5737" y="5996"/>
                  </a:cubicBezTo>
                  <a:cubicBezTo>
                    <a:pt x="6201" y="5801"/>
                    <a:pt x="6683" y="5729"/>
                    <a:pt x="7178" y="5729"/>
                  </a:cubicBezTo>
                  <a:cubicBezTo>
                    <a:pt x="7318" y="5729"/>
                    <a:pt x="7460" y="5735"/>
                    <a:pt x="7602" y="5745"/>
                  </a:cubicBezTo>
                  <a:cubicBezTo>
                    <a:pt x="8088" y="5776"/>
                    <a:pt x="8574" y="5855"/>
                    <a:pt x="9060" y="5870"/>
                  </a:cubicBezTo>
                  <a:cubicBezTo>
                    <a:pt x="9321" y="5889"/>
                    <a:pt x="9594" y="5913"/>
                    <a:pt x="9861" y="5913"/>
                  </a:cubicBezTo>
                  <a:cubicBezTo>
                    <a:pt x="10042" y="5913"/>
                    <a:pt x="10221" y="5902"/>
                    <a:pt x="10392" y="5870"/>
                  </a:cubicBezTo>
                  <a:cubicBezTo>
                    <a:pt x="10951" y="5753"/>
                    <a:pt x="11507" y="5717"/>
                    <a:pt x="12063" y="5717"/>
                  </a:cubicBezTo>
                  <a:close/>
                  <a:moveTo>
                    <a:pt x="13171" y="7951"/>
                  </a:moveTo>
                  <a:cubicBezTo>
                    <a:pt x="13209" y="7951"/>
                    <a:pt x="13249" y="7958"/>
                    <a:pt x="13292" y="7971"/>
                  </a:cubicBezTo>
                  <a:cubicBezTo>
                    <a:pt x="13449" y="8018"/>
                    <a:pt x="13464" y="8174"/>
                    <a:pt x="13449" y="8410"/>
                  </a:cubicBezTo>
                  <a:cubicBezTo>
                    <a:pt x="13433" y="8472"/>
                    <a:pt x="13386" y="8613"/>
                    <a:pt x="13292" y="8723"/>
                  </a:cubicBezTo>
                  <a:cubicBezTo>
                    <a:pt x="13238" y="8804"/>
                    <a:pt x="13164" y="8838"/>
                    <a:pt x="13083" y="8838"/>
                  </a:cubicBezTo>
                  <a:cubicBezTo>
                    <a:pt x="13023" y="8838"/>
                    <a:pt x="12960" y="8819"/>
                    <a:pt x="12900" y="8786"/>
                  </a:cubicBezTo>
                  <a:cubicBezTo>
                    <a:pt x="12728" y="8692"/>
                    <a:pt x="12696" y="8441"/>
                    <a:pt x="12837" y="8190"/>
                  </a:cubicBezTo>
                  <a:cubicBezTo>
                    <a:pt x="12912" y="8041"/>
                    <a:pt x="13026" y="7951"/>
                    <a:pt x="13171" y="7951"/>
                  </a:cubicBezTo>
                  <a:close/>
                  <a:moveTo>
                    <a:pt x="11599" y="7892"/>
                  </a:moveTo>
                  <a:cubicBezTo>
                    <a:pt x="11913" y="7892"/>
                    <a:pt x="11991" y="7971"/>
                    <a:pt x="11975" y="8394"/>
                  </a:cubicBezTo>
                  <a:cubicBezTo>
                    <a:pt x="11960" y="8629"/>
                    <a:pt x="12007" y="8801"/>
                    <a:pt x="12163" y="8990"/>
                  </a:cubicBezTo>
                  <a:cubicBezTo>
                    <a:pt x="12540" y="9444"/>
                    <a:pt x="12508" y="9538"/>
                    <a:pt x="12007" y="9758"/>
                  </a:cubicBezTo>
                  <a:cubicBezTo>
                    <a:pt x="11824" y="9839"/>
                    <a:pt x="11708" y="9888"/>
                    <a:pt x="11616" y="9888"/>
                  </a:cubicBezTo>
                  <a:cubicBezTo>
                    <a:pt x="11479" y="9888"/>
                    <a:pt x="11398" y="9779"/>
                    <a:pt x="11239" y="9507"/>
                  </a:cubicBezTo>
                  <a:cubicBezTo>
                    <a:pt x="11098" y="9256"/>
                    <a:pt x="10910" y="9099"/>
                    <a:pt x="10690" y="8974"/>
                  </a:cubicBezTo>
                  <a:cubicBezTo>
                    <a:pt x="10596" y="8911"/>
                    <a:pt x="10518" y="8833"/>
                    <a:pt x="10439" y="8739"/>
                  </a:cubicBezTo>
                  <a:cubicBezTo>
                    <a:pt x="10283" y="8535"/>
                    <a:pt x="10377" y="8174"/>
                    <a:pt x="10612" y="8080"/>
                  </a:cubicBezTo>
                  <a:cubicBezTo>
                    <a:pt x="10925" y="7939"/>
                    <a:pt x="11254" y="7892"/>
                    <a:pt x="11599" y="7892"/>
                  </a:cubicBezTo>
                  <a:close/>
                  <a:moveTo>
                    <a:pt x="8484" y="7906"/>
                  </a:moveTo>
                  <a:cubicBezTo>
                    <a:pt x="8589" y="7906"/>
                    <a:pt x="8711" y="7953"/>
                    <a:pt x="8856" y="8049"/>
                  </a:cubicBezTo>
                  <a:cubicBezTo>
                    <a:pt x="9123" y="8222"/>
                    <a:pt x="9405" y="8237"/>
                    <a:pt x="9687" y="8347"/>
                  </a:cubicBezTo>
                  <a:cubicBezTo>
                    <a:pt x="9844" y="8394"/>
                    <a:pt x="9891" y="8582"/>
                    <a:pt x="9781" y="8707"/>
                  </a:cubicBezTo>
                  <a:cubicBezTo>
                    <a:pt x="9436" y="9099"/>
                    <a:pt x="9076" y="9475"/>
                    <a:pt x="8699" y="9820"/>
                  </a:cubicBezTo>
                  <a:cubicBezTo>
                    <a:pt x="8633" y="9882"/>
                    <a:pt x="8555" y="9910"/>
                    <a:pt x="8476" y="9910"/>
                  </a:cubicBezTo>
                  <a:cubicBezTo>
                    <a:pt x="8314" y="9910"/>
                    <a:pt x="8151" y="9791"/>
                    <a:pt x="8088" y="9601"/>
                  </a:cubicBezTo>
                  <a:cubicBezTo>
                    <a:pt x="8057" y="9507"/>
                    <a:pt x="8025" y="9397"/>
                    <a:pt x="8010" y="9287"/>
                  </a:cubicBezTo>
                  <a:cubicBezTo>
                    <a:pt x="7978" y="9178"/>
                    <a:pt x="7978" y="9068"/>
                    <a:pt x="7947" y="8927"/>
                  </a:cubicBezTo>
                  <a:cubicBezTo>
                    <a:pt x="7978" y="8770"/>
                    <a:pt x="8010" y="8582"/>
                    <a:pt x="8057" y="8410"/>
                  </a:cubicBezTo>
                  <a:cubicBezTo>
                    <a:pt x="8150" y="8080"/>
                    <a:pt x="8283" y="7906"/>
                    <a:pt x="8484" y="7906"/>
                  </a:cubicBezTo>
                  <a:close/>
                  <a:moveTo>
                    <a:pt x="10173" y="9428"/>
                  </a:moveTo>
                  <a:cubicBezTo>
                    <a:pt x="10392" y="9428"/>
                    <a:pt x="10690" y="9648"/>
                    <a:pt x="10659" y="9789"/>
                  </a:cubicBezTo>
                  <a:cubicBezTo>
                    <a:pt x="10596" y="10008"/>
                    <a:pt x="10408" y="10055"/>
                    <a:pt x="10220" y="10071"/>
                  </a:cubicBezTo>
                  <a:cubicBezTo>
                    <a:pt x="10079" y="10102"/>
                    <a:pt x="9922" y="10102"/>
                    <a:pt x="9812" y="10102"/>
                  </a:cubicBezTo>
                  <a:cubicBezTo>
                    <a:pt x="9718" y="10087"/>
                    <a:pt x="9640" y="10071"/>
                    <a:pt x="9577" y="10055"/>
                  </a:cubicBezTo>
                  <a:cubicBezTo>
                    <a:pt x="9420" y="9993"/>
                    <a:pt x="9467" y="9867"/>
                    <a:pt x="9514" y="9773"/>
                  </a:cubicBezTo>
                  <a:cubicBezTo>
                    <a:pt x="9671" y="9538"/>
                    <a:pt x="9891" y="9444"/>
                    <a:pt x="10173" y="9428"/>
                  </a:cubicBezTo>
                  <a:close/>
                  <a:moveTo>
                    <a:pt x="14374" y="7704"/>
                  </a:moveTo>
                  <a:cubicBezTo>
                    <a:pt x="14546" y="7704"/>
                    <a:pt x="14640" y="7798"/>
                    <a:pt x="14640" y="7986"/>
                  </a:cubicBezTo>
                  <a:cubicBezTo>
                    <a:pt x="14656" y="8425"/>
                    <a:pt x="14640" y="8880"/>
                    <a:pt x="14656" y="9319"/>
                  </a:cubicBezTo>
                  <a:cubicBezTo>
                    <a:pt x="14656" y="9507"/>
                    <a:pt x="14656" y="9711"/>
                    <a:pt x="14734" y="9867"/>
                  </a:cubicBezTo>
                  <a:cubicBezTo>
                    <a:pt x="15330" y="11090"/>
                    <a:pt x="15580" y="12422"/>
                    <a:pt x="15941" y="13708"/>
                  </a:cubicBezTo>
                  <a:cubicBezTo>
                    <a:pt x="16019" y="14037"/>
                    <a:pt x="16113" y="14366"/>
                    <a:pt x="16207" y="14679"/>
                  </a:cubicBezTo>
                  <a:cubicBezTo>
                    <a:pt x="16317" y="15009"/>
                    <a:pt x="16474" y="15353"/>
                    <a:pt x="15957" y="15479"/>
                  </a:cubicBezTo>
                  <a:cubicBezTo>
                    <a:pt x="15580" y="16262"/>
                    <a:pt x="14828" y="16341"/>
                    <a:pt x="14091" y="16435"/>
                  </a:cubicBezTo>
                  <a:cubicBezTo>
                    <a:pt x="12822" y="16592"/>
                    <a:pt x="11552" y="16670"/>
                    <a:pt x="10283" y="16717"/>
                  </a:cubicBezTo>
                  <a:cubicBezTo>
                    <a:pt x="10241" y="16719"/>
                    <a:pt x="10199" y="16720"/>
                    <a:pt x="10158" y="16720"/>
                  </a:cubicBezTo>
                  <a:cubicBezTo>
                    <a:pt x="9902" y="16720"/>
                    <a:pt x="9645" y="16683"/>
                    <a:pt x="9389" y="16670"/>
                  </a:cubicBezTo>
                  <a:cubicBezTo>
                    <a:pt x="8449" y="16576"/>
                    <a:pt x="7524" y="16498"/>
                    <a:pt x="6599" y="16404"/>
                  </a:cubicBezTo>
                  <a:cubicBezTo>
                    <a:pt x="6442" y="16388"/>
                    <a:pt x="6286" y="16372"/>
                    <a:pt x="6160" y="16325"/>
                  </a:cubicBezTo>
                  <a:cubicBezTo>
                    <a:pt x="6050" y="16294"/>
                    <a:pt x="5941" y="16215"/>
                    <a:pt x="5909" y="16137"/>
                  </a:cubicBezTo>
                  <a:cubicBezTo>
                    <a:pt x="5862" y="16027"/>
                    <a:pt x="5972" y="15949"/>
                    <a:pt x="6082" y="15918"/>
                  </a:cubicBezTo>
                  <a:cubicBezTo>
                    <a:pt x="6364" y="15839"/>
                    <a:pt x="6662" y="15777"/>
                    <a:pt x="6960" y="15714"/>
                  </a:cubicBezTo>
                  <a:cubicBezTo>
                    <a:pt x="8652" y="15416"/>
                    <a:pt x="10361" y="15244"/>
                    <a:pt x="12085" y="15244"/>
                  </a:cubicBezTo>
                  <a:cubicBezTo>
                    <a:pt x="12461" y="15244"/>
                    <a:pt x="12837" y="15212"/>
                    <a:pt x="13214" y="15181"/>
                  </a:cubicBezTo>
                  <a:cubicBezTo>
                    <a:pt x="13355" y="15165"/>
                    <a:pt x="13511" y="15150"/>
                    <a:pt x="13558" y="14930"/>
                  </a:cubicBezTo>
                  <a:lnTo>
                    <a:pt x="10878" y="14930"/>
                  </a:lnTo>
                  <a:cubicBezTo>
                    <a:pt x="9311" y="14946"/>
                    <a:pt x="7759" y="15228"/>
                    <a:pt x="6192" y="15353"/>
                  </a:cubicBezTo>
                  <a:cubicBezTo>
                    <a:pt x="6057" y="15353"/>
                    <a:pt x="5934" y="15388"/>
                    <a:pt x="5813" y="15388"/>
                  </a:cubicBezTo>
                  <a:cubicBezTo>
                    <a:pt x="5793" y="15388"/>
                    <a:pt x="5773" y="15387"/>
                    <a:pt x="5753" y="15385"/>
                  </a:cubicBezTo>
                  <a:cubicBezTo>
                    <a:pt x="5533" y="15385"/>
                    <a:pt x="5392" y="15244"/>
                    <a:pt x="5376" y="15040"/>
                  </a:cubicBezTo>
                  <a:cubicBezTo>
                    <a:pt x="5361" y="14820"/>
                    <a:pt x="5376" y="14585"/>
                    <a:pt x="5408" y="14366"/>
                  </a:cubicBezTo>
                  <a:cubicBezTo>
                    <a:pt x="5549" y="13096"/>
                    <a:pt x="5753" y="11842"/>
                    <a:pt x="6097" y="10620"/>
                  </a:cubicBezTo>
                  <a:cubicBezTo>
                    <a:pt x="6176" y="10322"/>
                    <a:pt x="6286" y="10055"/>
                    <a:pt x="6536" y="9852"/>
                  </a:cubicBezTo>
                  <a:cubicBezTo>
                    <a:pt x="6803" y="9648"/>
                    <a:pt x="6850" y="9350"/>
                    <a:pt x="6724" y="9052"/>
                  </a:cubicBezTo>
                  <a:cubicBezTo>
                    <a:pt x="6630" y="8770"/>
                    <a:pt x="6552" y="8472"/>
                    <a:pt x="6568" y="8174"/>
                  </a:cubicBezTo>
                  <a:cubicBezTo>
                    <a:pt x="6568" y="8018"/>
                    <a:pt x="6615" y="7877"/>
                    <a:pt x="6803" y="7830"/>
                  </a:cubicBezTo>
                  <a:cubicBezTo>
                    <a:pt x="6837" y="7822"/>
                    <a:pt x="6873" y="7819"/>
                    <a:pt x="6909" y="7819"/>
                  </a:cubicBezTo>
                  <a:cubicBezTo>
                    <a:pt x="7105" y="7819"/>
                    <a:pt x="7312" y="7922"/>
                    <a:pt x="7351" y="8080"/>
                  </a:cubicBezTo>
                  <a:cubicBezTo>
                    <a:pt x="7445" y="8378"/>
                    <a:pt x="7445" y="8676"/>
                    <a:pt x="7320" y="8958"/>
                  </a:cubicBezTo>
                  <a:cubicBezTo>
                    <a:pt x="7226" y="9162"/>
                    <a:pt x="7163" y="9381"/>
                    <a:pt x="7210" y="9617"/>
                  </a:cubicBezTo>
                  <a:cubicBezTo>
                    <a:pt x="7351" y="10338"/>
                    <a:pt x="7555" y="10557"/>
                    <a:pt x="8308" y="10635"/>
                  </a:cubicBezTo>
                  <a:cubicBezTo>
                    <a:pt x="8863" y="10713"/>
                    <a:pt x="9411" y="10744"/>
                    <a:pt x="9968" y="10744"/>
                  </a:cubicBezTo>
                  <a:cubicBezTo>
                    <a:pt x="10196" y="10744"/>
                    <a:pt x="10426" y="10739"/>
                    <a:pt x="10659" y="10729"/>
                  </a:cubicBezTo>
                  <a:cubicBezTo>
                    <a:pt x="11631" y="10682"/>
                    <a:pt x="12461" y="10244"/>
                    <a:pt x="13339" y="9961"/>
                  </a:cubicBezTo>
                  <a:cubicBezTo>
                    <a:pt x="13527" y="9899"/>
                    <a:pt x="13637" y="9742"/>
                    <a:pt x="13700" y="9554"/>
                  </a:cubicBezTo>
                  <a:cubicBezTo>
                    <a:pt x="13809" y="9162"/>
                    <a:pt x="14013" y="8801"/>
                    <a:pt x="13966" y="8363"/>
                  </a:cubicBezTo>
                  <a:cubicBezTo>
                    <a:pt x="13950" y="8222"/>
                    <a:pt x="13950" y="8065"/>
                    <a:pt x="13997" y="7924"/>
                  </a:cubicBezTo>
                  <a:cubicBezTo>
                    <a:pt x="14060" y="7783"/>
                    <a:pt x="14217" y="7720"/>
                    <a:pt x="14374" y="7704"/>
                  </a:cubicBezTo>
                  <a:close/>
                  <a:moveTo>
                    <a:pt x="16415" y="16600"/>
                  </a:moveTo>
                  <a:cubicBezTo>
                    <a:pt x="16602" y="16600"/>
                    <a:pt x="16697" y="16717"/>
                    <a:pt x="16772" y="16905"/>
                  </a:cubicBezTo>
                  <a:cubicBezTo>
                    <a:pt x="16881" y="17219"/>
                    <a:pt x="16975" y="17548"/>
                    <a:pt x="17054" y="17861"/>
                  </a:cubicBezTo>
                  <a:cubicBezTo>
                    <a:pt x="17775" y="20542"/>
                    <a:pt x="18512" y="23206"/>
                    <a:pt x="19217" y="25886"/>
                  </a:cubicBezTo>
                  <a:cubicBezTo>
                    <a:pt x="19656" y="27626"/>
                    <a:pt x="20063" y="29366"/>
                    <a:pt x="20487" y="31122"/>
                  </a:cubicBezTo>
                  <a:cubicBezTo>
                    <a:pt x="20581" y="31514"/>
                    <a:pt x="20690" y="31921"/>
                    <a:pt x="20769" y="32313"/>
                  </a:cubicBezTo>
                  <a:cubicBezTo>
                    <a:pt x="21004" y="33410"/>
                    <a:pt x="21239" y="34507"/>
                    <a:pt x="21458" y="35605"/>
                  </a:cubicBezTo>
                  <a:cubicBezTo>
                    <a:pt x="21505" y="35824"/>
                    <a:pt x="21521" y="36059"/>
                    <a:pt x="21458" y="36263"/>
                  </a:cubicBezTo>
                  <a:cubicBezTo>
                    <a:pt x="21364" y="36686"/>
                    <a:pt x="21364" y="37000"/>
                    <a:pt x="21897" y="37094"/>
                  </a:cubicBezTo>
                  <a:cubicBezTo>
                    <a:pt x="22164" y="37156"/>
                    <a:pt x="22305" y="37407"/>
                    <a:pt x="22367" y="37674"/>
                  </a:cubicBezTo>
                  <a:cubicBezTo>
                    <a:pt x="22446" y="37971"/>
                    <a:pt x="22367" y="38206"/>
                    <a:pt x="22101" y="38332"/>
                  </a:cubicBezTo>
                  <a:cubicBezTo>
                    <a:pt x="21317" y="38692"/>
                    <a:pt x="20534" y="39053"/>
                    <a:pt x="19734" y="39382"/>
                  </a:cubicBezTo>
                  <a:cubicBezTo>
                    <a:pt x="19280" y="39570"/>
                    <a:pt x="18794" y="39570"/>
                    <a:pt x="18308" y="39602"/>
                  </a:cubicBezTo>
                  <a:cubicBezTo>
                    <a:pt x="17320" y="39633"/>
                    <a:pt x="16380" y="39743"/>
                    <a:pt x="15424" y="40009"/>
                  </a:cubicBezTo>
                  <a:cubicBezTo>
                    <a:pt x="14530" y="40244"/>
                    <a:pt x="13574" y="40417"/>
                    <a:pt x="12649" y="40417"/>
                  </a:cubicBezTo>
                  <a:cubicBezTo>
                    <a:pt x="11584" y="40401"/>
                    <a:pt x="10502" y="40370"/>
                    <a:pt x="9420" y="40354"/>
                  </a:cubicBezTo>
                  <a:cubicBezTo>
                    <a:pt x="7696" y="40338"/>
                    <a:pt x="5972" y="40276"/>
                    <a:pt x="4264" y="40244"/>
                  </a:cubicBezTo>
                  <a:cubicBezTo>
                    <a:pt x="3590" y="40228"/>
                    <a:pt x="2931" y="40197"/>
                    <a:pt x="2273" y="39993"/>
                  </a:cubicBezTo>
                  <a:cubicBezTo>
                    <a:pt x="1865" y="39884"/>
                    <a:pt x="1489" y="39696"/>
                    <a:pt x="1160" y="39460"/>
                  </a:cubicBezTo>
                  <a:cubicBezTo>
                    <a:pt x="533" y="39006"/>
                    <a:pt x="267" y="38771"/>
                    <a:pt x="674" y="37987"/>
                  </a:cubicBezTo>
                  <a:cubicBezTo>
                    <a:pt x="815" y="37705"/>
                    <a:pt x="831" y="37407"/>
                    <a:pt x="847" y="37109"/>
                  </a:cubicBezTo>
                  <a:cubicBezTo>
                    <a:pt x="894" y="36200"/>
                    <a:pt x="1066" y="35322"/>
                    <a:pt x="1254" y="34445"/>
                  </a:cubicBezTo>
                  <a:cubicBezTo>
                    <a:pt x="1756" y="31952"/>
                    <a:pt x="2351" y="29476"/>
                    <a:pt x="2790" y="26968"/>
                  </a:cubicBezTo>
                  <a:cubicBezTo>
                    <a:pt x="3041" y="25495"/>
                    <a:pt x="3449" y="24053"/>
                    <a:pt x="3715" y="22579"/>
                  </a:cubicBezTo>
                  <a:cubicBezTo>
                    <a:pt x="3997" y="21027"/>
                    <a:pt x="4358" y="19507"/>
                    <a:pt x="4718" y="17971"/>
                  </a:cubicBezTo>
                  <a:cubicBezTo>
                    <a:pt x="4781" y="17720"/>
                    <a:pt x="4859" y="17469"/>
                    <a:pt x="4938" y="17219"/>
                  </a:cubicBezTo>
                  <a:cubicBezTo>
                    <a:pt x="5000" y="16968"/>
                    <a:pt x="5188" y="16858"/>
                    <a:pt x="5439" y="16858"/>
                  </a:cubicBezTo>
                  <a:cubicBezTo>
                    <a:pt x="5523" y="16853"/>
                    <a:pt x="5608" y="16851"/>
                    <a:pt x="5686" y="16851"/>
                  </a:cubicBezTo>
                  <a:cubicBezTo>
                    <a:pt x="5843" y="16851"/>
                    <a:pt x="5972" y="16858"/>
                    <a:pt x="6003" y="16858"/>
                  </a:cubicBezTo>
                  <a:cubicBezTo>
                    <a:pt x="7195" y="16952"/>
                    <a:pt x="8167" y="16983"/>
                    <a:pt x="9123" y="17125"/>
                  </a:cubicBezTo>
                  <a:cubicBezTo>
                    <a:pt x="9676" y="17208"/>
                    <a:pt x="10226" y="17241"/>
                    <a:pt x="10773" y="17241"/>
                  </a:cubicBezTo>
                  <a:cubicBezTo>
                    <a:pt x="11980" y="17241"/>
                    <a:pt x="13177" y="17081"/>
                    <a:pt x="14374" y="16952"/>
                  </a:cubicBezTo>
                  <a:cubicBezTo>
                    <a:pt x="15016" y="16874"/>
                    <a:pt x="15643" y="16748"/>
                    <a:pt x="16254" y="16623"/>
                  </a:cubicBezTo>
                  <a:cubicBezTo>
                    <a:pt x="16315" y="16607"/>
                    <a:pt x="16368" y="16600"/>
                    <a:pt x="16415" y="16600"/>
                  </a:cubicBezTo>
                  <a:close/>
                  <a:moveTo>
                    <a:pt x="9669" y="1"/>
                  </a:moveTo>
                  <a:cubicBezTo>
                    <a:pt x="9050" y="1"/>
                    <a:pt x="8475" y="169"/>
                    <a:pt x="7900" y="337"/>
                  </a:cubicBezTo>
                  <a:cubicBezTo>
                    <a:pt x="7367" y="478"/>
                    <a:pt x="6991" y="839"/>
                    <a:pt x="6897" y="1419"/>
                  </a:cubicBezTo>
                  <a:cubicBezTo>
                    <a:pt x="6881" y="1607"/>
                    <a:pt x="6771" y="1795"/>
                    <a:pt x="6787" y="1967"/>
                  </a:cubicBezTo>
                  <a:cubicBezTo>
                    <a:pt x="6850" y="2751"/>
                    <a:pt x="6552" y="3519"/>
                    <a:pt x="6677" y="4319"/>
                  </a:cubicBezTo>
                  <a:cubicBezTo>
                    <a:pt x="6740" y="4773"/>
                    <a:pt x="6583" y="5024"/>
                    <a:pt x="6113" y="5149"/>
                  </a:cubicBezTo>
                  <a:cubicBezTo>
                    <a:pt x="5737" y="5275"/>
                    <a:pt x="5345" y="5431"/>
                    <a:pt x="4985" y="5651"/>
                  </a:cubicBezTo>
                  <a:cubicBezTo>
                    <a:pt x="4295" y="6074"/>
                    <a:pt x="4154" y="6607"/>
                    <a:pt x="4483" y="7375"/>
                  </a:cubicBezTo>
                  <a:cubicBezTo>
                    <a:pt x="4561" y="7548"/>
                    <a:pt x="4671" y="7704"/>
                    <a:pt x="4844" y="7783"/>
                  </a:cubicBezTo>
                  <a:cubicBezTo>
                    <a:pt x="5110" y="7924"/>
                    <a:pt x="5392" y="8033"/>
                    <a:pt x="5659" y="8159"/>
                  </a:cubicBezTo>
                  <a:cubicBezTo>
                    <a:pt x="5909" y="8269"/>
                    <a:pt x="6003" y="8488"/>
                    <a:pt x="5894" y="8707"/>
                  </a:cubicBezTo>
                  <a:cubicBezTo>
                    <a:pt x="5706" y="9099"/>
                    <a:pt x="5659" y="9475"/>
                    <a:pt x="5784" y="9883"/>
                  </a:cubicBezTo>
                  <a:cubicBezTo>
                    <a:pt x="5847" y="10055"/>
                    <a:pt x="5768" y="10259"/>
                    <a:pt x="5721" y="10432"/>
                  </a:cubicBezTo>
                  <a:cubicBezTo>
                    <a:pt x="5392" y="11670"/>
                    <a:pt x="5188" y="12924"/>
                    <a:pt x="5016" y="14193"/>
                  </a:cubicBezTo>
                  <a:cubicBezTo>
                    <a:pt x="4938" y="14773"/>
                    <a:pt x="4844" y="15369"/>
                    <a:pt x="4546" y="15902"/>
                  </a:cubicBezTo>
                  <a:cubicBezTo>
                    <a:pt x="4436" y="16106"/>
                    <a:pt x="4389" y="16325"/>
                    <a:pt x="4436" y="16560"/>
                  </a:cubicBezTo>
                  <a:cubicBezTo>
                    <a:pt x="4546" y="17062"/>
                    <a:pt x="4405" y="17532"/>
                    <a:pt x="4279" y="18002"/>
                  </a:cubicBezTo>
                  <a:cubicBezTo>
                    <a:pt x="3496" y="20745"/>
                    <a:pt x="3119" y="23567"/>
                    <a:pt x="2477" y="26341"/>
                  </a:cubicBezTo>
                  <a:cubicBezTo>
                    <a:pt x="1944" y="28708"/>
                    <a:pt x="1583" y="31122"/>
                    <a:pt x="1019" y="33489"/>
                  </a:cubicBezTo>
                  <a:cubicBezTo>
                    <a:pt x="580" y="35307"/>
                    <a:pt x="361" y="37172"/>
                    <a:pt x="47" y="39006"/>
                  </a:cubicBezTo>
                  <a:cubicBezTo>
                    <a:pt x="0" y="39241"/>
                    <a:pt x="32" y="39429"/>
                    <a:pt x="235" y="39602"/>
                  </a:cubicBezTo>
                  <a:cubicBezTo>
                    <a:pt x="1210" y="40363"/>
                    <a:pt x="2274" y="40888"/>
                    <a:pt x="3528" y="40888"/>
                  </a:cubicBezTo>
                  <a:cubicBezTo>
                    <a:pt x="3564" y="40888"/>
                    <a:pt x="3600" y="40888"/>
                    <a:pt x="3637" y="40887"/>
                  </a:cubicBezTo>
                  <a:cubicBezTo>
                    <a:pt x="3757" y="40885"/>
                    <a:pt x="3877" y="40884"/>
                    <a:pt x="3997" y="40884"/>
                  </a:cubicBezTo>
                  <a:cubicBezTo>
                    <a:pt x="5976" y="40884"/>
                    <a:pt x="7965" y="41096"/>
                    <a:pt x="9944" y="41096"/>
                  </a:cubicBezTo>
                  <a:cubicBezTo>
                    <a:pt x="10119" y="41096"/>
                    <a:pt x="10295" y="41094"/>
                    <a:pt x="10471" y="41091"/>
                  </a:cubicBezTo>
                  <a:cubicBezTo>
                    <a:pt x="10753" y="41091"/>
                    <a:pt x="11028" y="41077"/>
                    <a:pt x="11301" y="41077"/>
                  </a:cubicBezTo>
                  <a:cubicBezTo>
                    <a:pt x="11437" y="41077"/>
                    <a:pt x="11573" y="41080"/>
                    <a:pt x="11709" y="41091"/>
                  </a:cubicBezTo>
                  <a:cubicBezTo>
                    <a:pt x="11965" y="41118"/>
                    <a:pt x="12219" y="41130"/>
                    <a:pt x="12473" y="41130"/>
                  </a:cubicBezTo>
                  <a:cubicBezTo>
                    <a:pt x="13382" y="41130"/>
                    <a:pt x="14274" y="40970"/>
                    <a:pt x="15157" y="40761"/>
                  </a:cubicBezTo>
                  <a:cubicBezTo>
                    <a:pt x="16082" y="40558"/>
                    <a:pt x="16991" y="40417"/>
                    <a:pt x="17932" y="40370"/>
                  </a:cubicBezTo>
                  <a:cubicBezTo>
                    <a:pt x="18480" y="40338"/>
                    <a:pt x="19060" y="40354"/>
                    <a:pt x="19593" y="40166"/>
                  </a:cubicBezTo>
                  <a:cubicBezTo>
                    <a:pt x="20361" y="39868"/>
                    <a:pt x="21129" y="39554"/>
                    <a:pt x="21913" y="39288"/>
                  </a:cubicBezTo>
                  <a:cubicBezTo>
                    <a:pt x="22728" y="39006"/>
                    <a:pt x="23230" y="38426"/>
                    <a:pt x="22932" y="37360"/>
                  </a:cubicBezTo>
                  <a:cubicBezTo>
                    <a:pt x="22900" y="37297"/>
                    <a:pt x="22916" y="37203"/>
                    <a:pt x="22885" y="37141"/>
                  </a:cubicBezTo>
                  <a:cubicBezTo>
                    <a:pt x="22540" y="36357"/>
                    <a:pt x="22477" y="35463"/>
                    <a:pt x="21944" y="34742"/>
                  </a:cubicBezTo>
                  <a:cubicBezTo>
                    <a:pt x="21819" y="34570"/>
                    <a:pt x="21756" y="34335"/>
                    <a:pt x="21725" y="34116"/>
                  </a:cubicBezTo>
                  <a:cubicBezTo>
                    <a:pt x="21552" y="32893"/>
                    <a:pt x="21113" y="31733"/>
                    <a:pt x="20863" y="30510"/>
                  </a:cubicBezTo>
                  <a:cubicBezTo>
                    <a:pt x="20581" y="29194"/>
                    <a:pt x="20110" y="27924"/>
                    <a:pt x="19938" y="26592"/>
                  </a:cubicBezTo>
                  <a:cubicBezTo>
                    <a:pt x="19922" y="26435"/>
                    <a:pt x="19860" y="26294"/>
                    <a:pt x="19813" y="26153"/>
                  </a:cubicBezTo>
                  <a:cubicBezTo>
                    <a:pt x="18903" y="22908"/>
                    <a:pt x="18010" y="19664"/>
                    <a:pt x="17211" y="16388"/>
                  </a:cubicBezTo>
                  <a:cubicBezTo>
                    <a:pt x="16646" y="14068"/>
                    <a:pt x="15972" y="11764"/>
                    <a:pt x="15345" y="9460"/>
                  </a:cubicBezTo>
                  <a:cubicBezTo>
                    <a:pt x="15126" y="8660"/>
                    <a:pt x="15048" y="7908"/>
                    <a:pt x="15753" y="7297"/>
                  </a:cubicBezTo>
                  <a:cubicBezTo>
                    <a:pt x="15831" y="7218"/>
                    <a:pt x="15878" y="7109"/>
                    <a:pt x="15941" y="7015"/>
                  </a:cubicBezTo>
                  <a:cubicBezTo>
                    <a:pt x="16427" y="6200"/>
                    <a:pt x="16004" y="5306"/>
                    <a:pt x="15079" y="5149"/>
                  </a:cubicBezTo>
                  <a:cubicBezTo>
                    <a:pt x="14938" y="5134"/>
                    <a:pt x="14781" y="5118"/>
                    <a:pt x="14640" y="5102"/>
                  </a:cubicBezTo>
                  <a:cubicBezTo>
                    <a:pt x="14044" y="5071"/>
                    <a:pt x="13433" y="5165"/>
                    <a:pt x="12916" y="4742"/>
                  </a:cubicBezTo>
                  <a:cubicBezTo>
                    <a:pt x="12865" y="4711"/>
                    <a:pt x="12775" y="4694"/>
                    <a:pt x="12697" y="4694"/>
                  </a:cubicBezTo>
                  <a:cubicBezTo>
                    <a:pt x="12654" y="4694"/>
                    <a:pt x="12614" y="4699"/>
                    <a:pt x="12587" y="4710"/>
                  </a:cubicBezTo>
                  <a:cubicBezTo>
                    <a:pt x="12423" y="4800"/>
                    <a:pt x="12287" y="4846"/>
                    <a:pt x="12174" y="4846"/>
                  </a:cubicBezTo>
                  <a:cubicBezTo>
                    <a:pt x="11951" y="4846"/>
                    <a:pt x="11813" y="4672"/>
                    <a:pt x="11709" y="4319"/>
                  </a:cubicBezTo>
                  <a:cubicBezTo>
                    <a:pt x="11646" y="4099"/>
                    <a:pt x="11411" y="3895"/>
                    <a:pt x="11207" y="3739"/>
                  </a:cubicBezTo>
                  <a:cubicBezTo>
                    <a:pt x="11083" y="3632"/>
                    <a:pt x="10950" y="3582"/>
                    <a:pt x="10822" y="3582"/>
                  </a:cubicBezTo>
                  <a:cubicBezTo>
                    <a:pt x="10609" y="3582"/>
                    <a:pt x="10409" y="3720"/>
                    <a:pt x="10283" y="3974"/>
                  </a:cubicBezTo>
                  <a:cubicBezTo>
                    <a:pt x="10220" y="4099"/>
                    <a:pt x="10173" y="4256"/>
                    <a:pt x="10141" y="4397"/>
                  </a:cubicBezTo>
                  <a:cubicBezTo>
                    <a:pt x="10141" y="4491"/>
                    <a:pt x="10141" y="4648"/>
                    <a:pt x="10204" y="4695"/>
                  </a:cubicBezTo>
                  <a:cubicBezTo>
                    <a:pt x="10249" y="4726"/>
                    <a:pt x="10291" y="4740"/>
                    <a:pt x="10329" y="4740"/>
                  </a:cubicBezTo>
                  <a:cubicBezTo>
                    <a:pt x="10423" y="4740"/>
                    <a:pt x="10498" y="4659"/>
                    <a:pt x="10565" y="4569"/>
                  </a:cubicBezTo>
                  <a:cubicBezTo>
                    <a:pt x="10627" y="4475"/>
                    <a:pt x="10706" y="4366"/>
                    <a:pt x="10784" y="4334"/>
                  </a:cubicBezTo>
                  <a:cubicBezTo>
                    <a:pt x="10809" y="4326"/>
                    <a:pt x="10838" y="4322"/>
                    <a:pt x="10867" y="4322"/>
                  </a:cubicBezTo>
                  <a:cubicBezTo>
                    <a:pt x="10948" y="4322"/>
                    <a:pt x="11036" y="4351"/>
                    <a:pt x="11082" y="4397"/>
                  </a:cubicBezTo>
                  <a:cubicBezTo>
                    <a:pt x="11145" y="4460"/>
                    <a:pt x="11176" y="4601"/>
                    <a:pt x="11145" y="4695"/>
                  </a:cubicBezTo>
                  <a:cubicBezTo>
                    <a:pt x="11082" y="4993"/>
                    <a:pt x="10847" y="5102"/>
                    <a:pt x="10565" y="5134"/>
                  </a:cubicBezTo>
                  <a:cubicBezTo>
                    <a:pt x="10187" y="5187"/>
                    <a:pt x="9807" y="5206"/>
                    <a:pt x="9426" y="5206"/>
                  </a:cubicBezTo>
                  <a:cubicBezTo>
                    <a:pt x="8906" y="5206"/>
                    <a:pt x="8385" y="5170"/>
                    <a:pt x="7869" y="5134"/>
                  </a:cubicBezTo>
                  <a:cubicBezTo>
                    <a:pt x="7445" y="5102"/>
                    <a:pt x="7304" y="4930"/>
                    <a:pt x="7242" y="4475"/>
                  </a:cubicBezTo>
                  <a:cubicBezTo>
                    <a:pt x="7101" y="3535"/>
                    <a:pt x="7304" y="2610"/>
                    <a:pt x="7508" y="1701"/>
                  </a:cubicBezTo>
                  <a:cubicBezTo>
                    <a:pt x="7571" y="1388"/>
                    <a:pt x="7775" y="1168"/>
                    <a:pt x="8057" y="1027"/>
                  </a:cubicBezTo>
                  <a:cubicBezTo>
                    <a:pt x="8503" y="815"/>
                    <a:pt x="8970" y="667"/>
                    <a:pt x="9445" y="667"/>
                  </a:cubicBezTo>
                  <a:cubicBezTo>
                    <a:pt x="9671" y="667"/>
                    <a:pt x="9898" y="700"/>
                    <a:pt x="10126" y="776"/>
                  </a:cubicBezTo>
                  <a:cubicBezTo>
                    <a:pt x="10510" y="895"/>
                    <a:pt x="10884" y="987"/>
                    <a:pt x="11263" y="987"/>
                  </a:cubicBezTo>
                  <a:cubicBezTo>
                    <a:pt x="11532" y="987"/>
                    <a:pt x="11805" y="941"/>
                    <a:pt x="12085" y="823"/>
                  </a:cubicBezTo>
                  <a:cubicBezTo>
                    <a:pt x="12217" y="768"/>
                    <a:pt x="12365" y="733"/>
                    <a:pt x="12515" y="733"/>
                  </a:cubicBezTo>
                  <a:cubicBezTo>
                    <a:pt x="12702" y="733"/>
                    <a:pt x="12891" y="787"/>
                    <a:pt x="13057" y="917"/>
                  </a:cubicBezTo>
                  <a:cubicBezTo>
                    <a:pt x="13496" y="1262"/>
                    <a:pt x="13903" y="1638"/>
                    <a:pt x="14044" y="2218"/>
                  </a:cubicBezTo>
                  <a:cubicBezTo>
                    <a:pt x="14185" y="2814"/>
                    <a:pt x="14358" y="3378"/>
                    <a:pt x="14185" y="3989"/>
                  </a:cubicBezTo>
                  <a:cubicBezTo>
                    <a:pt x="14138" y="4162"/>
                    <a:pt x="14138" y="4366"/>
                    <a:pt x="14170" y="4538"/>
                  </a:cubicBezTo>
                  <a:cubicBezTo>
                    <a:pt x="14170" y="4632"/>
                    <a:pt x="14264" y="4773"/>
                    <a:pt x="14342" y="4789"/>
                  </a:cubicBezTo>
                  <a:cubicBezTo>
                    <a:pt x="14375" y="4802"/>
                    <a:pt x="14404" y="4807"/>
                    <a:pt x="14429" y="4807"/>
                  </a:cubicBezTo>
                  <a:cubicBezTo>
                    <a:pt x="14556" y="4807"/>
                    <a:pt x="14580" y="4656"/>
                    <a:pt x="14593" y="4538"/>
                  </a:cubicBezTo>
                  <a:cubicBezTo>
                    <a:pt x="14640" y="4240"/>
                    <a:pt x="14687" y="3942"/>
                    <a:pt x="14734" y="3660"/>
                  </a:cubicBezTo>
                  <a:cubicBezTo>
                    <a:pt x="14953" y="2359"/>
                    <a:pt x="14358" y="1011"/>
                    <a:pt x="13198" y="290"/>
                  </a:cubicBezTo>
                  <a:cubicBezTo>
                    <a:pt x="12979" y="149"/>
                    <a:pt x="12743" y="71"/>
                    <a:pt x="12461" y="55"/>
                  </a:cubicBezTo>
                  <a:cubicBezTo>
                    <a:pt x="11599" y="55"/>
                    <a:pt x="10737" y="55"/>
                    <a:pt x="9891" y="8"/>
                  </a:cubicBezTo>
                  <a:cubicBezTo>
                    <a:pt x="9816" y="3"/>
                    <a:pt x="9742" y="1"/>
                    <a:pt x="9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8784425" y="1685775"/>
              <a:ext cx="40400" cy="33725"/>
            </a:xfrm>
            <a:custGeom>
              <a:rect b="b" l="l" r="r" t="t"/>
              <a:pathLst>
                <a:path extrusionOk="0" h="1349" w="1616">
                  <a:moveTo>
                    <a:pt x="644" y="1"/>
                  </a:moveTo>
                  <a:cubicBezTo>
                    <a:pt x="581" y="1"/>
                    <a:pt x="487" y="16"/>
                    <a:pt x="440" y="63"/>
                  </a:cubicBezTo>
                  <a:cubicBezTo>
                    <a:pt x="1" y="596"/>
                    <a:pt x="189" y="1223"/>
                    <a:pt x="816" y="1317"/>
                  </a:cubicBezTo>
                  <a:cubicBezTo>
                    <a:pt x="926" y="1349"/>
                    <a:pt x="1035" y="1349"/>
                    <a:pt x="1114" y="1349"/>
                  </a:cubicBezTo>
                  <a:cubicBezTo>
                    <a:pt x="1176" y="1349"/>
                    <a:pt x="1223" y="1349"/>
                    <a:pt x="1255" y="1333"/>
                  </a:cubicBezTo>
                  <a:cubicBezTo>
                    <a:pt x="1286" y="1333"/>
                    <a:pt x="1333" y="1333"/>
                    <a:pt x="1365" y="1317"/>
                  </a:cubicBezTo>
                  <a:cubicBezTo>
                    <a:pt x="1474" y="1286"/>
                    <a:pt x="1584" y="1270"/>
                    <a:pt x="1600" y="1145"/>
                  </a:cubicBezTo>
                  <a:cubicBezTo>
                    <a:pt x="1615" y="1020"/>
                    <a:pt x="1537" y="941"/>
                    <a:pt x="1412" y="926"/>
                  </a:cubicBezTo>
                  <a:cubicBezTo>
                    <a:pt x="973" y="894"/>
                    <a:pt x="706" y="737"/>
                    <a:pt x="816" y="236"/>
                  </a:cubicBezTo>
                  <a:cubicBezTo>
                    <a:pt x="816" y="189"/>
                    <a:pt x="816" y="142"/>
                    <a:pt x="800" y="126"/>
                  </a:cubicBezTo>
                  <a:cubicBezTo>
                    <a:pt x="753" y="79"/>
                    <a:pt x="691" y="16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8718200" y="1676250"/>
              <a:ext cx="24725" cy="46200"/>
            </a:xfrm>
            <a:custGeom>
              <a:rect b="b" l="l" r="r" t="t"/>
              <a:pathLst>
                <a:path extrusionOk="0" h="1848" w="989">
                  <a:moveTo>
                    <a:pt x="608" y="1"/>
                  </a:moveTo>
                  <a:cubicBezTo>
                    <a:pt x="582" y="1"/>
                    <a:pt x="556" y="7"/>
                    <a:pt x="534" y="21"/>
                  </a:cubicBezTo>
                  <a:cubicBezTo>
                    <a:pt x="393" y="115"/>
                    <a:pt x="346" y="272"/>
                    <a:pt x="408" y="413"/>
                  </a:cubicBezTo>
                  <a:cubicBezTo>
                    <a:pt x="565" y="805"/>
                    <a:pt x="503" y="1134"/>
                    <a:pt x="142" y="1385"/>
                  </a:cubicBezTo>
                  <a:cubicBezTo>
                    <a:pt x="95" y="1416"/>
                    <a:pt x="32" y="1479"/>
                    <a:pt x="17" y="1542"/>
                  </a:cubicBezTo>
                  <a:cubicBezTo>
                    <a:pt x="1" y="1604"/>
                    <a:pt x="17" y="1698"/>
                    <a:pt x="48" y="1745"/>
                  </a:cubicBezTo>
                  <a:cubicBezTo>
                    <a:pt x="95" y="1792"/>
                    <a:pt x="173" y="1824"/>
                    <a:pt x="236" y="1839"/>
                  </a:cubicBezTo>
                  <a:cubicBezTo>
                    <a:pt x="266" y="1845"/>
                    <a:pt x="294" y="1847"/>
                    <a:pt x="321" y="1847"/>
                  </a:cubicBezTo>
                  <a:cubicBezTo>
                    <a:pt x="451" y="1847"/>
                    <a:pt x="550" y="1787"/>
                    <a:pt x="628" y="1683"/>
                  </a:cubicBezTo>
                  <a:cubicBezTo>
                    <a:pt x="879" y="1385"/>
                    <a:pt x="973" y="1024"/>
                    <a:pt x="988" y="648"/>
                  </a:cubicBezTo>
                  <a:cubicBezTo>
                    <a:pt x="973" y="538"/>
                    <a:pt x="941" y="429"/>
                    <a:pt x="926" y="319"/>
                  </a:cubicBezTo>
                  <a:cubicBezTo>
                    <a:pt x="887" y="139"/>
                    <a:pt x="73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8767975" y="1674750"/>
              <a:ext cx="10225" cy="10075"/>
            </a:xfrm>
            <a:custGeom>
              <a:rect b="b" l="l" r="r" t="t"/>
              <a:pathLst>
                <a:path extrusionOk="0" h="403" w="409">
                  <a:moveTo>
                    <a:pt x="194" y="0"/>
                  </a:moveTo>
                  <a:cubicBezTo>
                    <a:pt x="182" y="0"/>
                    <a:pt x="170" y="1"/>
                    <a:pt x="157" y="3"/>
                  </a:cubicBezTo>
                  <a:cubicBezTo>
                    <a:pt x="48" y="50"/>
                    <a:pt x="1" y="128"/>
                    <a:pt x="16" y="238"/>
                  </a:cubicBezTo>
                  <a:cubicBezTo>
                    <a:pt x="42" y="342"/>
                    <a:pt x="100" y="403"/>
                    <a:pt x="191" y="403"/>
                  </a:cubicBezTo>
                  <a:cubicBezTo>
                    <a:pt x="210" y="403"/>
                    <a:pt x="230" y="400"/>
                    <a:pt x="251" y="395"/>
                  </a:cubicBezTo>
                  <a:cubicBezTo>
                    <a:pt x="361" y="379"/>
                    <a:pt x="408" y="269"/>
                    <a:pt x="377" y="160"/>
                  </a:cubicBezTo>
                  <a:cubicBezTo>
                    <a:pt x="363" y="61"/>
                    <a:pt x="298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8713125" y="1680300"/>
              <a:ext cx="3925" cy="2775"/>
            </a:xfrm>
            <a:custGeom>
              <a:rect b="b" l="l" r="r" t="t"/>
              <a:pathLst>
                <a:path extrusionOk="0" h="111" w="157">
                  <a:moveTo>
                    <a:pt x="79" y="0"/>
                  </a:moveTo>
                  <a:cubicBezTo>
                    <a:pt x="47" y="0"/>
                    <a:pt x="16" y="32"/>
                    <a:pt x="0" y="47"/>
                  </a:cubicBezTo>
                  <a:cubicBezTo>
                    <a:pt x="16" y="63"/>
                    <a:pt x="47" y="110"/>
                    <a:pt x="63" y="110"/>
                  </a:cubicBezTo>
                  <a:cubicBezTo>
                    <a:pt x="94" y="94"/>
                    <a:pt x="126" y="63"/>
                    <a:pt x="157" y="47"/>
                  </a:cubicBezTo>
                  <a:cubicBezTo>
                    <a:pt x="126" y="32"/>
                    <a:pt x="94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8547750" y="2569100"/>
              <a:ext cx="456925" cy="57375"/>
            </a:xfrm>
            <a:custGeom>
              <a:rect b="b" l="l" r="r" t="t"/>
              <a:pathLst>
                <a:path extrusionOk="0" h="2295" w="18277">
                  <a:moveTo>
                    <a:pt x="18144" y="0"/>
                  </a:moveTo>
                  <a:cubicBezTo>
                    <a:pt x="18093" y="0"/>
                    <a:pt x="18028" y="23"/>
                    <a:pt x="17995" y="45"/>
                  </a:cubicBezTo>
                  <a:cubicBezTo>
                    <a:pt x="17901" y="107"/>
                    <a:pt x="17822" y="186"/>
                    <a:pt x="17760" y="280"/>
                  </a:cubicBezTo>
                  <a:cubicBezTo>
                    <a:pt x="17399" y="766"/>
                    <a:pt x="16898" y="954"/>
                    <a:pt x="16333" y="1079"/>
                  </a:cubicBezTo>
                  <a:cubicBezTo>
                    <a:pt x="15516" y="1261"/>
                    <a:pt x="14713" y="1472"/>
                    <a:pt x="13868" y="1472"/>
                  </a:cubicBezTo>
                  <a:cubicBezTo>
                    <a:pt x="13838" y="1472"/>
                    <a:pt x="13808" y="1472"/>
                    <a:pt x="13778" y="1471"/>
                  </a:cubicBezTo>
                  <a:cubicBezTo>
                    <a:pt x="13759" y="1470"/>
                    <a:pt x="13740" y="1469"/>
                    <a:pt x="13721" y="1469"/>
                  </a:cubicBezTo>
                  <a:cubicBezTo>
                    <a:pt x="13489" y="1469"/>
                    <a:pt x="13257" y="1552"/>
                    <a:pt x="13010" y="1581"/>
                  </a:cubicBezTo>
                  <a:cubicBezTo>
                    <a:pt x="12806" y="1605"/>
                    <a:pt x="12610" y="1638"/>
                    <a:pt x="12410" y="1638"/>
                  </a:cubicBezTo>
                  <a:cubicBezTo>
                    <a:pt x="12350" y="1638"/>
                    <a:pt x="12289" y="1635"/>
                    <a:pt x="12227" y="1628"/>
                  </a:cubicBezTo>
                  <a:cubicBezTo>
                    <a:pt x="11789" y="1597"/>
                    <a:pt x="11353" y="1584"/>
                    <a:pt x="10918" y="1584"/>
                  </a:cubicBezTo>
                  <a:cubicBezTo>
                    <a:pt x="9824" y="1584"/>
                    <a:pt x="8733" y="1661"/>
                    <a:pt x="7634" y="1706"/>
                  </a:cubicBezTo>
                  <a:cubicBezTo>
                    <a:pt x="7035" y="1728"/>
                    <a:pt x="6436" y="1744"/>
                    <a:pt x="5837" y="1744"/>
                  </a:cubicBezTo>
                  <a:cubicBezTo>
                    <a:pt x="5166" y="1744"/>
                    <a:pt x="4496" y="1724"/>
                    <a:pt x="3825" y="1675"/>
                  </a:cubicBezTo>
                  <a:cubicBezTo>
                    <a:pt x="3182" y="1628"/>
                    <a:pt x="2556" y="1581"/>
                    <a:pt x="1929" y="1471"/>
                  </a:cubicBezTo>
                  <a:cubicBezTo>
                    <a:pt x="1349" y="1361"/>
                    <a:pt x="722" y="1299"/>
                    <a:pt x="424" y="656"/>
                  </a:cubicBezTo>
                  <a:cubicBezTo>
                    <a:pt x="401" y="622"/>
                    <a:pt x="289" y="596"/>
                    <a:pt x="205" y="596"/>
                  </a:cubicBezTo>
                  <a:cubicBezTo>
                    <a:pt x="172" y="596"/>
                    <a:pt x="144" y="600"/>
                    <a:pt x="126" y="609"/>
                  </a:cubicBezTo>
                  <a:cubicBezTo>
                    <a:pt x="48" y="656"/>
                    <a:pt x="16" y="797"/>
                    <a:pt x="16" y="907"/>
                  </a:cubicBezTo>
                  <a:cubicBezTo>
                    <a:pt x="1" y="1283"/>
                    <a:pt x="204" y="1549"/>
                    <a:pt x="549" y="1659"/>
                  </a:cubicBezTo>
                  <a:cubicBezTo>
                    <a:pt x="878" y="1769"/>
                    <a:pt x="1208" y="1847"/>
                    <a:pt x="1521" y="1926"/>
                  </a:cubicBezTo>
                  <a:cubicBezTo>
                    <a:pt x="2634" y="2176"/>
                    <a:pt x="3762" y="2145"/>
                    <a:pt x="4875" y="2223"/>
                  </a:cubicBezTo>
                  <a:cubicBezTo>
                    <a:pt x="5229" y="2246"/>
                    <a:pt x="5592" y="2294"/>
                    <a:pt x="5944" y="2294"/>
                  </a:cubicBezTo>
                  <a:cubicBezTo>
                    <a:pt x="6076" y="2294"/>
                    <a:pt x="6205" y="2287"/>
                    <a:pt x="6333" y="2270"/>
                  </a:cubicBezTo>
                  <a:cubicBezTo>
                    <a:pt x="7063" y="2155"/>
                    <a:pt x="7793" y="2128"/>
                    <a:pt x="8660" y="2128"/>
                  </a:cubicBezTo>
                  <a:cubicBezTo>
                    <a:pt x="9208" y="2128"/>
                    <a:pt x="9811" y="2139"/>
                    <a:pt x="10502" y="2145"/>
                  </a:cubicBezTo>
                  <a:cubicBezTo>
                    <a:pt x="11270" y="2129"/>
                    <a:pt x="12603" y="2067"/>
                    <a:pt x="13951" y="1988"/>
                  </a:cubicBezTo>
                  <a:cubicBezTo>
                    <a:pt x="15111" y="1910"/>
                    <a:pt x="16224" y="1628"/>
                    <a:pt x="17368" y="1408"/>
                  </a:cubicBezTo>
                  <a:cubicBezTo>
                    <a:pt x="17556" y="1377"/>
                    <a:pt x="17713" y="1267"/>
                    <a:pt x="17807" y="1095"/>
                  </a:cubicBezTo>
                  <a:cubicBezTo>
                    <a:pt x="17963" y="813"/>
                    <a:pt x="18120" y="515"/>
                    <a:pt x="18261" y="201"/>
                  </a:cubicBezTo>
                  <a:cubicBezTo>
                    <a:pt x="18277" y="154"/>
                    <a:pt x="18246" y="45"/>
                    <a:pt x="18198" y="13"/>
                  </a:cubicBezTo>
                  <a:cubicBezTo>
                    <a:pt x="18185" y="4"/>
                    <a:pt x="18166" y="0"/>
                    <a:pt x="18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8729575" y="2024675"/>
              <a:ext cx="100625" cy="11875"/>
            </a:xfrm>
            <a:custGeom>
              <a:rect b="b" l="l" r="r" t="t"/>
              <a:pathLst>
                <a:path extrusionOk="0" h="475" w="4025">
                  <a:moveTo>
                    <a:pt x="2283" y="1"/>
                  </a:moveTo>
                  <a:cubicBezTo>
                    <a:pt x="1520" y="1"/>
                    <a:pt x="750" y="120"/>
                    <a:pt x="63" y="364"/>
                  </a:cubicBezTo>
                  <a:cubicBezTo>
                    <a:pt x="5" y="378"/>
                    <a:pt x="1" y="475"/>
                    <a:pt x="64" y="475"/>
                  </a:cubicBezTo>
                  <a:cubicBezTo>
                    <a:pt x="69" y="475"/>
                    <a:pt x="74" y="474"/>
                    <a:pt x="79" y="473"/>
                  </a:cubicBezTo>
                  <a:cubicBezTo>
                    <a:pt x="985" y="386"/>
                    <a:pt x="1846" y="329"/>
                    <a:pt x="2730" y="329"/>
                  </a:cubicBezTo>
                  <a:cubicBezTo>
                    <a:pt x="3115" y="329"/>
                    <a:pt x="3504" y="340"/>
                    <a:pt x="3903" y="364"/>
                  </a:cubicBezTo>
                  <a:cubicBezTo>
                    <a:pt x="3907" y="364"/>
                    <a:pt x="3911" y="365"/>
                    <a:pt x="3915" y="365"/>
                  </a:cubicBezTo>
                  <a:cubicBezTo>
                    <a:pt x="4000" y="365"/>
                    <a:pt x="4024" y="206"/>
                    <a:pt x="3919" y="191"/>
                  </a:cubicBezTo>
                  <a:cubicBezTo>
                    <a:pt x="3401" y="65"/>
                    <a:pt x="2844" y="1"/>
                    <a:pt x="2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8588900" y="2528800"/>
              <a:ext cx="370200" cy="34375"/>
            </a:xfrm>
            <a:custGeom>
              <a:rect b="b" l="l" r="r" t="t"/>
              <a:pathLst>
                <a:path extrusionOk="0" h="1375" w="14808">
                  <a:moveTo>
                    <a:pt x="8610" y="1"/>
                  </a:moveTo>
                  <a:cubicBezTo>
                    <a:pt x="8170" y="1"/>
                    <a:pt x="7734" y="10"/>
                    <a:pt x="7305" y="27"/>
                  </a:cubicBezTo>
                  <a:cubicBezTo>
                    <a:pt x="4797" y="121"/>
                    <a:pt x="2414" y="591"/>
                    <a:pt x="32" y="1328"/>
                  </a:cubicBezTo>
                  <a:cubicBezTo>
                    <a:pt x="0" y="1343"/>
                    <a:pt x="16" y="1375"/>
                    <a:pt x="32" y="1375"/>
                  </a:cubicBezTo>
                  <a:cubicBezTo>
                    <a:pt x="2383" y="701"/>
                    <a:pt x="4875" y="356"/>
                    <a:pt x="7305" y="293"/>
                  </a:cubicBezTo>
                  <a:cubicBezTo>
                    <a:pt x="7489" y="288"/>
                    <a:pt x="7673" y="286"/>
                    <a:pt x="7856" y="286"/>
                  </a:cubicBezTo>
                  <a:cubicBezTo>
                    <a:pt x="10148" y="286"/>
                    <a:pt x="12345" y="636"/>
                    <a:pt x="14609" y="998"/>
                  </a:cubicBezTo>
                  <a:cubicBezTo>
                    <a:pt x="14614" y="999"/>
                    <a:pt x="14620" y="999"/>
                    <a:pt x="14625" y="999"/>
                  </a:cubicBezTo>
                  <a:cubicBezTo>
                    <a:pt x="14755" y="999"/>
                    <a:pt x="14807" y="824"/>
                    <a:pt x="14672" y="779"/>
                  </a:cubicBezTo>
                  <a:cubicBezTo>
                    <a:pt x="12764" y="199"/>
                    <a:pt x="10645" y="1"/>
                    <a:pt x="8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8701200" y="2141775"/>
              <a:ext cx="55825" cy="42175"/>
            </a:xfrm>
            <a:custGeom>
              <a:rect b="b" l="l" r="r" t="t"/>
              <a:pathLst>
                <a:path extrusionOk="0" h="1687" w="2233">
                  <a:moveTo>
                    <a:pt x="1159" y="395"/>
                  </a:moveTo>
                  <a:cubicBezTo>
                    <a:pt x="1177" y="395"/>
                    <a:pt x="1195" y="396"/>
                    <a:pt x="1214" y="398"/>
                  </a:cubicBezTo>
                  <a:cubicBezTo>
                    <a:pt x="1527" y="429"/>
                    <a:pt x="1809" y="805"/>
                    <a:pt x="1606" y="1087"/>
                  </a:cubicBezTo>
                  <a:cubicBezTo>
                    <a:pt x="1494" y="1236"/>
                    <a:pt x="1312" y="1302"/>
                    <a:pt x="1129" y="1302"/>
                  </a:cubicBezTo>
                  <a:cubicBezTo>
                    <a:pt x="1003" y="1302"/>
                    <a:pt x="877" y="1270"/>
                    <a:pt x="775" y="1213"/>
                  </a:cubicBezTo>
                  <a:cubicBezTo>
                    <a:pt x="587" y="1105"/>
                    <a:pt x="485" y="905"/>
                    <a:pt x="513" y="730"/>
                  </a:cubicBezTo>
                  <a:lnTo>
                    <a:pt x="513" y="730"/>
                  </a:lnTo>
                  <a:cubicBezTo>
                    <a:pt x="707" y="569"/>
                    <a:pt x="896" y="395"/>
                    <a:pt x="1159" y="395"/>
                  </a:cubicBezTo>
                  <a:close/>
                  <a:moveTo>
                    <a:pt x="1153" y="1"/>
                  </a:moveTo>
                  <a:cubicBezTo>
                    <a:pt x="968" y="1"/>
                    <a:pt x="778" y="49"/>
                    <a:pt x="615" y="140"/>
                  </a:cubicBezTo>
                  <a:lnTo>
                    <a:pt x="615" y="140"/>
                  </a:lnTo>
                  <a:cubicBezTo>
                    <a:pt x="147" y="227"/>
                    <a:pt x="0" y="874"/>
                    <a:pt x="258" y="1260"/>
                  </a:cubicBezTo>
                  <a:cubicBezTo>
                    <a:pt x="454" y="1540"/>
                    <a:pt x="794" y="1686"/>
                    <a:pt x="1134" y="1686"/>
                  </a:cubicBezTo>
                  <a:cubicBezTo>
                    <a:pt x="1364" y="1686"/>
                    <a:pt x="1594" y="1619"/>
                    <a:pt x="1778" y="1479"/>
                  </a:cubicBezTo>
                  <a:cubicBezTo>
                    <a:pt x="2233" y="1119"/>
                    <a:pt x="2123" y="445"/>
                    <a:pt x="1653" y="147"/>
                  </a:cubicBezTo>
                  <a:cubicBezTo>
                    <a:pt x="1511" y="47"/>
                    <a:pt x="1334" y="1"/>
                    <a:pt x="1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8775100" y="2318125"/>
              <a:ext cx="55600" cy="42150"/>
            </a:xfrm>
            <a:custGeom>
              <a:rect b="b" l="l" r="r" t="t"/>
              <a:pathLst>
                <a:path extrusionOk="0" h="1686" w="2224">
                  <a:moveTo>
                    <a:pt x="1165" y="394"/>
                  </a:moveTo>
                  <a:cubicBezTo>
                    <a:pt x="1183" y="394"/>
                    <a:pt x="1202" y="395"/>
                    <a:pt x="1220" y="397"/>
                  </a:cubicBezTo>
                  <a:cubicBezTo>
                    <a:pt x="1534" y="428"/>
                    <a:pt x="1800" y="804"/>
                    <a:pt x="1596" y="1087"/>
                  </a:cubicBezTo>
                  <a:cubicBezTo>
                    <a:pt x="1494" y="1235"/>
                    <a:pt x="1310" y="1301"/>
                    <a:pt x="1125" y="1301"/>
                  </a:cubicBezTo>
                  <a:cubicBezTo>
                    <a:pt x="997" y="1301"/>
                    <a:pt x="868" y="1270"/>
                    <a:pt x="766" y="1212"/>
                  </a:cubicBezTo>
                  <a:cubicBezTo>
                    <a:pt x="580" y="1106"/>
                    <a:pt x="485" y="911"/>
                    <a:pt x="509" y="738"/>
                  </a:cubicBezTo>
                  <a:lnTo>
                    <a:pt x="509" y="738"/>
                  </a:lnTo>
                  <a:cubicBezTo>
                    <a:pt x="706" y="575"/>
                    <a:pt x="898" y="394"/>
                    <a:pt x="1165" y="394"/>
                  </a:cubicBezTo>
                  <a:close/>
                  <a:moveTo>
                    <a:pt x="1150" y="0"/>
                  </a:moveTo>
                  <a:cubicBezTo>
                    <a:pt x="949" y="0"/>
                    <a:pt x="745" y="56"/>
                    <a:pt x="576" y="159"/>
                  </a:cubicBezTo>
                  <a:lnTo>
                    <a:pt x="576" y="159"/>
                  </a:lnTo>
                  <a:cubicBezTo>
                    <a:pt x="130" y="264"/>
                    <a:pt x="1" y="884"/>
                    <a:pt x="264" y="1259"/>
                  </a:cubicBezTo>
                  <a:cubicBezTo>
                    <a:pt x="460" y="1539"/>
                    <a:pt x="801" y="1686"/>
                    <a:pt x="1137" y="1686"/>
                  </a:cubicBezTo>
                  <a:cubicBezTo>
                    <a:pt x="1365" y="1686"/>
                    <a:pt x="1591" y="1618"/>
                    <a:pt x="1769" y="1478"/>
                  </a:cubicBezTo>
                  <a:cubicBezTo>
                    <a:pt x="2223" y="1118"/>
                    <a:pt x="2114" y="444"/>
                    <a:pt x="1659" y="146"/>
                  </a:cubicBezTo>
                  <a:cubicBezTo>
                    <a:pt x="1512" y="47"/>
                    <a:pt x="1332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8562725" y="2441150"/>
              <a:ext cx="55575" cy="42350"/>
            </a:xfrm>
            <a:custGeom>
              <a:rect b="b" l="l" r="r" t="t"/>
              <a:pathLst>
                <a:path extrusionOk="0" h="1694" w="2223">
                  <a:moveTo>
                    <a:pt x="1149" y="395"/>
                  </a:moveTo>
                  <a:cubicBezTo>
                    <a:pt x="1167" y="395"/>
                    <a:pt x="1185" y="396"/>
                    <a:pt x="1204" y="398"/>
                  </a:cubicBezTo>
                  <a:cubicBezTo>
                    <a:pt x="1518" y="429"/>
                    <a:pt x="1800" y="805"/>
                    <a:pt x="1596" y="1087"/>
                  </a:cubicBezTo>
                  <a:cubicBezTo>
                    <a:pt x="1485" y="1236"/>
                    <a:pt x="1302" y="1302"/>
                    <a:pt x="1120" y="1302"/>
                  </a:cubicBezTo>
                  <a:cubicBezTo>
                    <a:pt x="994" y="1302"/>
                    <a:pt x="868" y="1270"/>
                    <a:pt x="765" y="1213"/>
                  </a:cubicBezTo>
                  <a:cubicBezTo>
                    <a:pt x="581" y="1107"/>
                    <a:pt x="480" y="913"/>
                    <a:pt x="502" y="741"/>
                  </a:cubicBezTo>
                  <a:lnTo>
                    <a:pt x="502" y="741"/>
                  </a:lnTo>
                  <a:cubicBezTo>
                    <a:pt x="696" y="571"/>
                    <a:pt x="886" y="395"/>
                    <a:pt x="1149" y="395"/>
                  </a:cubicBezTo>
                  <a:close/>
                  <a:moveTo>
                    <a:pt x="1133" y="1"/>
                  </a:moveTo>
                  <a:cubicBezTo>
                    <a:pt x="931" y="1"/>
                    <a:pt x="725" y="58"/>
                    <a:pt x="555" y="163"/>
                  </a:cubicBezTo>
                  <a:lnTo>
                    <a:pt x="555" y="163"/>
                  </a:lnTo>
                  <a:cubicBezTo>
                    <a:pt x="127" y="278"/>
                    <a:pt x="0" y="902"/>
                    <a:pt x="248" y="1260"/>
                  </a:cubicBezTo>
                  <a:cubicBezTo>
                    <a:pt x="445" y="1541"/>
                    <a:pt x="787" y="1693"/>
                    <a:pt x="1128" y="1693"/>
                  </a:cubicBezTo>
                  <a:cubicBezTo>
                    <a:pt x="1357" y="1693"/>
                    <a:pt x="1586" y="1624"/>
                    <a:pt x="1768" y="1479"/>
                  </a:cubicBezTo>
                  <a:cubicBezTo>
                    <a:pt x="2223" y="1119"/>
                    <a:pt x="2113" y="445"/>
                    <a:pt x="1643" y="147"/>
                  </a:cubicBezTo>
                  <a:cubicBezTo>
                    <a:pt x="1496" y="47"/>
                    <a:pt x="1316" y="1"/>
                    <a:pt x="1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8775100" y="2473675"/>
              <a:ext cx="55600" cy="42350"/>
            </a:xfrm>
            <a:custGeom>
              <a:rect b="b" l="l" r="r" t="t"/>
              <a:pathLst>
                <a:path extrusionOk="0" h="1694" w="2224">
                  <a:moveTo>
                    <a:pt x="1165" y="395"/>
                  </a:moveTo>
                  <a:cubicBezTo>
                    <a:pt x="1183" y="395"/>
                    <a:pt x="1202" y="396"/>
                    <a:pt x="1220" y="398"/>
                  </a:cubicBezTo>
                  <a:cubicBezTo>
                    <a:pt x="1534" y="429"/>
                    <a:pt x="1800" y="805"/>
                    <a:pt x="1596" y="1087"/>
                  </a:cubicBezTo>
                  <a:cubicBezTo>
                    <a:pt x="1494" y="1236"/>
                    <a:pt x="1310" y="1302"/>
                    <a:pt x="1125" y="1302"/>
                  </a:cubicBezTo>
                  <a:cubicBezTo>
                    <a:pt x="997" y="1302"/>
                    <a:pt x="868" y="1270"/>
                    <a:pt x="766" y="1213"/>
                  </a:cubicBezTo>
                  <a:cubicBezTo>
                    <a:pt x="584" y="1109"/>
                    <a:pt x="489" y="920"/>
                    <a:pt x="507" y="750"/>
                  </a:cubicBezTo>
                  <a:lnTo>
                    <a:pt x="507" y="750"/>
                  </a:lnTo>
                  <a:cubicBezTo>
                    <a:pt x="706" y="577"/>
                    <a:pt x="897" y="395"/>
                    <a:pt x="1165" y="395"/>
                  </a:cubicBezTo>
                  <a:close/>
                  <a:moveTo>
                    <a:pt x="1150" y="1"/>
                  </a:moveTo>
                  <a:cubicBezTo>
                    <a:pt x="949" y="1"/>
                    <a:pt x="745" y="57"/>
                    <a:pt x="576" y="160"/>
                  </a:cubicBezTo>
                  <a:lnTo>
                    <a:pt x="576" y="160"/>
                  </a:lnTo>
                  <a:cubicBezTo>
                    <a:pt x="130" y="265"/>
                    <a:pt x="1" y="885"/>
                    <a:pt x="264" y="1260"/>
                  </a:cubicBezTo>
                  <a:cubicBezTo>
                    <a:pt x="461" y="1541"/>
                    <a:pt x="803" y="1693"/>
                    <a:pt x="1141" y="1693"/>
                  </a:cubicBezTo>
                  <a:cubicBezTo>
                    <a:pt x="1368" y="1693"/>
                    <a:pt x="1592" y="1624"/>
                    <a:pt x="1769" y="1479"/>
                  </a:cubicBezTo>
                  <a:cubicBezTo>
                    <a:pt x="2223" y="1119"/>
                    <a:pt x="2114" y="445"/>
                    <a:pt x="1659" y="147"/>
                  </a:cubicBezTo>
                  <a:cubicBezTo>
                    <a:pt x="1512" y="47"/>
                    <a:pt x="1332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8824850" y="2125500"/>
              <a:ext cx="55625" cy="42150"/>
            </a:xfrm>
            <a:custGeom>
              <a:rect b="b" l="l" r="r" t="t"/>
              <a:pathLst>
                <a:path extrusionOk="0" h="1686" w="2225">
                  <a:moveTo>
                    <a:pt x="1145" y="401"/>
                  </a:moveTo>
                  <a:cubicBezTo>
                    <a:pt x="1170" y="401"/>
                    <a:pt x="1195" y="402"/>
                    <a:pt x="1221" y="406"/>
                  </a:cubicBezTo>
                  <a:cubicBezTo>
                    <a:pt x="1534" y="437"/>
                    <a:pt x="1817" y="813"/>
                    <a:pt x="1597" y="1096"/>
                  </a:cubicBezTo>
                  <a:cubicBezTo>
                    <a:pt x="1499" y="1239"/>
                    <a:pt x="1328" y="1300"/>
                    <a:pt x="1154" y="1300"/>
                  </a:cubicBezTo>
                  <a:cubicBezTo>
                    <a:pt x="1023" y="1300"/>
                    <a:pt x="890" y="1266"/>
                    <a:pt x="782" y="1205"/>
                  </a:cubicBezTo>
                  <a:cubicBezTo>
                    <a:pt x="590" y="1109"/>
                    <a:pt x="491" y="917"/>
                    <a:pt x="510" y="746"/>
                  </a:cubicBezTo>
                  <a:lnTo>
                    <a:pt x="510" y="746"/>
                  </a:lnTo>
                  <a:cubicBezTo>
                    <a:pt x="702" y="584"/>
                    <a:pt x="889" y="401"/>
                    <a:pt x="1145" y="401"/>
                  </a:cubicBezTo>
                  <a:close/>
                  <a:moveTo>
                    <a:pt x="1155" y="1"/>
                  </a:moveTo>
                  <a:cubicBezTo>
                    <a:pt x="955" y="1"/>
                    <a:pt x="752" y="55"/>
                    <a:pt x="583" y="157"/>
                  </a:cubicBezTo>
                  <a:lnTo>
                    <a:pt x="583" y="157"/>
                  </a:lnTo>
                  <a:cubicBezTo>
                    <a:pt x="143" y="271"/>
                    <a:pt x="1" y="891"/>
                    <a:pt x="265" y="1252"/>
                  </a:cubicBezTo>
                  <a:cubicBezTo>
                    <a:pt x="462" y="1533"/>
                    <a:pt x="804" y="1686"/>
                    <a:pt x="1141" y="1686"/>
                  </a:cubicBezTo>
                  <a:cubicBezTo>
                    <a:pt x="1368" y="1686"/>
                    <a:pt x="1593" y="1617"/>
                    <a:pt x="1770" y="1472"/>
                  </a:cubicBezTo>
                  <a:cubicBezTo>
                    <a:pt x="2224" y="1111"/>
                    <a:pt x="2114" y="437"/>
                    <a:pt x="1660" y="139"/>
                  </a:cubicBezTo>
                  <a:cubicBezTo>
                    <a:pt x="1514" y="45"/>
                    <a:pt x="1336" y="1"/>
                    <a:pt x="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8661350" y="2232675"/>
              <a:ext cx="80400" cy="59600"/>
            </a:xfrm>
            <a:custGeom>
              <a:rect b="b" l="l" r="r" t="t"/>
              <a:pathLst>
                <a:path extrusionOk="0" h="2384" w="3216">
                  <a:moveTo>
                    <a:pt x="1678" y="391"/>
                  </a:moveTo>
                  <a:cubicBezTo>
                    <a:pt x="1744" y="391"/>
                    <a:pt x="1812" y="398"/>
                    <a:pt x="1883" y="414"/>
                  </a:cubicBezTo>
                  <a:cubicBezTo>
                    <a:pt x="2432" y="539"/>
                    <a:pt x="2839" y="1244"/>
                    <a:pt x="2400" y="1699"/>
                  </a:cubicBezTo>
                  <a:cubicBezTo>
                    <a:pt x="2214" y="1903"/>
                    <a:pt x="1932" y="1997"/>
                    <a:pt x="1651" y="1997"/>
                  </a:cubicBezTo>
                  <a:cubicBezTo>
                    <a:pt x="1436" y="1997"/>
                    <a:pt x="1222" y="1942"/>
                    <a:pt x="1052" y="1840"/>
                  </a:cubicBezTo>
                  <a:cubicBezTo>
                    <a:pt x="738" y="1665"/>
                    <a:pt x="560" y="1316"/>
                    <a:pt x="596" y="1011"/>
                  </a:cubicBezTo>
                  <a:lnTo>
                    <a:pt x="596" y="1011"/>
                  </a:lnTo>
                  <a:cubicBezTo>
                    <a:pt x="905" y="703"/>
                    <a:pt x="1240" y="391"/>
                    <a:pt x="1678" y="391"/>
                  </a:cubicBezTo>
                  <a:close/>
                  <a:moveTo>
                    <a:pt x="1692" y="1"/>
                  </a:moveTo>
                  <a:cubicBezTo>
                    <a:pt x="1428" y="1"/>
                    <a:pt x="1162" y="75"/>
                    <a:pt x="929" y="207"/>
                  </a:cubicBezTo>
                  <a:lnTo>
                    <a:pt x="929" y="207"/>
                  </a:lnTo>
                  <a:cubicBezTo>
                    <a:pt x="245" y="326"/>
                    <a:pt x="0" y="1222"/>
                    <a:pt x="410" y="1777"/>
                  </a:cubicBezTo>
                  <a:cubicBezTo>
                    <a:pt x="690" y="2169"/>
                    <a:pt x="1175" y="2383"/>
                    <a:pt x="1658" y="2383"/>
                  </a:cubicBezTo>
                  <a:cubicBezTo>
                    <a:pt x="1986" y="2383"/>
                    <a:pt x="2313" y="2284"/>
                    <a:pt x="2573" y="2075"/>
                  </a:cubicBezTo>
                  <a:cubicBezTo>
                    <a:pt x="3215" y="1574"/>
                    <a:pt x="3043" y="633"/>
                    <a:pt x="2400" y="210"/>
                  </a:cubicBezTo>
                  <a:cubicBezTo>
                    <a:pt x="2187" y="66"/>
                    <a:pt x="1941" y="1"/>
                    <a:pt x="1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8865075" y="2416150"/>
              <a:ext cx="80050" cy="59700"/>
            </a:xfrm>
            <a:custGeom>
              <a:rect b="b" l="l" r="r" t="t"/>
              <a:pathLst>
                <a:path extrusionOk="0" h="2388" w="3202">
                  <a:moveTo>
                    <a:pt x="1679" y="403"/>
                  </a:moveTo>
                  <a:cubicBezTo>
                    <a:pt x="1745" y="403"/>
                    <a:pt x="1814" y="411"/>
                    <a:pt x="1885" y="426"/>
                  </a:cubicBezTo>
                  <a:cubicBezTo>
                    <a:pt x="2433" y="551"/>
                    <a:pt x="2825" y="1241"/>
                    <a:pt x="2386" y="1711"/>
                  </a:cubicBezTo>
                  <a:cubicBezTo>
                    <a:pt x="2202" y="1905"/>
                    <a:pt x="1928" y="1995"/>
                    <a:pt x="1654" y="1995"/>
                  </a:cubicBezTo>
                  <a:cubicBezTo>
                    <a:pt x="1440" y="1995"/>
                    <a:pt x="1226" y="1940"/>
                    <a:pt x="1054" y="1837"/>
                  </a:cubicBezTo>
                  <a:cubicBezTo>
                    <a:pt x="741" y="1663"/>
                    <a:pt x="563" y="1315"/>
                    <a:pt x="595" y="1013"/>
                  </a:cubicBezTo>
                  <a:lnTo>
                    <a:pt x="595" y="1013"/>
                  </a:lnTo>
                  <a:cubicBezTo>
                    <a:pt x="904" y="716"/>
                    <a:pt x="1240" y="403"/>
                    <a:pt x="1679" y="403"/>
                  </a:cubicBezTo>
                  <a:close/>
                  <a:moveTo>
                    <a:pt x="1693" y="0"/>
                  </a:moveTo>
                  <a:cubicBezTo>
                    <a:pt x="1429" y="0"/>
                    <a:pt x="1164" y="73"/>
                    <a:pt x="932" y="203"/>
                  </a:cubicBezTo>
                  <a:lnTo>
                    <a:pt x="932" y="203"/>
                  </a:lnTo>
                  <a:cubicBezTo>
                    <a:pt x="234" y="320"/>
                    <a:pt x="0" y="1232"/>
                    <a:pt x="396" y="1774"/>
                  </a:cubicBezTo>
                  <a:cubicBezTo>
                    <a:pt x="685" y="2175"/>
                    <a:pt x="1175" y="2388"/>
                    <a:pt x="1660" y="2388"/>
                  </a:cubicBezTo>
                  <a:cubicBezTo>
                    <a:pt x="1988" y="2388"/>
                    <a:pt x="2315" y="2290"/>
                    <a:pt x="2574" y="2087"/>
                  </a:cubicBezTo>
                  <a:cubicBezTo>
                    <a:pt x="3201" y="1570"/>
                    <a:pt x="3045" y="630"/>
                    <a:pt x="2402" y="206"/>
                  </a:cubicBezTo>
                  <a:cubicBezTo>
                    <a:pt x="2187" y="64"/>
                    <a:pt x="1941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9" name="Google Shape;819;p26"/>
          <p:cNvGrpSpPr/>
          <p:nvPr/>
        </p:nvGrpSpPr>
        <p:grpSpPr>
          <a:xfrm>
            <a:off x="1081107" y="1487032"/>
            <a:ext cx="238983" cy="352381"/>
            <a:chOff x="5738779" y="2391033"/>
            <a:chExt cx="85397" cy="125927"/>
          </a:xfrm>
        </p:grpSpPr>
        <p:sp>
          <p:nvSpPr>
            <p:cNvPr id="820" name="Google Shape;820;p26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26"/>
          <p:cNvSpPr/>
          <p:nvPr/>
        </p:nvSpPr>
        <p:spPr>
          <a:xfrm>
            <a:off x="918521" y="1058174"/>
            <a:ext cx="162569" cy="126492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6"/>
          <p:cNvSpPr/>
          <p:nvPr/>
        </p:nvSpPr>
        <p:spPr>
          <a:xfrm>
            <a:off x="1623656" y="1058167"/>
            <a:ext cx="105217" cy="80852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7"/>
          <p:cNvSpPr/>
          <p:nvPr/>
        </p:nvSpPr>
        <p:spPr>
          <a:xfrm rot="-7110938">
            <a:off x="4470893" y="2575338"/>
            <a:ext cx="1295361" cy="2361923"/>
          </a:xfrm>
          <a:custGeom>
            <a:rect b="b" l="l" r="r" t="t"/>
            <a:pathLst>
              <a:path extrusionOk="0" h="32332" w="17732">
                <a:moveTo>
                  <a:pt x="2570" y="1"/>
                </a:moveTo>
                <a:cubicBezTo>
                  <a:pt x="1908" y="1"/>
                  <a:pt x="1247" y="65"/>
                  <a:pt x="635" y="151"/>
                </a:cubicBezTo>
                <a:cubicBezTo>
                  <a:pt x="436" y="175"/>
                  <a:pt x="212" y="213"/>
                  <a:pt x="1" y="250"/>
                </a:cubicBezTo>
                <a:lnTo>
                  <a:pt x="498" y="1219"/>
                </a:lnTo>
                <a:cubicBezTo>
                  <a:pt x="856" y="1190"/>
                  <a:pt x="1217" y="1174"/>
                  <a:pt x="1574" y="1174"/>
                </a:cubicBezTo>
                <a:cubicBezTo>
                  <a:pt x="2120" y="1174"/>
                  <a:pt x="2658" y="1211"/>
                  <a:pt x="3169" y="1294"/>
                </a:cubicBezTo>
                <a:cubicBezTo>
                  <a:pt x="5319" y="1629"/>
                  <a:pt x="6002" y="3307"/>
                  <a:pt x="6213" y="5282"/>
                </a:cubicBezTo>
                <a:cubicBezTo>
                  <a:pt x="6425" y="7245"/>
                  <a:pt x="6325" y="9320"/>
                  <a:pt x="7046" y="11197"/>
                </a:cubicBezTo>
                <a:cubicBezTo>
                  <a:pt x="7891" y="13396"/>
                  <a:pt x="9792" y="14191"/>
                  <a:pt x="11941" y="14688"/>
                </a:cubicBezTo>
                <a:cubicBezTo>
                  <a:pt x="13221" y="14974"/>
                  <a:pt x="14501" y="15284"/>
                  <a:pt x="15271" y="16440"/>
                </a:cubicBezTo>
                <a:cubicBezTo>
                  <a:pt x="16042" y="17571"/>
                  <a:pt x="15893" y="19099"/>
                  <a:pt x="15644" y="20379"/>
                </a:cubicBezTo>
                <a:cubicBezTo>
                  <a:pt x="15433" y="21472"/>
                  <a:pt x="15147" y="22590"/>
                  <a:pt x="14762" y="23634"/>
                </a:cubicBezTo>
                <a:cubicBezTo>
                  <a:pt x="14215" y="25088"/>
                  <a:pt x="13159" y="25721"/>
                  <a:pt x="11631" y="25746"/>
                </a:cubicBezTo>
                <a:cubicBezTo>
                  <a:pt x="11578" y="25747"/>
                  <a:pt x="11524" y="25748"/>
                  <a:pt x="11471" y="25748"/>
                </a:cubicBezTo>
                <a:cubicBezTo>
                  <a:pt x="10874" y="25748"/>
                  <a:pt x="10263" y="25689"/>
                  <a:pt x="9661" y="25689"/>
                </a:cubicBezTo>
                <a:cubicBezTo>
                  <a:pt x="9019" y="25689"/>
                  <a:pt x="8387" y="25756"/>
                  <a:pt x="7791" y="26032"/>
                </a:cubicBezTo>
                <a:cubicBezTo>
                  <a:pt x="7009" y="26380"/>
                  <a:pt x="6387" y="26989"/>
                  <a:pt x="5791" y="27598"/>
                </a:cubicBezTo>
                <a:cubicBezTo>
                  <a:pt x="5033" y="28380"/>
                  <a:pt x="4126" y="29735"/>
                  <a:pt x="3070" y="30518"/>
                </a:cubicBezTo>
                <a:cubicBezTo>
                  <a:pt x="3045" y="31126"/>
                  <a:pt x="3070" y="31723"/>
                  <a:pt x="3144" y="32332"/>
                </a:cubicBezTo>
                <a:cubicBezTo>
                  <a:pt x="5021" y="31213"/>
                  <a:pt x="6599" y="28579"/>
                  <a:pt x="8090" y="27573"/>
                </a:cubicBezTo>
                <a:cubicBezTo>
                  <a:pt x="8592" y="27232"/>
                  <a:pt x="9207" y="27141"/>
                  <a:pt x="9842" y="27141"/>
                </a:cubicBezTo>
                <a:cubicBezTo>
                  <a:pt x="10574" y="27141"/>
                  <a:pt x="11333" y="27262"/>
                  <a:pt x="11979" y="27262"/>
                </a:cubicBezTo>
                <a:cubicBezTo>
                  <a:pt x="11996" y="27262"/>
                  <a:pt x="12013" y="27262"/>
                  <a:pt x="12029" y="27262"/>
                </a:cubicBezTo>
                <a:cubicBezTo>
                  <a:pt x="13227" y="27262"/>
                  <a:pt x="14327" y="26828"/>
                  <a:pt x="15184" y="25995"/>
                </a:cubicBezTo>
                <a:cubicBezTo>
                  <a:pt x="16700" y="24516"/>
                  <a:pt x="17247" y="21708"/>
                  <a:pt x="17458" y="19695"/>
                </a:cubicBezTo>
                <a:cubicBezTo>
                  <a:pt x="17732" y="17235"/>
                  <a:pt x="16949" y="14849"/>
                  <a:pt x="14588" y="13744"/>
                </a:cubicBezTo>
                <a:cubicBezTo>
                  <a:pt x="12525" y="12774"/>
                  <a:pt x="9829" y="13098"/>
                  <a:pt x="8698" y="10749"/>
                </a:cubicBezTo>
                <a:cubicBezTo>
                  <a:pt x="7195" y="7630"/>
                  <a:pt x="9146" y="2163"/>
                  <a:pt x="5108" y="449"/>
                </a:cubicBezTo>
                <a:cubicBezTo>
                  <a:pt x="4334" y="115"/>
                  <a:pt x="3451" y="1"/>
                  <a:pt x="25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7"/>
          <p:cNvSpPr/>
          <p:nvPr/>
        </p:nvSpPr>
        <p:spPr>
          <a:xfrm rot="3689062">
            <a:off x="7051893" y="2575338"/>
            <a:ext cx="1295361" cy="2361923"/>
          </a:xfrm>
          <a:custGeom>
            <a:rect b="b" l="l" r="r" t="t"/>
            <a:pathLst>
              <a:path extrusionOk="0" h="32332" w="17732">
                <a:moveTo>
                  <a:pt x="2570" y="1"/>
                </a:moveTo>
                <a:cubicBezTo>
                  <a:pt x="1908" y="1"/>
                  <a:pt x="1247" y="65"/>
                  <a:pt x="635" y="151"/>
                </a:cubicBezTo>
                <a:cubicBezTo>
                  <a:pt x="436" y="175"/>
                  <a:pt x="212" y="213"/>
                  <a:pt x="1" y="250"/>
                </a:cubicBezTo>
                <a:lnTo>
                  <a:pt x="498" y="1219"/>
                </a:lnTo>
                <a:cubicBezTo>
                  <a:pt x="856" y="1190"/>
                  <a:pt x="1217" y="1174"/>
                  <a:pt x="1574" y="1174"/>
                </a:cubicBezTo>
                <a:cubicBezTo>
                  <a:pt x="2120" y="1174"/>
                  <a:pt x="2658" y="1211"/>
                  <a:pt x="3169" y="1294"/>
                </a:cubicBezTo>
                <a:cubicBezTo>
                  <a:pt x="5319" y="1629"/>
                  <a:pt x="6002" y="3307"/>
                  <a:pt x="6213" y="5282"/>
                </a:cubicBezTo>
                <a:cubicBezTo>
                  <a:pt x="6425" y="7245"/>
                  <a:pt x="6325" y="9320"/>
                  <a:pt x="7046" y="11197"/>
                </a:cubicBezTo>
                <a:cubicBezTo>
                  <a:pt x="7891" y="13396"/>
                  <a:pt x="9792" y="14191"/>
                  <a:pt x="11941" y="14688"/>
                </a:cubicBezTo>
                <a:cubicBezTo>
                  <a:pt x="13221" y="14974"/>
                  <a:pt x="14501" y="15284"/>
                  <a:pt x="15271" y="16440"/>
                </a:cubicBezTo>
                <a:cubicBezTo>
                  <a:pt x="16042" y="17571"/>
                  <a:pt x="15893" y="19099"/>
                  <a:pt x="15644" y="20379"/>
                </a:cubicBezTo>
                <a:cubicBezTo>
                  <a:pt x="15433" y="21472"/>
                  <a:pt x="15147" y="22590"/>
                  <a:pt x="14762" y="23634"/>
                </a:cubicBezTo>
                <a:cubicBezTo>
                  <a:pt x="14215" y="25088"/>
                  <a:pt x="13159" y="25721"/>
                  <a:pt x="11631" y="25746"/>
                </a:cubicBezTo>
                <a:cubicBezTo>
                  <a:pt x="11578" y="25747"/>
                  <a:pt x="11524" y="25748"/>
                  <a:pt x="11471" y="25748"/>
                </a:cubicBezTo>
                <a:cubicBezTo>
                  <a:pt x="10874" y="25748"/>
                  <a:pt x="10263" y="25689"/>
                  <a:pt x="9661" y="25689"/>
                </a:cubicBezTo>
                <a:cubicBezTo>
                  <a:pt x="9019" y="25689"/>
                  <a:pt x="8387" y="25756"/>
                  <a:pt x="7791" y="26032"/>
                </a:cubicBezTo>
                <a:cubicBezTo>
                  <a:pt x="7009" y="26380"/>
                  <a:pt x="6387" y="26989"/>
                  <a:pt x="5791" y="27598"/>
                </a:cubicBezTo>
                <a:cubicBezTo>
                  <a:pt x="5033" y="28380"/>
                  <a:pt x="4126" y="29735"/>
                  <a:pt x="3070" y="30518"/>
                </a:cubicBezTo>
                <a:cubicBezTo>
                  <a:pt x="3045" y="31126"/>
                  <a:pt x="3070" y="31723"/>
                  <a:pt x="3144" y="32332"/>
                </a:cubicBezTo>
                <a:cubicBezTo>
                  <a:pt x="5021" y="31213"/>
                  <a:pt x="6599" y="28579"/>
                  <a:pt x="8090" y="27573"/>
                </a:cubicBezTo>
                <a:cubicBezTo>
                  <a:pt x="8592" y="27232"/>
                  <a:pt x="9207" y="27141"/>
                  <a:pt x="9842" y="27141"/>
                </a:cubicBezTo>
                <a:cubicBezTo>
                  <a:pt x="10574" y="27141"/>
                  <a:pt x="11333" y="27262"/>
                  <a:pt x="11979" y="27262"/>
                </a:cubicBezTo>
                <a:cubicBezTo>
                  <a:pt x="11996" y="27262"/>
                  <a:pt x="12013" y="27262"/>
                  <a:pt x="12029" y="27262"/>
                </a:cubicBezTo>
                <a:cubicBezTo>
                  <a:pt x="13227" y="27262"/>
                  <a:pt x="14327" y="26828"/>
                  <a:pt x="15184" y="25995"/>
                </a:cubicBezTo>
                <a:cubicBezTo>
                  <a:pt x="16700" y="24516"/>
                  <a:pt x="17247" y="21708"/>
                  <a:pt x="17458" y="19695"/>
                </a:cubicBezTo>
                <a:cubicBezTo>
                  <a:pt x="17732" y="17235"/>
                  <a:pt x="16949" y="14849"/>
                  <a:pt x="14588" y="13744"/>
                </a:cubicBezTo>
                <a:cubicBezTo>
                  <a:pt x="12525" y="12774"/>
                  <a:pt x="9829" y="13098"/>
                  <a:pt x="8698" y="10749"/>
                </a:cubicBezTo>
                <a:cubicBezTo>
                  <a:pt x="7195" y="7630"/>
                  <a:pt x="9146" y="2163"/>
                  <a:pt x="5108" y="449"/>
                </a:cubicBezTo>
                <a:cubicBezTo>
                  <a:pt x="4334" y="115"/>
                  <a:pt x="3451" y="1"/>
                  <a:pt x="25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0" name="Google Shape;830;p27"/>
          <p:cNvGrpSpPr/>
          <p:nvPr/>
        </p:nvGrpSpPr>
        <p:grpSpPr>
          <a:xfrm>
            <a:off x="8356432" y="3791156"/>
            <a:ext cx="573926" cy="987319"/>
            <a:chOff x="10448650" y="2345625"/>
            <a:chExt cx="651300" cy="1120425"/>
          </a:xfrm>
        </p:grpSpPr>
        <p:sp>
          <p:nvSpPr>
            <p:cNvPr id="831" name="Google Shape;831;p27"/>
            <p:cNvSpPr/>
            <p:nvPr/>
          </p:nvSpPr>
          <p:spPr>
            <a:xfrm>
              <a:off x="10448650" y="2376200"/>
              <a:ext cx="651300" cy="1089850"/>
            </a:xfrm>
            <a:custGeom>
              <a:rect b="b" l="l" r="r" t="t"/>
              <a:pathLst>
                <a:path extrusionOk="0" h="43594" w="26052">
                  <a:moveTo>
                    <a:pt x="3760" y="0"/>
                  </a:moveTo>
                  <a:cubicBezTo>
                    <a:pt x="3503" y="0"/>
                    <a:pt x="3263" y="109"/>
                    <a:pt x="3042" y="331"/>
                  </a:cubicBezTo>
                  <a:cubicBezTo>
                    <a:pt x="2603" y="754"/>
                    <a:pt x="2164" y="1162"/>
                    <a:pt x="1741" y="1585"/>
                  </a:cubicBezTo>
                  <a:cubicBezTo>
                    <a:pt x="1443" y="1867"/>
                    <a:pt x="1270" y="2243"/>
                    <a:pt x="1067" y="2604"/>
                  </a:cubicBezTo>
                  <a:cubicBezTo>
                    <a:pt x="487" y="3717"/>
                    <a:pt x="471" y="4986"/>
                    <a:pt x="48" y="6146"/>
                  </a:cubicBezTo>
                  <a:cubicBezTo>
                    <a:pt x="16" y="6256"/>
                    <a:pt x="1" y="6366"/>
                    <a:pt x="16" y="6475"/>
                  </a:cubicBezTo>
                  <a:cubicBezTo>
                    <a:pt x="189" y="7353"/>
                    <a:pt x="189" y="8278"/>
                    <a:pt x="518" y="9124"/>
                  </a:cubicBezTo>
                  <a:cubicBezTo>
                    <a:pt x="753" y="9720"/>
                    <a:pt x="863" y="10347"/>
                    <a:pt x="847" y="10990"/>
                  </a:cubicBezTo>
                  <a:cubicBezTo>
                    <a:pt x="847" y="11366"/>
                    <a:pt x="926" y="11711"/>
                    <a:pt x="1035" y="12071"/>
                  </a:cubicBezTo>
                  <a:cubicBezTo>
                    <a:pt x="1364" y="13074"/>
                    <a:pt x="1772" y="14046"/>
                    <a:pt x="1835" y="15096"/>
                  </a:cubicBezTo>
                  <a:cubicBezTo>
                    <a:pt x="1913" y="16272"/>
                    <a:pt x="2352" y="17291"/>
                    <a:pt x="2916" y="18262"/>
                  </a:cubicBezTo>
                  <a:cubicBezTo>
                    <a:pt x="3230" y="18811"/>
                    <a:pt x="3386" y="19360"/>
                    <a:pt x="3339" y="19971"/>
                  </a:cubicBezTo>
                  <a:cubicBezTo>
                    <a:pt x="3324" y="20410"/>
                    <a:pt x="3324" y="20849"/>
                    <a:pt x="3418" y="21303"/>
                  </a:cubicBezTo>
                  <a:cubicBezTo>
                    <a:pt x="3669" y="22573"/>
                    <a:pt x="3684" y="23811"/>
                    <a:pt x="3151" y="25049"/>
                  </a:cubicBezTo>
                  <a:cubicBezTo>
                    <a:pt x="2712" y="26053"/>
                    <a:pt x="2650" y="27134"/>
                    <a:pt x="2744" y="28247"/>
                  </a:cubicBezTo>
                  <a:cubicBezTo>
                    <a:pt x="2853" y="29360"/>
                    <a:pt x="3010" y="30473"/>
                    <a:pt x="2822" y="31601"/>
                  </a:cubicBezTo>
                  <a:cubicBezTo>
                    <a:pt x="2571" y="33090"/>
                    <a:pt x="2603" y="34579"/>
                    <a:pt x="2900" y="36053"/>
                  </a:cubicBezTo>
                  <a:cubicBezTo>
                    <a:pt x="3042" y="36790"/>
                    <a:pt x="3167" y="37542"/>
                    <a:pt x="3496" y="38200"/>
                  </a:cubicBezTo>
                  <a:cubicBezTo>
                    <a:pt x="4013" y="39282"/>
                    <a:pt x="4813" y="40191"/>
                    <a:pt x="5832" y="40865"/>
                  </a:cubicBezTo>
                  <a:cubicBezTo>
                    <a:pt x="6145" y="41084"/>
                    <a:pt x="6474" y="41257"/>
                    <a:pt x="6866" y="41272"/>
                  </a:cubicBezTo>
                  <a:cubicBezTo>
                    <a:pt x="7368" y="41288"/>
                    <a:pt x="7854" y="41445"/>
                    <a:pt x="8230" y="41727"/>
                  </a:cubicBezTo>
                  <a:cubicBezTo>
                    <a:pt x="9013" y="42291"/>
                    <a:pt x="10001" y="42338"/>
                    <a:pt x="10816" y="42793"/>
                  </a:cubicBezTo>
                  <a:cubicBezTo>
                    <a:pt x="10894" y="42840"/>
                    <a:pt x="10985" y="42859"/>
                    <a:pt x="11077" y="42859"/>
                  </a:cubicBezTo>
                  <a:cubicBezTo>
                    <a:pt x="11169" y="42859"/>
                    <a:pt x="11263" y="42840"/>
                    <a:pt x="11349" y="42808"/>
                  </a:cubicBezTo>
                  <a:cubicBezTo>
                    <a:pt x="11709" y="42683"/>
                    <a:pt x="12070" y="42589"/>
                    <a:pt x="12415" y="42448"/>
                  </a:cubicBezTo>
                  <a:cubicBezTo>
                    <a:pt x="12808" y="42322"/>
                    <a:pt x="13200" y="42208"/>
                    <a:pt x="13604" y="42208"/>
                  </a:cubicBezTo>
                  <a:cubicBezTo>
                    <a:pt x="13652" y="42208"/>
                    <a:pt x="13699" y="42210"/>
                    <a:pt x="13747" y="42213"/>
                  </a:cubicBezTo>
                  <a:cubicBezTo>
                    <a:pt x="13968" y="42232"/>
                    <a:pt x="14189" y="42249"/>
                    <a:pt x="14408" y="42249"/>
                  </a:cubicBezTo>
                  <a:cubicBezTo>
                    <a:pt x="14887" y="42249"/>
                    <a:pt x="15354" y="42169"/>
                    <a:pt x="15785" y="41868"/>
                  </a:cubicBezTo>
                  <a:cubicBezTo>
                    <a:pt x="16412" y="41868"/>
                    <a:pt x="16804" y="41476"/>
                    <a:pt x="17258" y="41116"/>
                  </a:cubicBezTo>
                  <a:cubicBezTo>
                    <a:pt x="17713" y="40755"/>
                    <a:pt x="18152" y="40348"/>
                    <a:pt x="18826" y="40316"/>
                  </a:cubicBezTo>
                  <a:cubicBezTo>
                    <a:pt x="19123" y="40301"/>
                    <a:pt x="19359" y="40081"/>
                    <a:pt x="19484" y="39768"/>
                  </a:cubicBezTo>
                  <a:cubicBezTo>
                    <a:pt x="19578" y="39564"/>
                    <a:pt x="19672" y="39360"/>
                    <a:pt x="19797" y="39188"/>
                  </a:cubicBezTo>
                  <a:cubicBezTo>
                    <a:pt x="20268" y="38561"/>
                    <a:pt x="20299" y="37887"/>
                    <a:pt x="20189" y="37150"/>
                  </a:cubicBezTo>
                  <a:cubicBezTo>
                    <a:pt x="20064" y="36304"/>
                    <a:pt x="19970" y="35442"/>
                    <a:pt x="20330" y="34611"/>
                  </a:cubicBezTo>
                  <a:cubicBezTo>
                    <a:pt x="20362" y="34517"/>
                    <a:pt x="20393" y="34391"/>
                    <a:pt x="20377" y="34282"/>
                  </a:cubicBezTo>
                  <a:cubicBezTo>
                    <a:pt x="20236" y="33184"/>
                    <a:pt x="20534" y="32040"/>
                    <a:pt x="19986" y="30974"/>
                  </a:cubicBezTo>
                  <a:cubicBezTo>
                    <a:pt x="19829" y="30677"/>
                    <a:pt x="19735" y="30363"/>
                    <a:pt x="19500" y="30128"/>
                  </a:cubicBezTo>
                  <a:cubicBezTo>
                    <a:pt x="19312" y="29940"/>
                    <a:pt x="19155" y="29720"/>
                    <a:pt x="19014" y="29517"/>
                  </a:cubicBezTo>
                  <a:cubicBezTo>
                    <a:pt x="18841" y="29250"/>
                    <a:pt x="18653" y="29015"/>
                    <a:pt x="18371" y="28890"/>
                  </a:cubicBezTo>
                  <a:cubicBezTo>
                    <a:pt x="18026" y="28717"/>
                    <a:pt x="17791" y="28451"/>
                    <a:pt x="17540" y="28153"/>
                  </a:cubicBezTo>
                  <a:cubicBezTo>
                    <a:pt x="17133" y="27651"/>
                    <a:pt x="16584" y="27385"/>
                    <a:pt x="15910" y="27275"/>
                  </a:cubicBezTo>
                  <a:cubicBezTo>
                    <a:pt x="15429" y="27198"/>
                    <a:pt x="14960" y="27127"/>
                    <a:pt x="14489" y="27127"/>
                  </a:cubicBezTo>
                  <a:cubicBezTo>
                    <a:pt x="14192" y="27127"/>
                    <a:pt x="13893" y="27155"/>
                    <a:pt x="13590" y="27228"/>
                  </a:cubicBezTo>
                  <a:cubicBezTo>
                    <a:pt x="13445" y="27270"/>
                    <a:pt x="13293" y="27296"/>
                    <a:pt x="13143" y="27296"/>
                  </a:cubicBezTo>
                  <a:cubicBezTo>
                    <a:pt x="12954" y="27296"/>
                    <a:pt x="12769" y="27255"/>
                    <a:pt x="12603" y="27150"/>
                  </a:cubicBezTo>
                  <a:cubicBezTo>
                    <a:pt x="12441" y="27052"/>
                    <a:pt x="12292" y="27009"/>
                    <a:pt x="12152" y="27009"/>
                  </a:cubicBezTo>
                  <a:cubicBezTo>
                    <a:pt x="11912" y="27009"/>
                    <a:pt x="11698" y="27134"/>
                    <a:pt x="11490" y="27322"/>
                  </a:cubicBezTo>
                  <a:cubicBezTo>
                    <a:pt x="10957" y="27808"/>
                    <a:pt x="10393" y="28231"/>
                    <a:pt x="9766" y="28576"/>
                  </a:cubicBezTo>
                  <a:cubicBezTo>
                    <a:pt x="9546" y="28717"/>
                    <a:pt x="9358" y="28905"/>
                    <a:pt x="9170" y="29078"/>
                  </a:cubicBezTo>
                  <a:cubicBezTo>
                    <a:pt x="8653" y="29579"/>
                    <a:pt x="8198" y="30128"/>
                    <a:pt x="7650" y="30583"/>
                  </a:cubicBezTo>
                  <a:cubicBezTo>
                    <a:pt x="7117" y="31037"/>
                    <a:pt x="6929" y="31617"/>
                    <a:pt x="6866" y="32260"/>
                  </a:cubicBezTo>
                  <a:cubicBezTo>
                    <a:pt x="6803" y="32840"/>
                    <a:pt x="6850" y="33435"/>
                    <a:pt x="6929" y="34047"/>
                  </a:cubicBezTo>
                  <a:cubicBezTo>
                    <a:pt x="7023" y="34658"/>
                    <a:pt x="7211" y="35191"/>
                    <a:pt x="7603" y="35677"/>
                  </a:cubicBezTo>
                  <a:cubicBezTo>
                    <a:pt x="7854" y="36006"/>
                    <a:pt x="8089" y="36351"/>
                    <a:pt x="8245" y="36727"/>
                  </a:cubicBezTo>
                  <a:cubicBezTo>
                    <a:pt x="8590" y="37620"/>
                    <a:pt x="9311" y="38043"/>
                    <a:pt x="10142" y="38357"/>
                  </a:cubicBezTo>
                  <a:cubicBezTo>
                    <a:pt x="10562" y="38514"/>
                    <a:pt x="11006" y="38623"/>
                    <a:pt x="11439" y="38623"/>
                  </a:cubicBezTo>
                  <a:cubicBezTo>
                    <a:pt x="11782" y="38623"/>
                    <a:pt x="12119" y="38555"/>
                    <a:pt x="12430" y="38388"/>
                  </a:cubicBezTo>
                  <a:cubicBezTo>
                    <a:pt x="13622" y="37761"/>
                    <a:pt x="14876" y="37213"/>
                    <a:pt x="15706" y="36084"/>
                  </a:cubicBezTo>
                  <a:cubicBezTo>
                    <a:pt x="16271" y="35332"/>
                    <a:pt x="16757" y="34548"/>
                    <a:pt x="16616" y="33514"/>
                  </a:cubicBezTo>
                  <a:cubicBezTo>
                    <a:pt x="16537" y="32887"/>
                    <a:pt x="16192" y="32416"/>
                    <a:pt x="15895" y="31899"/>
                  </a:cubicBezTo>
                  <a:cubicBezTo>
                    <a:pt x="15550" y="31272"/>
                    <a:pt x="15001" y="31006"/>
                    <a:pt x="14327" y="30974"/>
                  </a:cubicBezTo>
                  <a:cubicBezTo>
                    <a:pt x="14275" y="30972"/>
                    <a:pt x="14222" y="30971"/>
                    <a:pt x="14170" y="30971"/>
                  </a:cubicBezTo>
                  <a:cubicBezTo>
                    <a:pt x="13846" y="30971"/>
                    <a:pt x="13524" y="31008"/>
                    <a:pt x="13214" y="31021"/>
                  </a:cubicBezTo>
                  <a:cubicBezTo>
                    <a:pt x="12462" y="31053"/>
                    <a:pt x="11835" y="31304"/>
                    <a:pt x="11459" y="32009"/>
                  </a:cubicBezTo>
                  <a:cubicBezTo>
                    <a:pt x="11380" y="32166"/>
                    <a:pt x="11239" y="32307"/>
                    <a:pt x="11114" y="32448"/>
                  </a:cubicBezTo>
                  <a:cubicBezTo>
                    <a:pt x="10095" y="33514"/>
                    <a:pt x="10346" y="33357"/>
                    <a:pt x="10753" y="34846"/>
                  </a:cubicBezTo>
                  <a:cubicBezTo>
                    <a:pt x="10785" y="34940"/>
                    <a:pt x="10847" y="35050"/>
                    <a:pt x="10910" y="35144"/>
                  </a:cubicBezTo>
                  <a:cubicBezTo>
                    <a:pt x="11082" y="35395"/>
                    <a:pt x="11318" y="35583"/>
                    <a:pt x="11615" y="35661"/>
                  </a:cubicBezTo>
                  <a:cubicBezTo>
                    <a:pt x="11679" y="35674"/>
                    <a:pt x="11742" y="35697"/>
                    <a:pt x="11797" y="35697"/>
                  </a:cubicBezTo>
                  <a:cubicBezTo>
                    <a:pt x="11810" y="35697"/>
                    <a:pt x="11823" y="35695"/>
                    <a:pt x="11835" y="35692"/>
                  </a:cubicBezTo>
                  <a:cubicBezTo>
                    <a:pt x="11992" y="35677"/>
                    <a:pt x="12148" y="35630"/>
                    <a:pt x="12180" y="35457"/>
                  </a:cubicBezTo>
                  <a:cubicBezTo>
                    <a:pt x="12195" y="35379"/>
                    <a:pt x="12148" y="35206"/>
                    <a:pt x="12086" y="35175"/>
                  </a:cubicBezTo>
                  <a:cubicBezTo>
                    <a:pt x="11662" y="34956"/>
                    <a:pt x="11302" y="34658"/>
                    <a:pt x="11333" y="34156"/>
                  </a:cubicBezTo>
                  <a:cubicBezTo>
                    <a:pt x="11380" y="33482"/>
                    <a:pt x="11459" y="32793"/>
                    <a:pt x="12086" y="32369"/>
                  </a:cubicBezTo>
                  <a:cubicBezTo>
                    <a:pt x="12430" y="32134"/>
                    <a:pt x="12760" y="31868"/>
                    <a:pt x="13136" y="31727"/>
                  </a:cubicBezTo>
                  <a:cubicBezTo>
                    <a:pt x="13450" y="31604"/>
                    <a:pt x="13786" y="31523"/>
                    <a:pt x="14114" y="31523"/>
                  </a:cubicBezTo>
                  <a:cubicBezTo>
                    <a:pt x="14457" y="31523"/>
                    <a:pt x="14791" y="31612"/>
                    <a:pt x="15079" y="31836"/>
                  </a:cubicBezTo>
                  <a:cubicBezTo>
                    <a:pt x="15738" y="32369"/>
                    <a:pt x="16145" y="33153"/>
                    <a:pt x="16004" y="34015"/>
                  </a:cubicBezTo>
                  <a:cubicBezTo>
                    <a:pt x="15816" y="35112"/>
                    <a:pt x="15221" y="36037"/>
                    <a:pt x="14264" y="36664"/>
                  </a:cubicBezTo>
                  <a:cubicBezTo>
                    <a:pt x="13825" y="36946"/>
                    <a:pt x="13371" y="37197"/>
                    <a:pt x="12916" y="37479"/>
                  </a:cubicBezTo>
                  <a:cubicBezTo>
                    <a:pt x="12373" y="37807"/>
                    <a:pt x="11807" y="37965"/>
                    <a:pt x="11263" y="37965"/>
                  </a:cubicBezTo>
                  <a:cubicBezTo>
                    <a:pt x="10269" y="37965"/>
                    <a:pt x="9344" y="37437"/>
                    <a:pt x="8747" y="36445"/>
                  </a:cubicBezTo>
                  <a:cubicBezTo>
                    <a:pt x="8637" y="36241"/>
                    <a:pt x="8559" y="36037"/>
                    <a:pt x="8418" y="35849"/>
                  </a:cubicBezTo>
                  <a:cubicBezTo>
                    <a:pt x="7760" y="35018"/>
                    <a:pt x="7556" y="34031"/>
                    <a:pt x="7430" y="33028"/>
                  </a:cubicBezTo>
                  <a:cubicBezTo>
                    <a:pt x="7321" y="32040"/>
                    <a:pt x="7587" y="31209"/>
                    <a:pt x="8418" y="30551"/>
                  </a:cubicBezTo>
                  <a:cubicBezTo>
                    <a:pt x="9311" y="29861"/>
                    <a:pt x="10236" y="29219"/>
                    <a:pt x="11035" y="28435"/>
                  </a:cubicBezTo>
                  <a:cubicBezTo>
                    <a:pt x="11204" y="28281"/>
                    <a:pt x="11397" y="28114"/>
                    <a:pt x="11637" y="28114"/>
                  </a:cubicBezTo>
                  <a:cubicBezTo>
                    <a:pt x="11666" y="28114"/>
                    <a:pt x="11695" y="28117"/>
                    <a:pt x="11725" y="28122"/>
                  </a:cubicBezTo>
                  <a:cubicBezTo>
                    <a:pt x="11793" y="28132"/>
                    <a:pt x="11860" y="28136"/>
                    <a:pt x="11926" y="28136"/>
                  </a:cubicBezTo>
                  <a:cubicBezTo>
                    <a:pt x="12274" y="28136"/>
                    <a:pt x="12603" y="28015"/>
                    <a:pt x="12932" y="27949"/>
                  </a:cubicBezTo>
                  <a:cubicBezTo>
                    <a:pt x="13227" y="27897"/>
                    <a:pt x="13521" y="27878"/>
                    <a:pt x="13815" y="27878"/>
                  </a:cubicBezTo>
                  <a:cubicBezTo>
                    <a:pt x="14491" y="27878"/>
                    <a:pt x="15165" y="27979"/>
                    <a:pt x="15832" y="28012"/>
                  </a:cubicBezTo>
                  <a:cubicBezTo>
                    <a:pt x="16365" y="28028"/>
                    <a:pt x="16851" y="28247"/>
                    <a:pt x="17195" y="28702"/>
                  </a:cubicBezTo>
                  <a:cubicBezTo>
                    <a:pt x="17321" y="28874"/>
                    <a:pt x="17525" y="29031"/>
                    <a:pt x="17713" y="29109"/>
                  </a:cubicBezTo>
                  <a:cubicBezTo>
                    <a:pt x="18590" y="29485"/>
                    <a:pt x="18982" y="30300"/>
                    <a:pt x="19280" y="31068"/>
                  </a:cubicBezTo>
                  <a:cubicBezTo>
                    <a:pt x="19719" y="32181"/>
                    <a:pt x="19923" y="33373"/>
                    <a:pt x="19578" y="34579"/>
                  </a:cubicBezTo>
                  <a:cubicBezTo>
                    <a:pt x="19453" y="35018"/>
                    <a:pt x="19468" y="35473"/>
                    <a:pt x="19515" y="35927"/>
                  </a:cubicBezTo>
                  <a:cubicBezTo>
                    <a:pt x="19562" y="36445"/>
                    <a:pt x="19578" y="36962"/>
                    <a:pt x="19578" y="37495"/>
                  </a:cubicBezTo>
                  <a:cubicBezTo>
                    <a:pt x="19578" y="38247"/>
                    <a:pt x="19343" y="38890"/>
                    <a:pt x="18575" y="39219"/>
                  </a:cubicBezTo>
                  <a:cubicBezTo>
                    <a:pt x="18355" y="39297"/>
                    <a:pt x="18183" y="39438"/>
                    <a:pt x="18089" y="39658"/>
                  </a:cubicBezTo>
                  <a:cubicBezTo>
                    <a:pt x="17807" y="40269"/>
                    <a:pt x="17242" y="40489"/>
                    <a:pt x="16678" y="40661"/>
                  </a:cubicBezTo>
                  <a:cubicBezTo>
                    <a:pt x="16208" y="40818"/>
                    <a:pt x="15753" y="41006"/>
                    <a:pt x="15377" y="41304"/>
                  </a:cubicBezTo>
                  <a:cubicBezTo>
                    <a:pt x="15073" y="41553"/>
                    <a:pt x="14745" y="41704"/>
                    <a:pt x="14381" y="41704"/>
                  </a:cubicBezTo>
                  <a:cubicBezTo>
                    <a:pt x="14332" y="41704"/>
                    <a:pt x="14283" y="41701"/>
                    <a:pt x="14233" y="41696"/>
                  </a:cubicBezTo>
                  <a:cubicBezTo>
                    <a:pt x="14124" y="41685"/>
                    <a:pt x="14017" y="41680"/>
                    <a:pt x="13912" y="41680"/>
                  </a:cubicBezTo>
                  <a:cubicBezTo>
                    <a:pt x="13258" y="41680"/>
                    <a:pt x="12664" y="41878"/>
                    <a:pt x="12070" y="42134"/>
                  </a:cubicBezTo>
                  <a:cubicBezTo>
                    <a:pt x="11840" y="42226"/>
                    <a:pt x="11614" y="42270"/>
                    <a:pt x="11384" y="42270"/>
                  </a:cubicBezTo>
                  <a:cubicBezTo>
                    <a:pt x="11144" y="42270"/>
                    <a:pt x="10900" y="42223"/>
                    <a:pt x="10644" y="42134"/>
                  </a:cubicBezTo>
                  <a:cubicBezTo>
                    <a:pt x="10048" y="41931"/>
                    <a:pt x="9437" y="41774"/>
                    <a:pt x="8872" y="41460"/>
                  </a:cubicBezTo>
                  <a:cubicBezTo>
                    <a:pt x="8339" y="41178"/>
                    <a:pt x="7775" y="40975"/>
                    <a:pt x="7180" y="40849"/>
                  </a:cubicBezTo>
                  <a:cubicBezTo>
                    <a:pt x="6850" y="40786"/>
                    <a:pt x="6537" y="40677"/>
                    <a:pt x="6255" y="40473"/>
                  </a:cubicBezTo>
                  <a:cubicBezTo>
                    <a:pt x="5408" y="39909"/>
                    <a:pt x="4672" y="39235"/>
                    <a:pt x="4186" y="38310"/>
                  </a:cubicBezTo>
                  <a:cubicBezTo>
                    <a:pt x="3935" y="37840"/>
                    <a:pt x="3747" y="37369"/>
                    <a:pt x="3622" y="36852"/>
                  </a:cubicBezTo>
                  <a:cubicBezTo>
                    <a:pt x="3402" y="35896"/>
                    <a:pt x="3214" y="34956"/>
                    <a:pt x="3167" y="33984"/>
                  </a:cubicBezTo>
                  <a:cubicBezTo>
                    <a:pt x="3104" y="32699"/>
                    <a:pt x="3637" y="31554"/>
                    <a:pt x="4217" y="30473"/>
                  </a:cubicBezTo>
                  <a:cubicBezTo>
                    <a:pt x="4719" y="29532"/>
                    <a:pt x="5393" y="28764"/>
                    <a:pt x="6302" y="28153"/>
                  </a:cubicBezTo>
                  <a:cubicBezTo>
                    <a:pt x="6913" y="27730"/>
                    <a:pt x="7540" y="27338"/>
                    <a:pt x="8198" y="26977"/>
                  </a:cubicBezTo>
                  <a:cubicBezTo>
                    <a:pt x="8434" y="26852"/>
                    <a:pt x="8700" y="26742"/>
                    <a:pt x="8857" y="26570"/>
                  </a:cubicBezTo>
                  <a:cubicBezTo>
                    <a:pt x="10064" y="25206"/>
                    <a:pt x="11678" y="24752"/>
                    <a:pt x="13387" y="24689"/>
                  </a:cubicBezTo>
                  <a:cubicBezTo>
                    <a:pt x="13523" y="24684"/>
                    <a:pt x="13660" y="24681"/>
                    <a:pt x="13797" y="24681"/>
                  </a:cubicBezTo>
                  <a:cubicBezTo>
                    <a:pt x="14836" y="24681"/>
                    <a:pt x="15886" y="24815"/>
                    <a:pt x="16936" y="24815"/>
                  </a:cubicBezTo>
                  <a:cubicBezTo>
                    <a:pt x="16986" y="24815"/>
                    <a:pt x="17036" y="24815"/>
                    <a:pt x="17086" y="24814"/>
                  </a:cubicBezTo>
                  <a:cubicBezTo>
                    <a:pt x="17337" y="24814"/>
                    <a:pt x="17587" y="24924"/>
                    <a:pt x="17838" y="24987"/>
                  </a:cubicBezTo>
                  <a:cubicBezTo>
                    <a:pt x="18136" y="25065"/>
                    <a:pt x="18418" y="25175"/>
                    <a:pt x="18700" y="25238"/>
                  </a:cubicBezTo>
                  <a:cubicBezTo>
                    <a:pt x="19672" y="25394"/>
                    <a:pt x="20456" y="25943"/>
                    <a:pt x="21130" y="26570"/>
                  </a:cubicBezTo>
                  <a:cubicBezTo>
                    <a:pt x="22211" y="27573"/>
                    <a:pt x="22979" y="28858"/>
                    <a:pt x="23434" y="30238"/>
                  </a:cubicBezTo>
                  <a:cubicBezTo>
                    <a:pt x="23732" y="31162"/>
                    <a:pt x="24108" y="32056"/>
                    <a:pt x="24437" y="32965"/>
                  </a:cubicBezTo>
                  <a:cubicBezTo>
                    <a:pt x="24609" y="33435"/>
                    <a:pt x="24735" y="33874"/>
                    <a:pt x="24735" y="34376"/>
                  </a:cubicBezTo>
                  <a:cubicBezTo>
                    <a:pt x="24735" y="34626"/>
                    <a:pt x="24766" y="34893"/>
                    <a:pt x="24782" y="35159"/>
                  </a:cubicBezTo>
                  <a:cubicBezTo>
                    <a:pt x="24860" y="36272"/>
                    <a:pt x="24954" y="37385"/>
                    <a:pt x="25017" y="38498"/>
                  </a:cubicBezTo>
                  <a:cubicBezTo>
                    <a:pt x="25111" y="39909"/>
                    <a:pt x="24970" y="41633"/>
                    <a:pt x="23653" y="42432"/>
                  </a:cubicBezTo>
                  <a:cubicBezTo>
                    <a:pt x="22823" y="42934"/>
                    <a:pt x="21819" y="43059"/>
                    <a:pt x="20848" y="43106"/>
                  </a:cubicBezTo>
                  <a:cubicBezTo>
                    <a:pt x="20599" y="43120"/>
                    <a:pt x="20346" y="43129"/>
                    <a:pt x="20093" y="43129"/>
                  </a:cubicBezTo>
                  <a:cubicBezTo>
                    <a:pt x="18926" y="43129"/>
                    <a:pt x="17748" y="42939"/>
                    <a:pt x="16898" y="42166"/>
                  </a:cubicBezTo>
                  <a:lnTo>
                    <a:pt x="16898" y="42166"/>
                  </a:lnTo>
                  <a:cubicBezTo>
                    <a:pt x="17007" y="43091"/>
                    <a:pt x="18152" y="43467"/>
                    <a:pt x="19076" y="43545"/>
                  </a:cubicBezTo>
                  <a:cubicBezTo>
                    <a:pt x="19488" y="43577"/>
                    <a:pt x="19901" y="43593"/>
                    <a:pt x="20313" y="43593"/>
                  </a:cubicBezTo>
                  <a:cubicBezTo>
                    <a:pt x="21315" y="43593"/>
                    <a:pt x="22316" y="43499"/>
                    <a:pt x="23293" y="43310"/>
                  </a:cubicBezTo>
                  <a:cubicBezTo>
                    <a:pt x="23826" y="43200"/>
                    <a:pt x="24390" y="43044"/>
                    <a:pt x="24750" y="42652"/>
                  </a:cubicBezTo>
                  <a:cubicBezTo>
                    <a:pt x="25095" y="42260"/>
                    <a:pt x="25205" y="41727"/>
                    <a:pt x="25299" y="41210"/>
                  </a:cubicBezTo>
                  <a:cubicBezTo>
                    <a:pt x="25534" y="39909"/>
                    <a:pt x="25769" y="38608"/>
                    <a:pt x="25989" y="37307"/>
                  </a:cubicBezTo>
                  <a:cubicBezTo>
                    <a:pt x="26020" y="37134"/>
                    <a:pt x="26051" y="36962"/>
                    <a:pt x="26004" y="36790"/>
                  </a:cubicBezTo>
                  <a:cubicBezTo>
                    <a:pt x="25957" y="36617"/>
                    <a:pt x="25832" y="36476"/>
                    <a:pt x="25738" y="36335"/>
                  </a:cubicBezTo>
                  <a:cubicBezTo>
                    <a:pt x="25377" y="35818"/>
                    <a:pt x="25283" y="35191"/>
                    <a:pt x="25174" y="34579"/>
                  </a:cubicBezTo>
                  <a:cubicBezTo>
                    <a:pt x="25142" y="34391"/>
                    <a:pt x="25111" y="34203"/>
                    <a:pt x="25080" y="34015"/>
                  </a:cubicBezTo>
                  <a:cubicBezTo>
                    <a:pt x="24703" y="32009"/>
                    <a:pt x="24186" y="30018"/>
                    <a:pt x="23136" y="28278"/>
                  </a:cubicBezTo>
                  <a:cubicBezTo>
                    <a:pt x="21192" y="25049"/>
                    <a:pt x="18418" y="24422"/>
                    <a:pt x="14923" y="24250"/>
                  </a:cubicBezTo>
                  <a:cubicBezTo>
                    <a:pt x="14789" y="24250"/>
                    <a:pt x="14656" y="24254"/>
                    <a:pt x="14525" y="24254"/>
                  </a:cubicBezTo>
                  <a:cubicBezTo>
                    <a:pt x="14394" y="24254"/>
                    <a:pt x="14264" y="24250"/>
                    <a:pt x="14139" y="24234"/>
                  </a:cubicBezTo>
                  <a:cubicBezTo>
                    <a:pt x="13834" y="24186"/>
                    <a:pt x="13534" y="24164"/>
                    <a:pt x="13237" y="24164"/>
                  </a:cubicBezTo>
                  <a:cubicBezTo>
                    <a:pt x="11995" y="24164"/>
                    <a:pt x="10823" y="24553"/>
                    <a:pt x="9672" y="25034"/>
                  </a:cubicBezTo>
                  <a:cubicBezTo>
                    <a:pt x="9076" y="25285"/>
                    <a:pt x="8481" y="25676"/>
                    <a:pt x="8010" y="26131"/>
                  </a:cubicBezTo>
                  <a:cubicBezTo>
                    <a:pt x="7446" y="26695"/>
                    <a:pt x="6819" y="27166"/>
                    <a:pt x="6161" y="27573"/>
                  </a:cubicBezTo>
                  <a:cubicBezTo>
                    <a:pt x="5205" y="28169"/>
                    <a:pt x="4531" y="28984"/>
                    <a:pt x="3935" y="29893"/>
                  </a:cubicBezTo>
                  <a:cubicBezTo>
                    <a:pt x="3872" y="29987"/>
                    <a:pt x="3825" y="30097"/>
                    <a:pt x="3747" y="30159"/>
                  </a:cubicBezTo>
                  <a:cubicBezTo>
                    <a:pt x="3723" y="30183"/>
                    <a:pt x="3688" y="30191"/>
                    <a:pt x="3651" y="30191"/>
                  </a:cubicBezTo>
                  <a:cubicBezTo>
                    <a:pt x="3614" y="30191"/>
                    <a:pt x="3574" y="30183"/>
                    <a:pt x="3543" y="30175"/>
                  </a:cubicBezTo>
                  <a:cubicBezTo>
                    <a:pt x="3512" y="30175"/>
                    <a:pt x="3480" y="30144"/>
                    <a:pt x="3465" y="30112"/>
                  </a:cubicBezTo>
                  <a:cubicBezTo>
                    <a:pt x="3449" y="30081"/>
                    <a:pt x="3418" y="30050"/>
                    <a:pt x="3418" y="30003"/>
                  </a:cubicBezTo>
                  <a:cubicBezTo>
                    <a:pt x="3308" y="28216"/>
                    <a:pt x="3089" y="26429"/>
                    <a:pt x="3794" y="24689"/>
                  </a:cubicBezTo>
                  <a:cubicBezTo>
                    <a:pt x="3825" y="24626"/>
                    <a:pt x="3857" y="24548"/>
                    <a:pt x="3872" y="24485"/>
                  </a:cubicBezTo>
                  <a:cubicBezTo>
                    <a:pt x="4154" y="22589"/>
                    <a:pt x="4201" y="23137"/>
                    <a:pt x="5361" y="21695"/>
                  </a:cubicBezTo>
                  <a:cubicBezTo>
                    <a:pt x="5499" y="21527"/>
                    <a:pt x="5621" y="21344"/>
                    <a:pt x="5743" y="21176"/>
                  </a:cubicBezTo>
                  <a:lnTo>
                    <a:pt x="5743" y="21176"/>
                  </a:lnTo>
                  <a:cubicBezTo>
                    <a:pt x="5752" y="21176"/>
                    <a:pt x="5760" y="21177"/>
                    <a:pt x="5769" y="21178"/>
                  </a:cubicBezTo>
                  <a:lnTo>
                    <a:pt x="5753" y="21162"/>
                  </a:lnTo>
                  <a:cubicBezTo>
                    <a:pt x="5750" y="21167"/>
                    <a:pt x="5747" y="21171"/>
                    <a:pt x="5743" y="21176"/>
                  </a:cubicBezTo>
                  <a:lnTo>
                    <a:pt x="5743" y="21176"/>
                  </a:lnTo>
                  <a:cubicBezTo>
                    <a:pt x="5733" y="21175"/>
                    <a:pt x="5723" y="21175"/>
                    <a:pt x="5712" y="21175"/>
                  </a:cubicBezTo>
                  <a:cubicBezTo>
                    <a:pt x="5449" y="21175"/>
                    <a:pt x="5286" y="21377"/>
                    <a:pt x="5111" y="21538"/>
                  </a:cubicBezTo>
                  <a:cubicBezTo>
                    <a:pt x="4844" y="21789"/>
                    <a:pt x="4609" y="22103"/>
                    <a:pt x="4170" y="22181"/>
                  </a:cubicBezTo>
                  <a:cubicBezTo>
                    <a:pt x="3888" y="21476"/>
                    <a:pt x="3810" y="20723"/>
                    <a:pt x="3872" y="19987"/>
                  </a:cubicBezTo>
                  <a:cubicBezTo>
                    <a:pt x="3935" y="19203"/>
                    <a:pt x="3716" y="18576"/>
                    <a:pt x="3292" y="17902"/>
                  </a:cubicBezTo>
                  <a:cubicBezTo>
                    <a:pt x="2728" y="16993"/>
                    <a:pt x="2274" y="16005"/>
                    <a:pt x="2274" y="14861"/>
                  </a:cubicBezTo>
                  <a:cubicBezTo>
                    <a:pt x="2274" y="14313"/>
                    <a:pt x="2132" y="13748"/>
                    <a:pt x="1929" y="13231"/>
                  </a:cubicBezTo>
                  <a:cubicBezTo>
                    <a:pt x="1615" y="12463"/>
                    <a:pt x="1443" y="11648"/>
                    <a:pt x="1458" y="10817"/>
                  </a:cubicBezTo>
                  <a:cubicBezTo>
                    <a:pt x="1490" y="10316"/>
                    <a:pt x="1317" y="9861"/>
                    <a:pt x="1192" y="9406"/>
                  </a:cubicBezTo>
                  <a:cubicBezTo>
                    <a:pt x="1035" y="8795"/>
                    <a:pt x="784" y="8200"/>
                    <a:pt x="941" y="7541"/>
                  </a:cubicBezTo>
                  <a:cubicBezTo>
                    <a:pt x="988" y="7337"/>
                    <a:pt x="879" y="7102"/>
                    <a:pt x="847" y="6883"/>
                  </a:cubicBezTo>
                  <a:cubicBezTo>
                    <a:pt x="675" y="6021"/>
                    <a:pt x="753" y="5174"/>
                    <a:pt x="1035" y="4344"/>
                  </a:cubicBezTo>
                  <a:cubicBezTo>
                    <a:pt x="1443" y="3090"/>
                    <a:pt x="1960" y="1914"/>
                    <a:pt x="2979" y="1005"/>
                  </a:cubicBezTo>
                  <a:cubicBezTo>
                    <a:pt x="3381" y="665"/>
                    <a:pt x="3889" y="508"/>
                    <a:pt x="4234" y="113"/>
                  </a:cubicBezTo>
                  <a:lnTo>
                    <a:pt x="4234" y="113"/>
                  </a:lnTo>
                  <a:cubicBezTo>
                    <a:pt x="4244" y="118"/>
                    <a:pt x="4254" y="122"/>
                    <a:pt x="4264" y="127"/>
                  </a:cubicBezTo>
                  <a:lnTo>
                    <a:pt x="4248" y="96"/>
                  </a:lnTo>
                  <a:cubicBezTo>
                    <a:pt x="4244" y="102"/>
                    <a:pt x="4239" y="107"/>
                    <a:pt x="4234" y="113"/>
                  </a:cubicBezTo>
                  <a:lnTo>
                    <a:pt x="4234" y="113"/>
                  </a:lnTo>
                  <a:cubicBezTo>
                    <a:pt x="4070" y="38"/>
                    <a:pt x="3912" y="0"/>
                    <a:pt x="37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10555250" y="2345625"/>
              <a:ext cx="544700" cy="926425"/>
            </a:xfrm>
            <a:custGeom>
              <a:rect b="b" l="l" r="r" t="t"/>
              <a:pathLst>
                <a:path extrusionOk="0" h="37057" w="21788">
                  <a:moveTo>
                    <a:pt x="2616" y="0"/>
                  </a:moveTo>
                  <a:cubicBezTo>
                    <a:pt x="2080" y="0"/>
                    <a:pt x="1555" y="61"/>
                    <a:pt x="1082" y="394"/>
                  </a:cubicBezTo>
                  <a:cubicBezTo>
                    <a:pt x="988" y="457"/>
                    <a:pt x="862" y="473"/>
                    <a:pt x="753" y="473"/>
                  </a:cubicBezTo>
                  <a:cubicBezTo>
                    <a:pt x="740" y="472"/>
                    <a:pt x="728" y="472"/>
                    <a:pt x="716" y="472"/>
                  </a:cubicBezTo>
                  <a:cubicBezTo>
                    <a:pt x="136" y="472"/>
                    <a:pt x="16" y="843"/>
                    <a:pt x="0" y="1319"/>
                  </a:cubicBezTo>
                  <a:cubicBezTo>
                    <a:pt x="110" y="1288"/>
                    <a:pt x="220" y="1288"/>
                    <a:pt x="298" y="1225"/>
                  </a:cubicBezTo>
                  <a:cubicBezTo>
                    <a:pt x="1058" y="728"/>
                    <a:pt x="1891" y="608"/>
                    <a:pt x="2753" y="608"/>
                  </a:cubicBezTo>
                  <a:cubicBezTo>
                    <a:pt x="2870" y="608"/>
                    <a:pt x="2986" y="610"/>
                    <a:pt x="3104" y="614"/>
                  </a:cubicBezTo>
                  <a:cubicBezTo>
                    <a:pt x="5235" y="692"/>
                    <a:pt x="7336" y="974"/>
                    <a:pt x="9405" y="1570"/>
                  </a:cubicBezTo>
                  <a:cubicBezTo>
                    <a:pt x="9953" y="1726"/>
                    <a:pt x="10439" y="2009"/>
                    <a:pt x="10847" y="2385"/>
                  </a:cubicBezTo>
                  <a:cubicBezTo>
                    <a:pt x="11662" y="3153"/>
                    <a:pt x="12524" y="3890"/>
                    <a:pt x="13120" y="4861"/>
                  </a:cubicBezTo>
                  <a:cubicBezTo>
                    <a:pt x="13151" y="4924"/>
                    <a:pt x="13198" y="5002"/>
                    <a:pt x="13245" y="5034"/>
                  </a:cubicBezTo>
                  <a:cubicBezTo>
                    <a:pt x="13997" y="5488"/>
                    <a:pt x="14044" y="6256"/>
                    <a:pt x="14138" y="6993"/>
                  </a:cubicBezTo>
                  <a:cubicBezTo>
                    <a:pt x="14201" y="7589"/>
                    <a:pt x="14264" y="8184"/>
                    <a:pt x="14311" y="8780"/>
                  </a:cubicBezTo>
                  <a:cubicBezTo>
                    <a:pt x="14335" y="9079"/>
                    <a:pt x="14231" y="9232"/>
                    <a:pt x="13999" y="9232"/>
                  </a:cubicBezTo>
                  <a:cubicBezTo>
                    <a:pt x="13927" y="9232"/>
                    <a:pt x="13843" y="9217"/>
                    <a:pt x="13747" y="9187"/>
                  </a:cubicBezTo>
                  <a:cubicBezTo>
                    <a:pt x="13511" y="9125"/>
                    <a:pt x="13276" y="9046"/>
                    <a:pt x="13041" y="8984"/>
                  </a:cubicBezTo>
                  <a:lnTo>
                    <a:pt x="13041" y="8984"/>
                  </a:lnTo>
                  <a:cubicBezTo>
                    <a:pt x="13276" y="9313"/>
                    <a:pt x="13668" y="9454"/>
                    <a:pt x="13997" y="9658"/>
                  </a:cubicBezTo>
                  <a:cubicBezTo>
                    <a:pt x="14311" y="9846"/>
                    <a:pt x="14468" y="10112"/>
                    <a:pt x="14515" y="10473"/>
                  </a:cubicBezTo>
                  <a:cubicBezTo>
                    <a:pt x="14609" y="11241"/>
                    <a:pt x="14671" y="12025"/>
                    <a:pt x="14765" y="12808"/>
                  </a:cubicBezTo>
                  <a:cubicBezTo>
                    <a:pt x="14906" y="13921"/>
                    <a:pt x="15142" y="15018"/>
                    <a:pt x="15439" y="16100"/>
                  </a:cubicBezTo>
                  <a:cubicBezTo>
                    <a:pt x="15753" y="17213"/>
                    <a:pt x="16192" y="18279"/>
                    <a:pt x="16599" y="19360"/>
                  </a:cubicBezTo>
                  <a:cubicBezTo>
                    <a:pt x="17524" y="21774"/>
                    <a:pt x="18527" y="24141"/>
                    <a:pt x="19358" y="26570"/>
                  </a:cubicBezTo>
                  <a:cubicBezTo>
                    <a:pt x="19875" y="28091"/>
                    <a:pt x="20142" y="29689"/>
                    <a:pt x="20502" y="31257"/>
                  </a:cubicBezTo>
                  <a:cubicBezTo>
                    <a:pt x="20675" y="32056"/>
                    <a:pt x="20816" y="32871"/>
                    <a:pt x="20988" y="33671"/>
                  </a:cubicBezTo>
                  <a:cubicBezTo>
                    <a:pt x="21113" y="34172"/>
                    <a:pt x="21176" y="34674"/>
                    <a:pt x="21145" y="35207"/>
                  </a:cubicBezTo>
                  <a:cubicBezTo>
                    <a:pt x="21364" y="35379"/>
                    <a:pt x="21380" y="35646"/>
                    <a:pt x="21411" y="35897"/>
                  </a:cubicBezTo>
                  <a:cubicBezTo>
                    <a:pt x="21458" y="36210"/>
                    <a:pt x="21458" y="36523"/>
                    <a:pt x="21693" y="37056"/>
                  </a:cubicBezTo>
                  <a:cubicBezTo>
                    <a:pt x="21787" y="35834"/>
                    <a:pt x="21709" y="34878"/>
                    <a:pt x="21521" y="33922"/>
                  </a:cubicBezTo>
                  <a:cubicBezTo>
                    <a:pt x="21302" y="32777"/>
                    <a:pt x="21066" y="31633"/>
                    <a:pt x="20847" y="30505"/>
                  </a:cubicBezTo>
                  <a:cubicBezTo>
                    <a:pt x="20502" y="28624"/>
                    <a:pt x="20016" y="26774"/>
                    <a:pt x="19374" y="24971"/>
                  </a:cubicBezTo>
                  <a:cubicBezTo>
                    <a:pt x="18480" y="22511"/>
                    <a:pt x="17367" y="20144"/>
                    <a:pt x="16584" y="17636"/>
                  </a:cubicBezTo>
                  <a:cubicBezTo>
                    <a:pt x="16301" y="16711"/>
                    <a:pt x="15863" y="15833"/>
                    <a:pt x="15674" y="14862"/>
                  </a:cubicBezTo>
                  <a:cubicBezTo>
                    <a:pt x="15408" y="13388"/>
                    <a:pt x="15095" y="11930"/>
                    <a:pt x="15157" y="10410"/>
                  </a:cubicBezTo>
                  <a:cubicBezTo>
                    <a:pt x="15173" y="10238"/>
                    <a:pt x="15095" y="10050"/>
                    <a:pt x="15079" y="9861"/>
                  </a:cubicBezTo>
                  <a:cubicBezTo>
                    <a:pt x="15016" y="9376"/>
                    <a:pt x="14922" y="8905"/>
                    <a:pt x="14891" y="8419"/>
                  </a:cubicBezTo>
                  <a:cubicBezTo>
                    <a:pt x="14844" y="7855"/>
                    <a:pt x="14844" y="7307"/>
                    <a:pt x="14797" y="6742"/>
                  </a:cubicBezTo>
                  <a:cubicBezTo>
                    <a:pt x="14734" y="6100"/>
                    <a:pt x="14734" y="5551"/>
                    <a:pt x="14295" y="5018"/>
                  </a:cubicBezTo>
                  <a:cubicBezTo>
                    <a:pt x="13574" y="4093"/>
                    <a:pt x="12618" y="3388"/>
                    <a:pt x="11866" y="2463"/>
                  </a:cubicBezTo>
                  <a:cubicBezTo>
                    <a:pt x="11411" y="1899"/>
                    <a:pt x="10815" y="1476"/>
                    <a:pt x="10173" y="1209"/>
                  </a:cubicBezTo>
                  <a:cubicBezTo>
                    <a:pt x="9467" y="896"/>
                    <a:pt x="8684" y="692"/>
                    <a:pt x="7916" y="551"/>
                  </a:cubicBezTo>
                  <a:cubicBezTo>
                    <a:pt x="6411" y="284"/>
                    <a:pt x="4891" y="34"/>
                    <a:pt x="3354" y="18"/>
                  </a:cubicBezTo>
                  <a:cubicBezTo>
                    <a:pt x="3108" y="13"/>
                    <a:pt x="2861" y="0"/>
                    <a:pt x="2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10849925" y="2554925"/>
              <a:ext cx="30975" cy="14925"/>
            </a:xfrm>
            <a:custGeom>
              <a:rect b="b" l="l" r="r" t="t"/>
              <a:pathLst>
                <a:path extrusionOk="0" h="597" w="1239">
                  <a:moveTo>
                    <a:pt x="0" y="0"/>
                  </a:moveTo>
                  <a:lnTo>
                    <a:pt x="0" y="0"/>
                  </a:lnTo>
                  <a:cubicBezTo>
                    <a:pt x="377" y="226"/>
                    <a:pt x="724" y="510"/>
                    <a:pt x="1181" y="574"/>
                  </a:cubicBezTo>
                  <a:lnTo>
                    <a:pt x="1181" y="574"/>
                  </a:lnTo>
                  <a:cubicBezTo>
                    <a:pt x="737" y="188"/>
                    <a:pt x="723" y="185"/>
                    <a:pt x="0" y="0"/>
                  </a:cubicBezTo>
                  <a:close/>
                  <a:moveTo>
                    <a:pt x="1181" y="574"/>
                  </a:moveTo>
                  <a:cubicBezTo>
                    <a:pt x="1190" y="581"/>
                    <a:pt x="1198" y="588"/>
                    <a:pt x="1207" y="596"/>
                  </a:cubicBezTo>
                  <a:cubicBezTo>
                    <a:pt x="1223" y="596"/>
                    <a:pt x="1239" y="580"/>
                    <a:pt x="1239" y="580"/>
                  </a:cubicBezTo>
                  <a:cubicBezTo>
                    <a:pt x="1219" y="578"/>
                    <a:pt x="1200" y="576"/>
                    <a:pt x="1181" y="5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10829550" y="2545525"/>
              <a:ext cx="1975" cy="1975"/>
            </a:xfrm>
            <a:custGeom>
              <a:rect b="b" l="l" r="r" t="t"/>
              <a:pathLst>
                <a:path extrusionOk="0" h="79" w="79">
                  <a:moveTo>
                    <a:pt x="0" y="0"/>
                  </a:moveTo>
                  <a:lnTo>
                    <a:pt x="0" y="79"/>
                  </a:lnTo>
                  <a:lnTo>
                    <a:pt x="79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10604550" y="2893550"/>
              <a:ext cx="1100" cy="750"/>
            </a:xfrm>
            <a:custGeom>
              <a:rect b="b" l="l" r="r" t="t"/>
              <a:pathLst>
                <a:path extrusionOk="0" h="30" w="44">
                  <a:moveTo>
                    <a:pt x="38" y="1"/>
                  </a:moveTo>
                  <a:cubicBezTo>
                    <a:pt x="32" y="1"/>
                    <a:pt x="13" y="12"/>
                    <a:pt x="5" y="15"/>
                  </a:cubicBezTo>
                  <a:lnTo>
                    <a:pt x="5" y="15"/>
                  </a:lnTo>
                  <a:lnTo>
                    <a:pt x="3" y="14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2" y="16"/>
                    <a:pt x="3" y="16"/>
                    <a:pt x="5" y="15"/>
                  </a:cubicBezTo>
                  <a:lnTo>
                    <a:pt x="5" y="15"/>
                  </a:lnTo>
                  <a:lnTo>
                    <a:pt x="19" y="29"/>
                  </a:lnTo>
                  <a:cubicBezTo>
                    <a:pt x="41" y="7"/>
                    <a:pt x="43" y="1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10592475" y="2899750"/>
              <a:ext cx="5900" cy="5900"/>
            </a:xfrm>
            <a:custGeom>
              <a:rect b="b" l="l" r="r" t="t"/>
              <a:pathLst>
                <a:path extrusionOk="0" h="236" w="236">
                  <a:moveTo>
                    <a:pt x="220" y="1"/>
                  </a:moveTo>
                  <a:cubicBezTo>
                    <a:pt x="219" y="8"/>
                    <a:pt x="218" y="15"/>
                    <a:pt x="217" y="21"/>
                  </a:cubicBezTo>
                  <a:lnTo>
                    <a:pt x="217" y="21"/>
                  </a:lnTo>
                  <a:cubicBezTo>
                    <a:pt x="223" y="20"/>
                    <a:pt x="229" y="18"/>
                    <a:pt x="235" y="16"/>
                  </a:cubicBezTo>
                  <a:cubicBezTo>
                    <a:pt x="235" y="16"/>
                    <a:pt x="220" y="1"/>
                    <a:pt x="220" y="1"/>
                  </a:cubicBezTo>
                  <a:close/>
                  <a:moveTo>
                    <a:pt x="217" y="21"/>
                  </a:moveTo>
                  <a:cubicBezTo>
                    <a:pt x="108" y="53"/>
                    <a:pt x="38" y="110"/>
                    <a:pt x="19" y="218"/>
                  </a:cubicBezTo>
                  <a:lnTo>
                    <a:pt x="19" y="218"/>
                  </a:lnTo>
                  <a:cubicBezTo>
                    <a:pt x="127" y="199"/>
                    <a:pt x="197" y="141"/>
                    <a:pt x="217" y="21"/>
                  </a:cubicBezTo>
                  <a:close/>
                  <a:moveTo>
                    <a:pt x="19" y="218"/>
                  </a:moveTo>
                  <a:cubicBezTo>
                    <a:pt x="13" y="219"/>
                    <a:pt x="7" y="219"/>
                    <a:pt x="0" y="220"/>
                  </a:cubicBezTo>
                  <a:lnTo>
                    <a:pt x="16" y="236"/>
                  </a:lnTo>
                  <a:cubicBezTo>
                    <a:pt x="17" y="230"/>
                    <a:pt x="18" y="223"/>
                    <a:pt x="19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10597950" y="2893875"/>
              <a:ext cx="7075" cy="6300"/>
            </a:xfrm>
            <a:custGeom>
              <a:rect b="b" l="l" r="r" t="t"/>
              <a:pathLst>
                <a:path extrusionOk="0" h="252" w="283">
                  <a:moveTo>
                    <a:pt x="267" y="1"/>
                  </a:moveTo>
                  <a:cubicBezTo>
                    <a:pt x="173" y="79"/>
                    <a:pt x="95" y="157"/>
                    <a:pt x="1" y="236"/>
                  </a:cubicBezTo>
                  <a:cubicBezTo>
                    <a:pt x="1" y="236"/>
                    <a:pt x="16" y="251"/>
                    <a:pt x="16" y="251"/>
                  </a:cubicBezTo>
                  <a:cubicBezTo>
                    <a:pt x="110" y="173"/>
                    <a:pt x="189" y="95"/>
                    <a:pt x="283" y="16"/>
                  </a:cubicBezTo>
                  <a:cubicBezTo>
                    <a:pt x="283" y="16"/>
                    <a:pt x="26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10588450" y="2430175"/>
              <a:ext cx="183625" cy="33750"/>
            </a:xfrm>
            <a:custGeom>
              <a:rect b="b" l="l" r="r" t="t"/>
              <a:pathLst>
                <a:path extrusionOk="0" h="1350" w="7345">
                  <a:moveTo>
                    <a:pt x="3345" y="0"/>
                  </a:moveTo>
                  <a:cubicBezTo>
                    <a:pt x="2226" y="0"/>
                    <a:pt x="1103" y="266"/>
                    <a:pt x="83" y="790"/>
                  </a:cubicBezTo>
                  <a:cubicBezTo>
                    <a:pt x="1" y="831"/>
                    <a:pt x="62" y="955"/>
                    <a:pt x="141" y="955"/>
                  </a:cubicBezTo>
                  <a:cubicBezTo>
                    <a:pt x="153" y="955"/>
                    <a:pt x="165" y="952"/>
                    <a:pt x="177" y="946"/>
                  </a:cubicBezTo>
                  <a:cubicBezTo>
                    <a:pt x="1171" y="456"/>
                    <a:pt x="2248" y="218"/>
                    <a:pt x="3322" y="218"/>
                  </a:cubicBezTo>
                  <a:cubicBezTo>
                    <a:pt x="4686" y="218"/>
                    <a:pt x="6047" y="602"/>
                    <a:pt x="7230" y="1338"/>
                  </a:cubicBezTo>
                  <a:cubicBezTo>
                    <a:pt x="7241" y="1346"/>
                    <a:pt x="7252" y="1350"/>
                    <a:pt x="7262" y="1350"/>
                  </a:cubicBezTo>
                  <a:cubicBezTo>
                    <a:pt x="7311" y="1350"/>
                    <a:pt x="7345" y="1270"/>
                    <a:pt x="7293" y="1244"/>
                  </a:cubicBezTo>
                  <a:cubicBezTo>
                    <a:pt x="6120" y="410"/>
                    <a:pt x="4736" y="0"/>
                    <a:pt x="3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10493125" y="2474575"/>
              <a:ext cx="238775" cy="53900"/>
            </a:xfrm>
            <a:custGeom>
              <a:rect b="b" l="l" r="r" t="t"/>
              <a:pathLst>
                <a:path extrusionOk="0" h="2156" w="9551">
                  <a:moveTo>
                    <a:pt x="6721" y="0"/>
                  </a:moveTo>
                  <a:cubicBezTo>
                    <a:pt x="4344" y="0"/>
                    <a:pt x="1926" y="673"/>
                    <a:pt x="40" y="2054"/>
                  </a:cubicBezTo>
                  <a:cubicBezTo>
                    <a:pt x="0" y="2094"/>
                    <a:pt x="27" y="2156"/>
                    <a:pt x="74" y="2156"/>
                  </a:cubicBezTo>
                  <a:cubicBezTo>
                    <a:pt x="83" y="2156"/>
                    <a:pt x="93" y="2154"/>
                    <a:pt x="103" y="2149"/>
                  </a:cubicBezTo>
                  <a:cubicBezTo>
                    <a:pt x="2348" y="924"/>
                    <a:pt x="4695" y="223"/>
                    <a:pt x="7163" y="223"/>
                  </a:cubicBezTo>
                  <a:cubicBezTo>
                    <a:pt x="7917" y="223"/>
                    <a:pt x="8683" y="289"/>
                    <a:pt x="9460" y="424"/>
                  </a:cubicBezTo>
                  <a:cubicBezTo>
                    <a:pt x="9464" y="425"/>
                    <a:pt x="9468" y="426"/>
                    <a:pt x="9472" y="426"/>
                  </a:cubicBezTo>
                  <a:cubicBezTo>
                    <a:pt x="9527" y="426"/>
                    <a:pt x="9550" y="329"/>
                    <a:pt x="9492" y="315"/>
                  </a:cubicBezTo>
                  <a:cubicBezTo>
                    <a:pt x="8598" y="106"/>
                    <a:pt x="7663" y="0"/>
                    <a:pt x="67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10736400" y="2903600"/>
              <a:ext cx="174850" cy="25275"/>
            </a:xfrm>
            <a:custGeom>
              <a:rect b="b" l="l" r="r" t="t"/>
              <a:pathLst>
                <a:path extrusionOk="0" h="1011" w="6994">
                  <a:moveTo>
                    <a:pt x="2556" y="0"/>
                  </a:moveTo>
                  <a:cubicBezTo>
                    <a:pt x="1737" y="0"/>
                    <a:pt x="915" y="78"/>
                    <a:pt x="105" y="223"/>
                  </a:cubicBezTo>
                  <a:cubicBezTo>
                    <a:pt x="1" y="238"/>
                    <a:pt x="39" y="381"/>
                    <a:pt x="137" y="381"/>
                  </a:cubicBezTo>
                  <a:cubicBezTo>
                    <a:pt x="142" y="381"/>
                    <a:pt x="147" y="380"/>
                    <a:pt x="152" y="380"/>
                  </a:cubicBezTo>
                  <a:cubicBezTo>
                    <a:pt x="814" y="275"/>
                    <a:pt x="1471" y="226"/>
                    <a:pt x="2124" y="226"/>
                  </a:cubicBezTo>
                  <a:cubicBezTo>
                    <a:pt x="3716" y="226"/>
                    <a:pt x="5285" y="518"/>
                    <a:pt x="6830" y="1007"/>
                  </a:cubicBezTo>
                  <a:cubicBezTo>
                    <a:pt x="6840" y="1009"/>
                    <a:pt x="6850" y="1010"/>
                    <a:pt x="6859" y="1010"/>
                  </a:cubicBezTo>
                  <a:cubicBezTo>
                    <a:pt x="6962" y="1010"/>
                    <a:pt x="6993" y="862"/>
                    <a:pt x="6892" y="819"/>
                  </a:cubicBezTo>
                  <a:cubicBezTo>
                    <a:pt x="5510" y="254"/>
                    <a:pt x="4037" y="0"/>
                    <a:pt x="25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10798050" y="2860500"/>
              <a:ext cx="114350" cy="21075"/>
            </a:xfrm>
            <a:custGeom>
              <a:rect b="b" l="l" r="r" t="t"/>
              <a:pathLst>
                <a:path extrusionOk="0" h="843" w="4574">
                  <a:moveTo>
                    <a:pt x="1601" y="0"/>
                  </a:moveTo>
                  <a:cubicBezTo>
                    <a:pt x="1103" y="0"/>
                    <a:pt x="604" y="51"/>
                    <a:pt x="116" y="144"/>
                  </a:cubicBezTo>
                  <a:cubicBezTo>
                    <a:pt x="0" y="173"/>
                    <a:pt x="31" y="336"/>
                    <a:pt x="136" y="336"/>
                  </a:cubicBezTo>
                  <a:cubicBezTo>
                    <a:pt x="144" y="336"/>
                    <a:pt x="153" y="335"/>
                    <a:pt x="163" y="333"/>
                  </a:cubicBezTo>
                  <a:cubicBezTo>
                    <a:pt x="574" y="259"/>
                    <a:pt x="977" y="225"/>
                    <a:pt x="1374" y="225"/>
                  </a:cubicBezTo>
                  <a:cubicBezTo>
                    <a:pt x="2415" y="225"/>
                    <a:pt x="3416" y="460"/>
                    <a:pt x="4426" y="834"/>
                  </a:cubicBezTo>
                  <a:cubicBezTo>
                    <a:pt x="4438" y="840"/>
                    <a:pt x="4450" y="843"/>
                    <a:pt x="4461" y="843"/>
                  </a:cubicBezTo>
                  <a:cubicBezTo>
                    <a:pt x="4534" y="843"/>
                    <a:pt x="4573" y="718"/>
                    <a:pt x="4505" y="677"/>
                  </a:cubicBezTo>
                  <a:cubicBezTo>
                    <a:pt x="3604" y="206"/>
                    <a:pt x="2604" y="0"/>
                    <a:pt x="1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2" name="Google Shape;842;p27"/>
          <p:cNvSpPr txBox="1"/>
          <p:nvPr>
            <p:ph type="title"/>
          </p:nvPr>
        </p:nvSpPr>
        <p:spPr>
          <a:xfrm>
            <a:off x="713225" y="1347763"/>
            <a:ext cx="3678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  <a:endParaRPr/>
          </a:p>
        </p:txBody>
      </p:sp>
      <p:sp>
        <p:nvSpPr>
          <p:cNvPr id="843" name="Google Shape;843;p27"/>
          <p:cNvSpPr txBox="1"/>
          <p:nvPr>
            <p:ph idx="1" type="subTitle"/>
          </p:nvPr>
        </p:nvSpPr>
        <p:spPr>
          <a:xfrm>
            <a:off x="232900" y="1920475"/>
            <a:ext cx="4242900" cy="26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Build a content-recommender system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Find similar products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Ensure they are cheaper</a:t>
            </a:r>
            <a:endParaRPr sz="2500"/>
          </a:p>
        </p:txBody>
      </p:sp>
      <p:grpSp>
        <p:nvGrpSpPr>
          <p:cNvPr id="844" name="Google Shape;844;p27"/>
          <p:cNvGrpSpPr/>
          <p:nvPr/>
        </p:nvGrpSpPr>
        <p:grpSpPr>
          <a:xfrm flipH="1">
            <a:off x="8217917" y="902508"/>
            <a:ext cx="363329" cy="536882"/>
            <a:chOff x="5446181" y="2529085"/>
            <a:chExt cx="138174" cy="204177"/>
          </a:xfrm>
        </p:grpSpPr>
        <p:sp>
          <p:nvSpPr>
            <p:cNvPr id="845" name="Google Shape;845;p27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27"/>
          <p:cNvGrpSpPr/>
          <p:nvPr/>
        </p:nvGrpSpPr>
        <p:grpSpPr>
          <a:xfrm flipH="1">
            <a:off x="7587308" y="539498"/>
            <a:ext cx="224551" cy="331124"/>
            <a:chOff x="5738779" y="2391033"/>
            <a:chExt cx="85397" cy="125927"/>
          </a:xfrm>
        </p:grpSpPr>
        <p:sp>
          <p:nvSpPr>
            <p:cNvPr id="848" name="Google Shape;848;p27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27"/>
          <p:cNvSpPr/>
          <p:nvPr/>
        </p:nvSpPr>
        <p:spPr>
          <a:xfrm flipH="1">
            <a:off x="8065149" y="651948"/>
            <a:ext cx="152750" cy="118859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7"/>
          <p:cNvSpPr/>
          <p:nvPr/>
        </p:nvSpPr>
        <p:spPr>
          <a:xfrm flipH="1">
            <a:off x="7089459" y="607966"/>
            <a:ext cx="98862" cy="7597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2" name="Google Shape;852;p27"/>
          <p:cNvGrpSpPr/>
          <p:nvPr/>
        </p:nvGrpSpPr>
        <p:grpSpPr>
          <a:xfrm>
            <a:off x="5026046" y="4558075"/>
            <a:ext cx="573932" cy="331134"/>
            <a:chOff x="9589700" y="3420525"/>
            <a:chExt cx="735150" cy="424150"/>
          </a:xfrm>
        </p:grpSpPr>
        <p:sp>
          <p:nvSpPr>
            <p:cNvPr id="853" name="Google Shape;853;p27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0" name="Google Shape;860;p27"/>
          <p:cNvGrpSpPr/>
          <p:nvPr/>
        </p:nvGrpSpPr>
        <p:grpSpPr>
          <a:xfrm rot="1258672">
            <a:off x="4298051" y="382801"/>
            <a:ext cx="512165" cy="885657"/>
            <a:chOff x="7867875" y="796650"/>
            <a:chExt cx="512175" cy="885675"/>
          </a:xfrm>
        </p:grpSpPr>
        <p:sp>
          <p:nvSpPr>
            <p:cNvPr id="861" name="Google Shape;861;p27"/>
            <p:cNvSpPr/>
            <p:nvPr/>
          </p:nvSpPr>
          <p:spPr>
            <a:xfrm>
              <a:off x="7867875" y="796650"/>
              <a:ext cx="512175" cy="885675"/>
            </a:xfrm>
            <a:custGeom>
              <a:rect b="b" l="l" r="r" t="t"/>
              <a:pathLst>
                <a:path extrusionOk="0" h="35427" w="20487">
                  <a:moveTo>
                    <a:pt x="10411" y="735"/>
                  </a:moveTo>
                  <a:cubicBezTo>
                    <a:pt x="10881" y="735"/>
                    <a:pt x="11353" y="787"/>
                    <a:pt x="11819" y="878"/>
                  </a:cubicBezTo>
                  <a:cubicBezTo>
                    <a:pt x="11929" y="894"/>
                    <a:pt x="12023" y="988"/>
                    <a:pt x="11992" y="1098"/>
                  </a:cubicBezTo>
                  <a:cubicBezTo>
                    <a:pt x="11992" y="1161"/>
                    <a:pt x="11897" y="1223"/>
                    <a:pt x="11835" y="1239"/>
                  </a:cubicBezTo>
                  <a:cubicBezTo>
                    <a:pt x="11402" y="1366"/>
                    <a:pt x="10949" y="1401"/>
                    <a:pt x="10500" y="1401"/>
                  </a:cubicBezTo>
                  <a:cubicBezTo>
                    <a:pt x="10396" y="1401"/>
                    <a:pt x="10292" y="1399"/>
                    <a:pt x="10189" y="1396"/>
                  </a:cubicBezTo>
                  <a:cubicBezTo>
                    <a:pt x="9562" y="1364"/>
                    <a:pt x="8951" y="1270"/>
                    <a:pt x="8324" y="1208"/>
                  </a:cubicBezTo>
                  <a:cubicBezTo>
                    <a:pt x="8167" y="1192"/>
                    <a:pt x="7995" y="1161"/>
                    <a:pt x="7979" y="1004"/>
                  </a:cubicBezTo>
                  <a:cubicBezTo>
                    <a:pt x="7948" y="784"/>
                    <a:pt x="8151" y="784"/>
                    <a:pt x="8277" y="784"/>
                  </a:cubicBezTo>
                  <a:cubicBezTo>
                    <a:pt x="8423" y="779"/>
                    <a:pt x="8571" y="777"/>
                    <a:pt x="8721" y="777"/>
                  </a:cubicBezTo>
                  <a:cubicBezTo>
                    <a:pt x="9020" y="777"/>
                    <a:pt x="9327" y="784"/>
                    <a:pt x="9640" y="784"/>
                  </a:cubicBezTo>
                  <a:cubicBezTo>
                    <a:pt x="9896" y="751"/>
                    <a:pt x="10153" y="735"/>
                    <a:pt x="10411" y="735"/>
                  </a:cubicBezTo>
                  <a:close/>
                  <a:moveTo>
                    <a:pt x="7405" y="1803"/>
                  </a:moveTo>
                  <a:cubicBezTo>
                    <a:pt x="7630" y="1803"/>
                    <a:pt x="7829" y="1914"/>
                    <a:pt x="8042" y="1914"/>
                  </a:cubicBezTo>
                  <a:cubicBezTo>
                    <a:pt x="8052" y="1914"/>
                    <a:pt x="8063" y="1914"/>
                    <a:pt x="8073" y="1913"/>
                  </a:cubicBezTo>
                  <a:cubicBezTo>
                    <a:pt x="8188" y="1907"/>
                    <a:pt x="8309" y="1900"/>
                    <a:pt x="8431" y="1900"/>
                  </a:cubicBezTo>
                  <a:cubicBezTo>
                    <a:pt x="8608" y="1900"/>
                    <a:pt x="8790" y="1914"/>
                    <a:pt x="8966" y="1960"/>
                  </a:cubicBezTo>
                  <a:cubicBezTo>
                    <a:pt x="9390" y="2062"/>
                    <a:pt x="9817" y="2081"/>
                    <a:pt x="10244" y="2081"/>
                  </a:cubicBezTo>
                  <a:cubicBezTo>
                    <a:pt x="10511" y="2081"/>
                    <a:pt x="10778" y="2074"/>
                    <a:pt x="11044" y="2074"/>
                  </a:cubicBezTo>
                  <a:cubicBezTo>
                    <a:pt x="11203" y="2074"/>
                    <a:pt x="11363" y="2077"/>
                    <a:pt x="11521" y="2085"/>
                  </a:cubicBezTo>
                  <a:cubicBezTo>
                    <a:pt x="11541" y="2086"/>
                    <a:pt x="11561" y="2087"/>
                    <a:pt x="11581" y="2087"/>
                  </a:cubicBezTo>
                  <a:cubicBezTo>
                    <a:pt x="11949" y="2087"/>
                    <a:pt x="12276" y="1953"/>
                    <a:pt x="12603" y="1819"/>
                  </a:cubicBezTo>
                  <a:cubicBezTo>
                    <a:pt x="12608" y="1817"/>
                    <a:pt x="12614" y="1816"/>
                    <a:pt x="12620" y="1816"/>
                  </a:cubicBezTo>
                  <a:cubicBezTo>
                    <a:pt x="12672" y="1816"/>
                    <a:pt x="12760" y="1871"/>
                    <a:pt x="12760" y="1913"/>
                  </a:cubicBezTo>
                  <a:cubicBezTo>
                    <a:pt x="12775" y="1960"/>
                    <a:pt x="12744" y="2054"/>
                    <a:pt x="12697" y="2101"/>
                  </a:cubicBezTo>
                  <a:cubicBezTo>
                    <a:pt x="12493" y="2321"/>
                    <a:pt x="12242" y="2462"/>
                    <a:pt x="11913" y="2477"/>
                  </a:cubicBezTo>
                  <a:cubicBezTo>
                    <a:pt x="11490" y="2493"/>
                    <a:pt x="11067" y="2571"/>
                    <a:pt x="10644" y="2634"/>
                  </a:cubicBezTo>
                  <a:cubicBezTo>
                    <a:pt x="11161" y="2963"/>
                    <a:pt x="11709" y="2916"/>
                    <a:pt x="12242" y="2947"/>
                  </a:cubicBezTo>
                  <a:cubicBezTo>
                    <a:pt x="12352" y="2947"/>
                    <a:pt x="12477" y="2932"/>
                    <a:pt x="12587" y="2932"/>
                  </a:cubicBezTo>
                  <a:cubicBezTo>
                    <a:pt x="12697" y="2947"/>
                    <a:pt x="12791" y="3214"/>
                    <a:pt x="12697" y="3308"/>
                  </a:cubicBezTo>
                  <a:cubicBezTo>
                    <a:pt x="12634" y="3386"/>
                    <a:pt x="12556" y="3496"/>
                    <a:pt x="12462" y="3527"/>
                  </a:cubicBezTo>
                  <a:cubicBezTo>
                    <a:pt x="12048" y="3677"/>
                    <a:pt x="11626" y="3801"/>
                    <a:pt x="11189" y="3801"/>
                  </a:cubicBezTo>
                  <a:cubicBezTo>
                    <a:pt x="11030" y="3801"/>
                    <a:pt x="10869" y="3785"/>
                    <a:pt x="10706" y="3747"/>
                  </a:cubicBezTo>
                  <a:cubicBezTo>
                    <a:pt x="9844" y="3543"/>
                    <a:pt x="8966" y="3355"/>
                    <a:pt x="8089" y="3136"/>
                  </a:cubicBezTo>
                  <a:cubicBezTo>
                    <a:pt x="7853" y="3073"/>
                    <a:pt x="7571" y="3026"/>
                    <a:pt x="7446" y="2759"/>
                  </a:cubicBezTo>
                  <a:cubicBezTo>
                    <a:pt x="7430" y="2524"/>
                    <a:pt x="7618" y="2571"/>
                    <a:pt x="7744" y="2556"/>
                  </a:cubicBezTo>
                  <a:cubicBezTo>
                    <a:pt x="7901" y="2540"/>
                    <a:pt x="8042" y="2556"/>
                    <a:pt x="8198" y="2524"/>
                  </a:cubicBezTo>
                  <a:cubicBezTo>
                    <a:pt x="8245" y="2524"/>
                    <a:pt x="8324" y="2446"/>
                    <a:pt x="8324" y="2399"/>
                  </a:cubicBezTo>
                  <a:cubicBezTo>
                    <a:pt x="8324" y="2336"/>
                    <a:pt x="8277" y="2258"/>
                    <a:pt x="8214" y="2226"/>
                  </a:cubicBezTo>
                  <a:cubicBezTo>
                    <a:pt x="7901" y="2070"/>
                    <a:pt x="7477" y="2164"/>
                    <a:pt x="7164" y="1850"/>
                  </a:cubicBezTo>
                  <a:cubicBezTo>
                    <a:pt x="7248" y="1816"/>
                    <a:pt x="7328" y="1803"/>
                    <a:pt x="7405" y="1803"/>
                  </a:cubicBezTo>
                  <a:close/>
                  <a:moveTo>
                    <a:pt x="7398" y="3721"/>
                  </a:moveTo>
                  <a:cubicBezTo>
                    <a:pt x="7434" y="3721"/>
                    <a:pt x="7471" y="3724"/>
                    <a:pt x="7509" y="3731"/>
                  </a:cubicBezTo>
                  <a:cubicBezTo>
                    <a:pt x="8136" y="3841"/>
                    <a:pt x="8763" y="3966"/>
                    <a:pt x="9374" y="4139"/>
                  </a:cubicBezTo>
                  <a:cubicBezTo>
                    <a:pt x="9882" y="4282"/>
                    <a:pt x="10382" y="4360"/>
                    <a:pt x="10882" y="4360"/>
                  </a:cubicBezTo>
                  <a:cubicBezTo>
                    <a:pt x="11369" y="4360"/>
                    <a:pt x="11857" y="4286"/>
                    <a:pt x="12352" y="4123"/>
                  </a:cubicBezTo>
                  <a:cubicBezTo>
                    <a:pt x="12471" y="4081"/>
                    <a:pt x="12571" y="4059"/>
                    <a:pt x="12655" y="4059"/>
                  </a:cubicBezTo>
                  <a:cubicBezTo>
                    <a:pt x="12913" y="4059"/>
                    <a:pt x="13014" y="4265"/>
                    <a:pt x="13026" y="4703"/>
                  </a:cubicBezTo>
                  <a:cubicBezTo>
                    <a:pt x="13073" y="5095"/>
                    <a:pt x="12854" y="5330"/>
                    <a:pt x="12477" y="5534"/>
                  </a:cubicBezTo>
                  <a:cubicBezTo>
                    <a:pt x="11788" y="5894"/>
                    <a:pt x="11035" y="5879"/>
                    <a:pt x="10299" y="6051"/>
                  </a:cubicBezTo>
                  <a:cubicBezTo>
                    <a:pt x="10264" y="6060"/>
                    <a:pt x="10227" y="6064"/>
                    <a:pt x="10189" y="6064"/>
                  </a:cubicBezTo>
                  <a:cubicBezTo>
                    <a:pt x="10024" y="6064"/>
                    <a:pt x="9835" y="5989"/>
                    <a:pt x="9656" y="5926"/>
                  </a:cubicBezTo>
                  <a:cubicBezTo>
                    <a:pt x="9013" y="5722"/>
                    <a:pt x="8402" y="5455"/>
                    <a:pt x="7744" y="5283"/>
                  </a:cubicBezTo>
                  <a:cubicBezTo>
                    <a:pt x="7289" y="5158"/>
                    <a:pt x="7070" y="4860"/>
                    <a:pt x="6929" y="4437"/>
                  </a:cubicBezTo>
                  <a:cubicBezTo>
                    <a:pt x="6815" y="4066"/>
                    <a:pt x="7038" y="3721"/>
                    <a:pt x="7398" y="3721"/>
                  </a:cubicBezTo>
                  <a:close/>
                  <a:moveTo>
                    <a:pt x="6018" y="5475"/>
                  </a:moveTo>
                  <a:cubicBezTo>
                    <a:pt x="6353" y="5475"/>
                    <a:pt x="6691" y="5545"/>
                    <a:pt x="7038" y="5706"/>
                  </a:cubicBezTo>
                  <a:cubicBezTo>
                    <a:pt x="7712" y="6020"/>
                    <a:pt x="8433" y="6223"/>
                    <a:pt x="9139" y="6459"/>
                  </a:cubicBezTo>
                  <a:cubicBezTo>
                    <a:pt x="9528" y="6596"/>
                    <a:pt x="9909" y="6717"/>
                    <a:pt x="10319" y="6717"/>
                  </a:cubicBezTo>
                  <a:cubicBezTo>
                    <a:pt x="10469" y="6717"/>
                    <a:pt x="10624" y="6700"/>
                    <a:pt x="10785" y="6662"/>
                  </a:cubicBezTo>
                  <a:cubicBezTo>
                    <a:pt x="10828" y="6653"/>
                    <a:pt x="10869" y="6649"/>
                    <a:pt x="10907" y="6649"/>
                  </a:cubicBezTo>
                  <a:cubicBezTo>
                    <a:pt x="11134" y="6649"/>
                    <a:pt x="11277" y="6804"/>
                    <a:pt x="11318" y="7086"/>
                  </a:cubicBezTo>
                  <a:cubicBezTo>
                    <a:pt x="11443" y="8136"/>
                    <a:pt x="11553" y="9170"/>
                    <a:pt x="11662" y="10205"/>
                  </a:cubicBezTo>
                  <a:cubicBezTo>
                    <a:pt x="11675" y="10379"/>
                    <a:pt x="11578" y="10495"/>
                    <a:pt x="11419" y="10495"/>
                  </a:cubicBezTo>
                  <a:cubicBezTo>
                    <a:pt x="11379" y="10495"/>
                    <a:pt x="11334" y="10487"/>
                    <a:pt x="11286" y="10471"/>
                  </a:cubicBezTo>
                  <a:cubicBezTo>
                    <a:pt x="10189" y="10126"/>
                    <a:pt x="9060" y="9844"/>
                    <a:pt x="7995" y="9421"/>
                  </a:cubicBezTo>
                  <a:cubicBezTo>
                    <a:pt x="6396" y="8763"/>
                    <a:pt x="4766" y="8214"/>
                    <a:pt x="3120" y="7728"/>
                  </a:cubicBezTo>
                  <a:cubicBezTo>
                    <a:pt x="2618" y="7571"/>
                    <a:pt x="2179" y="7336"/>
                    <a:pt x="1803" y="6944"/>
                  </a:cubicBezTo>
                  <a:cubicBezTo>
                    <a:pt x="2117" y="6584"/>
                    <a:pt x="2524" y="6600"/>
                    <a:pt x="2869" y="6474"/>
                  </a:cubicBezTo>
                  <a:cubicBezTo>
                    <a:pt x="3590" y="6176"/>
                    <a:pt x="4327" y="5910"/>
                    <a:pt x="5079" y="5643"/>
                  </a:cubicBezTo>
                  <a:cubicBezTo>
                    <a:pt x="5391" y="5537"/>
                    <a:pt x="5703" y="5475"/>
                    <a:pt x="6018" y="5475"/>
                  </a:cubicBezTo>
                  <a:close/>
                  <a:moveTo>
                    <a:pt x="13662" y="5752"/>
                  </a:moveTo>
                  <a:cubicBezTo>
                    <a:pt x="13685" y="5752"/>
                    <a:pt x="13708" y="5752"/>
                    <a:pt x="13731" y="5753"/>
                  </a:cubicBezTo>
                  <a:cubicBezTo>
                    <a:pt x="14515" y="5800"/>
                    <a:pt x="15267" y="5926"/>
                    <a:pt x="15941" y="6412"/>
                  </a:cubicBezTo>
                  <a:cubicBezTo>
                    <a:pt x="16490" y="6788"/>
                    <a:pt x="17117" y="7038"/>
                    <a:pt x="17713" y="7368"/>
                  </a:cubicBezTo>
                  <a:cubicBezTo>
                    <a:pt x="18105" y="7587"/>
                    <a:pt x="18449" y="7869"/>
                    <a:pt x="18763" y="8183"/>
                  </a:cubicBezTo>
                  <a:cubicBezTo>
                    <a:pt x="18951" y="8386"/>
                    <a:pt x="18904" y="8637"/>
                    <a:pt x="18669" y="8731"/>
                  </a:cubicBezTo>
                  <a:cubicBezTo>
                    <a:pt x="18246" y="8888"/>
                    <a:pt x="17822" y="9045"/>
                    <a:pt x="17399" y="9186"/>
                  </a:cubicBezTo>
                  <a:cubicBezTo>
                    <a:pt x="16083" y="9609"/>
                    <a:pt x="14766" y="10017"/>
                    <a:pt x="13465" y="10440"/>
                  </a:cubicBezTo>
                  <a:cubicBezTo>
                    <a:pt x="13245" y="10503"/>
                    <a:pt x="13026" y="10534"/>
                    <a:pt x="12807" y="10565"/>
                  </a:cubicBezTo>
                  <a:cubicBezTo>
                    <a:pt x="12781" y="10569"/>
                    <a:pt x="12755" y="10571"/>
                    <a:pt x="12731" y="10571"/>
                  </a:cubicBezTo>
                  <a:cubicBezTo>
                    <a:pt x="12561" y="10571"/>
                    <a:pt x="12420" y="10479"/>
                    <a:pt x="12352" y="10314"/>
                  </a:cubicBezTo>
                  <a:cubicBezTo>
                    <a:pt x="12274" y="10142"/>
                    <a:pt x="12195" y="9970"/>
                    <a:pt x="12180" y="9797"/>
                  </a:cubicBezTo>
                  <a:cubicBezTo>
                    <a:pt x="12070" y="9013"/>
                    <a:pt x="11976" y="8230"/>
                    <a:pt x="11897" y="7665"/>
                  </a:cubicBezTo>
                  <a:cubicBezTo>
                    <a:pt x="11897" y="7242"/>
                    <a:pt x="11882" y="7007"/>
                    <a:pt x="11897" y="6788"/>
                  </a:cubicBezTo>
                  <a:cubicBezTo>
                    <a:pt x="11913" y="6678"/>
                    <a:pt x="11944" y="6537"/>
                    <a:pt x="12023" y="6490"/>
                  </a:cubicBezTo>
                  <a:cubicBezTo>
                    <a:pt x="12538" y="6172"/>
                    <a:pt x="13009" y="5752"/>
                    <a:pt x="13662" y="5752"/>
                  </a:cubicBezTo>
                  <a:close/>
                  <a:moveTo>
                    <a:pt x="1600" y="7852"/>
                  </a:moveTo>
                  <a:cubicBezTo>
                    <a:pt x="1634" y="7852"/>
                    <a:pt x="1671" y="7857"/>
                    <a:pt x="1709" y="7869"/>
                  </a:cubicBezTo>
                  <a:cubicBezTo>
                    <a:pt x="3574" y="8543"/>
                    <a:pt x="5440" y="9217"/>
                    <a:pt x="7321" y="9876"/>
                  </a:cubicBezTo>
                  <a:cubicBezTo>
                    <a:pt x="8198" y="10173"/>
                    <a:pt x="9092" y="10455"/>
                    <a:pt x="9970" y="10769"/>
                  </a:cubicBezTo>
                  <a:cubicBezTo>
                    <a:pt x="10283" y="10879"/>
                    <a:pt x="10581" y="11051"/>
                    <a:pt x="10910" y="11129"/>
                  </a:cubicBezTo>
                  <a:cubicBezTo>
                    <a:pt x="11631" y="11302"/>
                    <a:pt x="11835" y="11788"/>
                    <a:pt x="11788" y="12462"/>
                  </a:cubicBezTo>
                  <a:cubicBezTo>
                    <a:pt x="11709" y="13590"/>
                    <a:pt x="11741" y="14703"/>
                    <a:pt x="11866" y="15879"/>
                  </a:cubicBezTo>
                  <a:cubicBezTo>
                    <a:pt x="11678" y="17321"/>
                    <a:pt x="12070" y="18826"/>
                    <a:pt x="11756" y="20299"/>
                  </a:cubicBezTo>
                  <a:cubicBezTo>
                    <a:pt x="11944" y="21271"/>
                    <a:pt x="11772" y="22243"/>
                    <a:pt x="11850" y="23214"/>
                  </a:cubicBezTo>
                  <a:cubicBezTo>
                    <a:pt x="11929" y="24374"/>
                    <a:pt x="11897" y="25534"/>
                    <a:pt x="11944" y="26694"/>
                  </a:cubicBezTo>
                  <a:cubicBezTo>
                    <a:pt x="12007" y="28152"/>
                    <a:pt x="12101" y="29610"/>
                    <a:pt x="12148" y="31067"/>
                  </a:cubicBezTo>
                  <a:cubicBezTo>
                    <a:pt x="12180" y="32008"/>
                    <a:pt x="12148" y="32932"/>
                    <a:pt x="12117" y="33873"/>
                  </a:cubicBezTo>
                  <a:cubicBezTo>
                    <a:pt x="12117" y="34173"/>
                    <a:pt x="12034" y="34298"/>
                    <a:pt x="11847" y="34298"/>
                  </a:cubicBezTo>
                  <a:cubicBezTo>
                    <a:pt x="11790" y="34298"/>
                    <a:pt x="11724" y="34287"/>
                    <a:pt x="11647" y="34265"/>
                  </a:cubicBezTo>
                  <a:cubicBezTo>
                    <a:pt x="10424" y="33889"/>
                    <a:pt x="9170" y="33653"/>
                    <a:pt x="7995" y="33136"/>
                  </a:cubicBezTo>
                  <a:cubicBezTo>
                    <a:pt x="7524" y="32932"/>
                    <a:pt x="6991" y="32854"/>
                    <a:pt x="6506" y="32650"/>
                  </a:cubicBezTo>
                  <a:cubicBezTo>
                    <a:pt x="5816" y="32384"/>
                    <a:pt x="5110" y="32133"/>
                    <a:pt x="4468" y="31741"/>
                  </a:cubicBezTo>
                  <a:cubicBezTo>
                    <a:pt x="4139" y="31553"/>
                    <a:pt x="3794" y="31428"/>
                    <a:pt x="3433" y="31318"/>
                  </a:cubicBezTo>
                  <a:cubicBezTo>
                    <a:pt x="2947" y="31161"/>
                    <a:pt x="2509" y="30879"/>
                    <a:pt x="2085" y="30550"/>
                  </a:cubicBezTo>
                  <a:cubicBezTo>
                    <a:pt x="643" y="29406"/>
                    <a:pt x="722" y="27807"/>
                    <a:pt x="737" y="26255"/>
                  </a:cubicBezTo>
                  <a:cubicBezTo>
                    <a:pt x="737" y="25581"/>
                    <a:pt x="847" y="24923"/>
                    <a:pt x="753" y="24233"/>
                  </a:cubicBezTo>
                  <a:cubicBezTo>
                    <a:pt x="722" y="23873"/>
                    <a:pt x="800" y="23497"/>
                    <a:pt x="894" y="23136"/>
                  </a:cubicBezTo>
                  <a:cubicBezTo>
                    <a:pt x="1145" y="22102"/>
                    <a:pt x="1286" y="21098"/>
                    <a:pt x="1129" y="20032"/>
                  </a:cubicBezTo>
                  <a:cubicBezTo>
                    <a:pt x="1019" y="19296"/>
                    <a:pt x="1067" y="18528"/>
                    <a:pt x="1161" y="17791"/>
                  </a:cubicBezTo>
                  <a:cubicBezTo>
                    <a:pt x="1364" y="16255"/>
                    <a:pt x="1349" y="14719"/>
                    <a:pt x="1333" y="13183"/>
                  </a:cubicBezTo>
                  <a:cubicBezTo>
                    <a:pt x="1333" y="11615"/>
                    <a:pt x="1317" y="10048"/>
                    <a:pt x="1302" y="8465"/>
                  </a:cubicBezTo>
                  <a:cubicBezTo>
                    <a:pt x="1302" y="8355"/>
                    <a:pt x="1317" y="8245"/>
                    <a:pt x="1317" y="8136"/>
                  </a:cubicBezTo>
                  <a:cubicBezTo>
                    <a:pt x="1343" y="7958"/>
                    <a:pt x="1451" y="7852"/>
                    <a:pt x="1600" y="7852"/>
                  </a:cubicBezTo>
                  <a:close/>
                  <a:moveTo>
                    <a:pt x="19134" y="9293"/>
                  </a:moveTo>
                  <a:cubicBezTo>
                    <a:pt x="19238" y="9293"/>
                    <a:pt x="19344" y="9308"/>
                    <a:pt x="19452" y="9343"/>
                  </a:cubicBezTo>
                  <a:cubicBezTo>
                    <a:pt x="19625" y="9703"/>
                    <a:pt x="19594" y="10079"/>
                    <a:pt x="19594" y="10455"/>
                  </a:cubicBezTo>
                  <a:cubicBezTo>
                    <a:pt x="19609" y="11945"/>
                    <a:pt x="19656" y="13449"/>
                    <a:pt x="19735" y="14938"/>
                  </a:cubicBezTo>
                  <a:cubicBezTo>
                    <a:pt x="19813" y="16694"/>
                    <a:pt x="19782" y="18465"/>
                    <a:pt x="19813" y="20221"/>
                  </a:cubicBezTo>
                  <a:cubicBezTo>
                    <a:pt x="19844" y="21224"/>
                    <a:pt x="19907" y="22243"/>
                    <a:pt x="19923" y="23246"/>
                  </a:cubicBezTo>
                  <a:cubicBezTo>
                    <a:pt x="19970" y="25048"/>
                    <a:pt x="19985" y="26835"/>
                    <a:pt x="19985" y="28638"/>
                  </a:cubicBezTo>
                  <a:cubicBezTo>
                    <a:pt x="19985" y="29421"/>
                    <a:pt x="19703" y="30080"/>
                    <a:pt x="19014" y="30550"/>
                  </a:cubicBezTo>
                  <a:cubicBezTo>
                    <a:pt x="18528" y="30879"/>
                    <a:pt x="18105" y="31334"/>
                    <a:pt x="17681" y="31741"/>
                  </a:cubicBezTo>
                  <a:cubicBezTo>
                    <a:pt x="16647" y="32744"/>
                    <a:pt x="15424" y="33465"/>
                    <a:pt x="14217" y="34218"/>
                  </a:cubicBezTo>
                  <a:cubicBezTo>
                    <a:pt x="14029" y="34327"/>
                    <a:pt x="13825" y="34406"/>
                    <a:pt x="13606" y="34500"/>
                  </a:cubicBezTo>
                  <a:cubicBezTo>
                    <a:pt x="13451" y="34559"/>
                    <a:pt x="13323" y="34591"/>
                    <a:pt x="13219" y="34591"/>
                  </a:cubicBezTo>
                  <a:cubicBezTo>
                    <a:pt x="12965" y="34591"/>
                    <a:pt x="12846" y="34405"/>
                    <a:pt x="12791" y="33983"/>
                  </a:cubicBezTo>
                  <a:cubicBezTo>
                    <a:pt x="12744" y="33606"/>
                    <a:pt x="12728" y="33230"/>
                    <a:pt x="12713" y="32854"/>
                  </a:cubicBezTo>
                  <a:cubicBezTo>
                    <a:pt x="12634" y="29986"/>
                    <a:pt x="12587" y="27102"/>
                    <a:pt x="12477" y="24218"/>
                  </a:cubicBezTo>
                  <a:cubicBezTo>
                    <a:pt x="12446" y="23214"/>
                    <a:pt x="12336" y="22211"/>
                    <a:pt x="12352" y="21192"/>
                  </a:cubicBezTo>
                  <a:cubicBezTo>
                    <a:pt x="12352" y="20518"/>
                    <a:pt x="12321" y="19844"/>
                    <a:pt x="12430" y="19170"/>
                  </a:cubicBezTo>
                  <a:cubicBezTo>
                    <a:pt x="12462" y="18951"/>
                    <a:pt x="12462" y="18732"/>
                    <a:pt x="12430" y="18496"/>
                  </a:cubicBezTo>
                  <a:cubicBezTo>
                    <a:pt x="12289" y="16600"/>
                    <a:pt x="12368" y="14688"/>
                    <a:pt x="12352" y="12775"/>
                  </a:cubicBezTo>
                  <a:cubicBezTo>
                    <a:pt x="12352" y="12666"/>
                    <a:pt x="12383" y="12556"/>
                    <a:pt x="12368" y="12446"/>
                  </a:cubicBezTo>
                  <a:cubicBezTo>
                    <a:pt x="12289" y="11709"/>
                    <a:pt x="12728" y="11349"/>
                    <a:pt x="13340" y="11129"/>
                  </a:cubicBezTo>
                  <a:cubicBezTo>
                    <a:pt x="13810" y="10988"/>
                    <a:pt x="14280" y="10863"/>
                    <a:pt x="14735" y="10691"/>
                  </a:cubicBezTo>
                  <a:cubicBezTo>
                    <a:pt x="15910" y="10299"/>
                    <a:pt x="17117" y="10064"/>
                    <a:pt x="18261" y="9546"/>
                  </a:cubicBezTo>
                  <a:cubicBezTo>
                    <a:pt x="18532" y="9428"/>
                    <a:pt x="18821" y="9293"/>
                    <a:pt x="19134" y="9293"/>
                  </a:cubicBezTo>
                  <a:close/>
                  <a:moveTo>
                    <a:pt x="10111" y="1"/>
                  </a:moveTo>
                  <a:lnTo>
                    <a:pt x="10111" y="79"/>
                  </a:lnTo>
                  <a:cubicBezTo>
                    <a:pt x="9515" y="79"/>
                    <a:pt x="8919" y="79"/>
                    <a:pt x="8324" y="95"/>
                  </a:cubicBezTo>
                  <a:cubicBezTo>
                    <a:pt x="7948" y="95"/>
                    <a:pt x="7587" y="189"/>
                    <a:pt x="7227" y="330"/>
                  </a:cubicBezTo>
                  <a:cubicBezTo>
                    <a:pt x="6333" y="690"/>
                    <a:pt x="6145" y="941"/>
                    <a:pt x="6176" y="1913"/>
                  </a:cubicBezTo>
                  <a:cubicBezTo>
                    <a:pt x="6176" y="2023"/>
                    <a:pt x="6239" y="2132"/>
                    <a:pt x="6223" y="2242"/>
                  </a:cubicBezTo>
                  <a:cubicBezTo>
                    <a:pt x="6192" y="2869"/>
                    <a:pt x="6145" y="3496"/>
                    <a:pt x="6082" y="4123"/>
                  </a:cubicBezTo>
                  <a:cubicBezTo>
                    <a:pt x="6051" y="4499"/>
                    <a:pt x="5863" y="4719"/>
                    <a:pt x="5471" y="4828"/>
                  </a:cubicBezTo>
                  <a:cubicBezTo>
                    <a:pt x="4170" y="5173"/>
                    <a:pt x="2994" y="5863"/>
                    <a:pt x="1646" y="6082"/>
                  </a:cubicBezTo>
                  <a:cubicBezTo>
                    <a:pt x="1537" y="6098"/>
                    <a:pt x="1427" y="6129"/>
                    <a:pt x="1317" y="6176"/>
                  </a:cubicBezTo>
                  <a:cubicBezTo>
                    <a:pt x="800" y="6412"/>
                    <a:pt x="581" y="6741"/>
                    <a:pt x="628" y="7321"/>
                  </a:cubicBezTo>
                  <a:cubicBezTo>
                    <a:pt x="659" y="7885"/>
                    <a:pt x="753" y="8449"/>
                    <a:pt x="753" y="8998"/>
                  </a:cubicBezTo>
                  <a:cubicBezTo>
                    <a:pt x="784" y="10236"/>
                    <a:pt x="737" y="11474"/>
                    <a:pt x="800" y="12697"/>
                  </a:cubicBezTo>
                  <a:cubicBezTo>
                    <a:pt x="863" y="14202"/>
                    <a:pt x="816" y="15691"/>
                    <a:pt x="675" y="17195"/>
                  </a:cubicBezTo>
                  <a:cubicBezTo>
                    <a:pt x="565" y="18418"/>
                    <a:pt x="455" y="19641"/>
                    <a:pt x="628" y="20879"/>
                  </a:cubicBezTo>
                  <a:cubicBezTo>
                    <a:pt x="706" y="21365"/>
                    <a:pt x="612" y="21851"/>
                    <a:pt x="518" y="22337"/>
                  </a:cubicBezTo>
                  <a:cubicBezTo>
                    <a:pt x="314" y="23277"/>
                    <a:pt x="1" y="24218"/>
                    <a:pt x="251" y="25205"/>
                  </a:cubicBezTo>
                  <a:cubicBezTo>
                    <a:pt x="283" y="25315"/>
                    <a:pt x="251" y="25424"/>
                    <a:pt x="236" y="25534"/>
                  </a:cubicBezTo>
                  <a:cubicBezTo>
                    <a:pt x="32" y="26475"/>
                    <a:pt x="236" y="27399"/>
                    <a:pt x="236" y="28340"/>
                  </a:cubicBezTo>
                  <a:cubicBezTo>
                    <a:pt x="236" y="28810"/>
                    <a:pt x="314" y="29296"/>
                    <a:pt x="377" y="29782"/>
                  </a:cubicBezTo>
                  <a:cubicBezTo>
                    <a:pt x="408" y="30095"/>
                    <a:pt x="534" y="30362"/>
                    <a:pt x="831" y="30503"/>
                  </a:cubicBezTo>
                  <a:cubicBezTo>
                    <a:pt x="1223" y="30691"/>
                    <a:pt x="1521" y="30957"/>
                    <a:pt x="1788" y="31271"/>
                  </a:cubicBezTo>
                  <a:cubicBezTo>
                    <a:pt x="2023" y="31537"/>
                    <a:pt x="2336" y="31679"/>
                    <a:pt x="2650" y="31773"/>
                  </a:cubicBezTo>
                  <a:cubicBezTo>
                    <a:pt x="3308" y="31961"/>
                    <a:pt x="3904" y="32258"/>
                    <a:pt x="4499" y="32603"/>
                  </a:cubicBezTo>
                  <a:cubicBezTo>
                    <a:pt x="5048" y="32917"/>
                    <a:pt x="5628" y="33168"/>
                    <a:pt x="6255" y="33324"/>
                  </a:cubicBezTo>
                  <a:cubicBezTo>
                    <a:pt x="7132" y="33544"/>
                    <a:pt x="7963" y="33842"/>
                    <a:pt x="8794" y="34202"/>
                  </a:cubicBezTo>
                  <a:cubicBezTo>
                    <a:pt x="8998" y="34296"/>
                    <a:pt x="9201" y="34422"/>
                    <a:pt x="9421" y="34437"/>
                  </a:cubicBezTo>
                  <a:cubicBezTo>
                    <a:pt x="10299" y="34500"/>
                    <a:pt x="11082" y="34845"/>
                    <a:pt x="11850" y="35237"/>
                  </a:cubicBezTo>
                  <a:cubicBezTo>
                    <a:pt x="12107" y="35369"/>
                    <a:pt x="12363" y="35427"/>
                    <a:pt x="12627" y="35427"/>
                  </a:cubicBezTo>
                  <a:cubicBezTo>
                    <a:pt x="12832" y="35427"/>
                    <a:pt x="13042" y="35392"/>
                    <a:pt x="13261" y="35331"/>
                  </a:cubicBezTo>
                  <a:cubicBezTo>
                    <a:pt x="13998" y="35127"/>
                    <a:pt x="14672" y="34845"/>
                    <a:pt x="15267" y="34374"/>
                  </a:cubicBezTo>
                  <a:cubicBezTo>
                    <a:pt x="16224" y="33653"/>
                    <a:pt x="17242" y="33042"/>
                    <a:pt x="18073" y="32164"/>
                  </a:cubicBezTo>
                  <a:cubicBezTo>
                    <a:pt x="18402" y="31804"/>
                    <a:pt x="18826" y="31537"/>
                    <a:pt x="19202" y="31224"/>
                  </a:cubicBezTo>
                  <a:cubicBezTo>
                    <a:pt x="19452" y="31020"/>
                    <a:pt x="19719" y="30801"/>
                    <a:pt x="19985" y="30597"/>
                  </a:cubicBezTo>
                  <a:cubicBezTo>
                    <a:pt x="20315" y="30362"/>
                    <a:pt x="20456" y="30033"/>
                    <a:pt x="20456" y="29641"/>
                  </a:cubicBezTo>
                  <a:cubicBezTo>
                    <a:pt x="20456" y="28920"/>
                    <a:pt x="20487" y="28214"/>
                    <a:pt x="20471" y="27509"/>
                  </a:cubicBezTo>
                  <a:cubicBezTo>
                    <a:pt x="20409" y="23904"/>
                    <a:pt x="20346" y="20315"/>
                    <a:pt x="20283" y="16725"/>
                  </a:cubicBezTo>
                  <a:cubicBezTo>
                    <a:pt x="20268" y="16098"/>
                    <a:pt x="20330" y="15456"/>
                    <a:pt x="20299" y="14829"/>
                  </a:cubicBezTo>
                  <a:cubicBezTo>
                    <a:pt x="20174" y="12916"/>
                    <a:pt x="20189" y="11004"/>
                    <a:pt x="20221" y="9092"/>
                  </a:cubicBezTo>
                  <a:cubicBezTo>
                    <a:pt x="20236" y="8700"/>
                    <a:pt x="20158" y="8402"/>
                    <a:pt x="19813" y="8136"/>
                  </a:cubicBezTo>
                  <a:cubicBezTo>
                    <a:pt x="19061" y="7524"/>
                    <a:pt x="18308" y="6897"/>
                    <a:pt x="17462" y="6412"/>
                  </a:cubicBezTo>
                  <a:cubicBezTo>
                    <a:pt x="16662" y="5941"/>
                    <a:pt x="15879" y="5377"/>
                    <a:pt x="14954" y="5173"/>
                  </a:cubicBezTo>
                  <a:cubicBezTo>
                    <a:pt x="14217" y="5016"/>
                    <a:pt x="13888" y="4593"/>
                    <a:pt x="13731" y="3919"/>
                  </a:cubicBezTo>
                  <a:cubicBezTo>
                    <a:pt x="13637" y="3559"/>
                    <a:pt x="13590" y="3214"/>
                    <a:pt x="13653" y="2822"/>
                  </a:cubicBezTo>
                  <a:cubicBezTo>
                    <a:pt x="13747" y="2305"/>
                    <a:pt x="13716" y="1788"/>
                    <a:pt x="13606" y="1270"/>
                  </a:cubicBezTo>
                  <a:cubicBezTo>
                    <a:pt x="13496" y="737"/>
                    <a:pt x="13183" y="393"/>
                    <a:pt x="12681" y="251"/>
                  </a:cubicBezTo>
                  <a:cubicBezTo>
                    <a:pt x="12430" y="173"/>
                    <a:pt x="12164" y="110"/>
                    <a:pt x="11913" y="95"/>
                  </a:cubicBezTo>
                  <a:cubicBezTo>
                    <a:pt x="11318" y="48"/>
                    <a:pt x="10706" y="32"/>
                    <a:pt x="10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7921175" y="1058200"/>
              <a:ext cx="46650" cy="180100"/>
            </a:xfrm>
            <a:custGeom>
              <a:rect b="b" l="l" r="r" t="t"/>
              <a:pathLst>
                <a:path extrusionOk="0" h="7204" w="1866">
                  <a:moveTo>
                    <a:pt x="900" y="791"/>
                  </a:moveTo>
                  <a:cubicBezTo>
                    <a:pt x="967" y="791"/>
                    <a:pt x="1032" y="826"/>
                    <a:pt x="1051" y="871"/>
                  </a:cubicBezTo>
                  <a:cubicBezTo>
                    <a:pt x="1129" y="1044"/>
                    <a:pt x="1192" y="1232"/>
                    <a:pt x="1192" y="1404"/>
                  </a:cubicBezTo>
                  <a:cubicBezTo>
                    <a:pt x="1207" y="2157"/>
                    <a:pt x="1207" y="2893"/>
                    <a:pt x="1207" y="3646"/>
                  </a:cubicBezTo>
                  <a:lnTo>
                    <a:pt x="1192" y="3646"/>
                  </a:lnTo>
                  <a:cubicBezTo>
                    <a:pt x="1192" y="4429"/>
                    <a:pt x="1207" y="5213"/>
                    <a:pt x="1192" y="5997"/>
                  </a:cubicBezTo>
                  <a:cubicBezTo>
                    <a:pt x="1192" y="6138"/>
                    <a:pt x="1145" y="6279"/>
                    <a:pt x="1066" y="6404"/>
                  </a:cubicBezTo>
                  <a:cubicBezTo>
                    <a:pt x="1031" y="6487"/>
                    <a:pt x="959" y="6526"/>
                    <a:pt x="872" y="6526"/>
                  </a:cubicBezTo>
                  <a:cubicBezTo>
                    <a:pt x="844" y="6526"/>
                    <a:pt x="815" y="6522"/>
                    <a:pt x="784" y="6514"/>
                  </a:cubicBezTo>
                  <a:cubicBezTo>
                    <a:pt x="721" y="6498"/>
                    <a:pt x="643" y="6451"/>
                    <a:pt x="627" y="6389"/>
                  </a:cubicBezTo>
                  <a:cubicBezTo>
                    <a:pt x="565" y="6248"/>
                    <a:pt x="533" y="6106"/>
                    <a:pt x="533" y="5965"/>
                  </a:cubicBezTo>
                  <a:cubicBezTo>
                    <a:pt x="455" y="4398"/>
                    <a:pt x="533" y="2831"/>
                    <a:pt x="612" y="1263"/>
                  </a:cubicBezTo>
                  <a:cubicBezTo>
                    <a:pt x="627" y="1122"/>
                    <a:pt x="690" y="981"/>
                    <a:pt x="768" y="856"/>
                  </a:cubicBezTo>
                  <a:cubicBezTo>
                    <a:pt x="801" y="809"/>
                    <a:pt x="851" y="791"/>
                    <a:pt x="900" y="791"/>
                  </a:cubicBezTo>
                  <a:close/>
                  <a:moveTo>
                    <a:pt x="1031" y="0"/>
                  </a:moveTo>
                  <a:cubicBezTo>
                    <a:pt x="996" y="0"/>
                    <a:pt x="961" y="3"/>
                    <a:pt x="925" y="9"/>
                  </a:cubicBezTo>
                  <a:cubicBezTo>
                    <a:pt x="392" y="135"/>
                    <a:pt x="157" y="432"/>
                    <a:pt x="126" y="1075"/>
                  </a:cubicBezTo>
                  <a:cubicBezTo>
                    <a:pt x="32" y="2893"/>
                    <a:pt x="251" y="4727"/>
                    <a:pt x="16" y="6545"/>
                  </a:cubicBezTo>
                  <a:cubicBezTo>
                    <a:pt x="0" y="6702"/>
                    <a:pt x="79" y="6843"/>
                    <a:pt x="204" y="6922"/>
                  </a:cubicBezTo>
                  <a:cubicBezTo>
                    <a:pt x="533" y="7125"/>
                    <a:pt x="909" y="7188"/>
                    <a:pt x="1286" y="7204"/>
                  </a:cubicBezTo>
                  <a:cubicBezTo>
                    <a:pt x="1442" y="7204"/>
                    <a:pt x="1568" y="7078"/>
                    <a:pt x="1599" y="6937"/>
                  </a:cubicBezTo>
                  <a:cubicBezTo>
                    <a:pt x="1630" y="6671"/>
                    <a:pt x="1662" y="6420"/>
                    <a:pt x="1662" y="6153"/>
                  </a:cubicBezTo>
                  <a:cubicBezTo>
                    <a:pt x="1662" y="5417"/>
                    <a:pt x="1662" y="4664"/>
                    <a:pt x="1662" y="3865"/>
                  </a:cubicBezTo>
                  <a:cubicBezTo>
                    <a:pt x="1709" y="3175"/>
                    <a:pt x="1725" y="2423"/>
                    <a:pt x="1803" y="1686"/>
                  </a:cubicBezTo>
                  <a:cubicBezTo>
                    <a:pt x="1866" y="1122"/>
                    <a:pt x="1662" y="667"/>
                    <a:pt x="1411" y="197"/>
                  </a:cubicBezTo>
                  <a:cubicBezTo>
                    <a:pt x="1322" y="57"/>
                    <a:pt x="1182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8295950" y="1507100"/>
              <a:ext cx="54650" cy="45975"/>
            </a:xfrm>
            <a:custGeom>
              <a:rect b="b" l="l" r="r" t="t"/>
              <a:pathLst>
                <a:path extrusionOk="0" h="1839" w="2186">
                  <a:moveTo>
                    <a:pt x="1924" y="1"/>
                  </a:moveTo>
                  <a:cubicBezTo>
                    <a:pt x="1897" y="1"/>
                    <a:pt x="1870" y="6"/>
                    <a:pt x="1844" y="16"/>
                  </a:cubicBezTo>
                  <a:cubicBezTo>
                    <a:pt x="1499" y="188"/>
                    <a:pt x="1201" y="518"/>
                    <a:pt x="903" y="768"/>
                  </a:cubicBezTo>
                  <a:cubicBezTo>
                    <a:pt x="621" y="1003"/>
                    <a:pt x="198" y="1270"/>
                    <a:pt x="57" y="1599"/>
                  </a:cubicBezTo>
                  <a:cubicBezTo>
                    <a:pt x="0" y="1712"/>
                    <a:pt x="71" y="1839"/>
                    <a:pt x="190" y="1839"/>
                  </a:cubicBezTo>
                  <a:cubicBezTo>
                    <a:pt x="203" y="1839"/>
                    <a:pt x="216" y="1837"/>
                    <a:pt x="229" y="1834"/>
                  </a:cubicBezTo>
                  <a:cubicBezTo>
                    <a:pt x="590" y="1724"/>
                    <a:pt x="887" y="1364"/>
                    <a:pt x="1170" y="1129"/>
                  </a:cubicBezTo>
                  <a:cubicBezTo>
                    <a:pt x="1483" y="862"/>
                    <a:pt x="1859" y="612"/>
                    <a:pt x="2094" y="267"/>
                  </a:cubicBezTo>
                  <a:cubicBezTo>
                    <a:pt x="2186" y="123"/>
                    <a:pt x="2059" y="1"/>
                    <a:pt x="1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8332225" y="1140425"/>
              <a:ext cx="18850" cy="231850"/>
            </a:xfrm>
            <a:custGeom>
              <a:rect b="b" l="l" r="r" t="t"/>
              <a:pathLst>
                <a:path extrusionOk="0" h="9274" w="754">
                  <a:moveTo>
                    <a:pt x="257" y="1"/>
                  </a:moveTo>
                  <a:cubicBezTo>
                    <a:pt x="224" y="1"/>
                    <a:pt x="189" y="30"/>
                    <a:pt x="189" y="74"/>
                  </a:cubicBezTo>
                  <a:cubicBezTo>
                    <a:pt x="1" y="1564"/>
                    <a:pt x="157" y="3115"/>
                    <a:pt x="204" y="4620"/>
                  </a:cubicBezTo>
                  <a:cubicBezTo>
                    <a:pt x="252" y="6125"/>
                    <a:pt x="220" y="7661"/>
                    <a:pt x="408" y="9150"/>
                  </a:cubicBezTo>
                  <a:cubicBezTo>
                    <a:pt x="416" y="9230"/>
                    <a:pt x="482" y="9273"/>
                    <a:pt x="544" y="9273"/>
                  </a:cubicBezTo>
                  <a:cubicBezTo>
                    <a:pt x="603" y="9273"/>
                    <a:pt x="659" y="9234"/>
                    <a:pt x="659" y="9150"/>
                  </a:cubicBezTo>
                  <a:cubicBezTo>
                    <a:pt x="753" y="7598"/>
                    <a:pt x="628" y="6031"/>
                    <a:pt x="581" y="4479"/>
                  </a:cubicBezTo>
                  <a:cubicBezTo>
                    <a:pt x="534" y="3021"/>
                    <a:pt x="581" y="1501"/>
                    <a:pt x="314" y="59"/>
                  </a:cubicBezTo>
                  <a:cubicBezTo>
                    <a:pt x="307" y="18"/>
                    <a:pt x="283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7951675" y="1439125"/>
              <a:ext cx="104425" cy="74725"/>
            </a:xfrm>
            <a:custGeom>
              <a:rect b="b" l="l" r="r" t="t"/>
              <a:pathLst>
                <a:path extrusionOk="0" h="2989" w="4177">
                  <a:moveTo>
                    <a:pt x="4025" y="1"/>
                  </a:moveTo>
                  <a:cubicBezTo>
                    <a:pt x="4012" y="1"/>
                    <a:pt x="3999" y="3"/>
                    <a:pt x="3984" y="8"/>
                  </a:cubicBezTo>
                  <a:cubicBezTo>
                    <a:pt x="2495" y="588"/>
                    <a:pt x="1100" y="1653"/>
                    <a:pt x="50" y="2845"/>
                  </a:cubicBezTo>
                  <a:cubicBezTo>
                    <a:pt x="0" y="2907"/>
                    <a:pt x="59" y="2989"/>
                    <a:pt x="124" y="2989"/>
                  </a:cubicBezTo>
                  <a:cubicBezTo>
                    <a:pt x="142" y="2989"/>
                    <a:pt x="159" y="2983"/>
                    <a:pt x="175" y="2970"/>
                  </a:cubicBezTo>
                  <a:cubicBezTo>
                    <a:pt x="1429" y="1967"/>
                    <a:pt x="2730" y="1120"/>
                    <a:pt x="4078" y="243"/>
                  </a:cubicBezTo>
                  <a:cubicBezTo>
                    <a:pt x="4177" y="172"/>
                    <a:pt x="4136" y="1"/>
                    <a:pt x="4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8110050" y="1422025"/>
              <a:ext cx="203450" cy="64975"/>
            </a:xfrm>
            <a:custGeom>
              <a:rect b="b" l="l" r="r" t="t"/>
              <a:pathLst>
                <a:path extrusionOk="0" h="2599" w="8138">
                  <a:moveTo>
                    <a:pt x="583" y="0"/>
                  </a:moveTo>
                  <a:cubicBezTo>
                    <a:pt x="439" y="0"/>
                    <a:pt x="297" y="6"/>
                    <a:pt x="157" y="18"/>
                  </a:cubicBezTo>
                  <a:cubicBezTo>
                    <a:pt x="32" y="18"/>
                    <a:pt x="0" y="206"/>
                    <a:pt x="126" y="237"/>
                  </a:cubicBezTo>
                  <a:cubicBezTo>
                    <a:pt x="753" y="425"/>
                    <a:pt x="1427" y="472"/>
                    <a:pt x="2069" y="613"/>
                  </a:cubicBezTo>
                  <a:cubicBezTo>
                    <a:pt x="2759" y="754"/>
                    <a:pt x="3433" y="911"/>
                    <a:pt x="4107" y="1115"/>
                  </a:cubicBezTo>
                  <a:cubicBezTo>
                    <a:pt x="5408" y="1522"/>
                    <a:pt x="6631" y="2118"/>
                    <a:pt x="7900" y="2588"/>
                  </a:cubicBezTo>
                  <a:cubicBezTo>
                    <a:pt x="7919" y="2595"/>
                    <a:pt x="7937" y="2598"/>
                    <a:pt x="7953" y="2598"/>
                  </a:cubicBezTo>
                  <a:cubicBezTo>
                    <a:pt x="8087" y="2598"/>
                    <a:pt x="8137" y="2390"/>
                    <a:pt x="8026" y="2306"/>
                  </a:cubicBezTo>
                  <a:cubicBezTo>
                    <a:pt x="6881" y="1554"/>
                    <a:pt x="5518" y="1083"/>
                    <a:pt x="4217" y="707"/>
                  </a:cubicBezTo>
                  <a:cubicBezTo>
                    <a:pt x="3096" y="385"/>
                    <a:pt x="1788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8028925" y="1490100"/>
              <a:ext cx="92225" cy="92075"/>
            </a:xfrm>
            <a:custGeom>
              <a:rect b="b" l="l" r="r" t="t"/>
              <a:pathLst>
                <a:path extrusionOk="0" h="3683" w="3689">
                  <a:moveTo>
                    <a:pt x="1763" y="1"/>
                  </a:moveTo>
                  <a:cubicBezTo>
                    <a:pt x="1746" y="1"/>
                    <a:pt x="1727" y="7"/>
                    <a:pt x="1709" y="22"/>
                  </a:cubicBezTo>
                  <a:cubicBezTo>
                    <a:pt x="1145" y="429"/>
                    <a:pt x="628" y="868"/>
                    <a:pt x="95" y="1323"/>
                  </a:cubicBezTo>
                  <a:cubicBezTo>
                    <a:pt x="1" y="1417"/>
                    <a:pt x="32" y="1574"/>
                    <a:pt x="142" y="1636"/>
                  </a:cubicBezTo>
                  <a:cubicBezTo>
                    <a:pt x="1208" y="2326"/>
                    <a:pt x="2305" y="3188"/>
                    <a:pt x="3481" y="3674"/>
                  </a:cubicBezTo>
                  <a:cubicBezTo>
                    <a:pt x="3495" y="3680"/>
                    <a:pt x="3509" y="3682"/>
                    <a:pt x="3523" y="3682"/>
                  </a:cubicBezTo>
                  <a:cubicBezTo>
                    <a:pt x="3625" y="3682"/>
                    <a:pt x="3689" y="3539"/>
                    <a:pt x="3606" y="3470"/>
                  </a:cubicBezTo>
                  <a:cubicBezTo>
                    <a:pt x="2730" y="2653"/>
                    <a:pt x="1595" y="2052"/>
                    <a:pt x="569" y="1429"/>
                  </a:cubicBezTo>
                  <a:lnTo>
                    <a:pt x="569" y="1429"/>
                  </a:lnTo>
                  <a:cubicBezTo>
                    <a:pt x="1003" y="1029"/>
                    <a:pt x="1425" y="616"/>
                    <a:pt x="1835" y="179"/>
                  </a:cubicBezTo>
                  <a:cubicBezTo>
                    <a:pt x="1898" y="115"/>
                    <a:pt x="1838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7881950" y="1265850"/>
              <a:ext cx="497125" cy="90600"/>
            </a:xfrm>
            <a:custGeom>
              <a:rect b="b" l="l" r="r" t="t"/>
              <a:pathLst>
                <a:path extrusionOk="0" h="3624" w="19885">
                  <a:moveTo>
                    <a:pt x="1472" y="1"/>
                  </a:moveTo>
                  <a:cubicBezTo>
                    <a:pt x="934" y="1"/>
                    <a:pt x="431" y="209"/>
                    <a:pt x="65" y="810"/>
                  </a:cubicBezTo>
                  <a:cubicBezTo>
                    <a:pt x="1" y="925"/>
                    <a:pt x="93" y="1050"/>
                    <a:pt x="206" y="1050"/>
                  </a:cubicBezTo>
                  <a:cubicBezTo>
                    <a:pt x="231" y="1050"/>
                    <a:pt x="258" y="1044"/>
                    <a:pt x="284" y="1029"/>
                  </a:cubicBezTo>
                  <a:cubicBezTo>
                    <a:pt x="730" y="794"/>
                    <a:pt x="1127" y="529"/>
                    <a:pt x="1591" y="529"/>
                  </a:cubicBezTo>
                  <a:cubicBezTo>
                    <a:pt x="1714" y="529"/>
                    <a:pt x="1842" y="548"/>
                    <a:pt x="1977" y="590"/>
                  </a:cubicBezTo>
                  <a:cubicBezTo>
                    <a:pt x="2980" y="888"/>
                    <a:pt x="3921" y="1500"/>
                    <a:pt x="4845" y="1954"/>
                  </a:cubicBezTo>
                  <a:cubicBezTo>
                    <a:pt x="5431" y="2247"/>
                    <a:pt x="5929" y="2426"/>
                    <a:pt x="6509" y="2426"/>
                  </a:cubicBezTo>
                  <a:cubicBezTo>
                    <a:pt x="6706" y="2426"/>
                    <a:pt x="6912" y="2405"/>
                    <a:pt x="7134" y="2362"/>
                  </a:cubicBezTo>
                  <a:cubicBezTo>
                    <a:pt x="7410" y="2305"/>
                    <a:pt x="7655" y="2264"/>
                    <a:pt x="7893" y="2264"/>
                  </a:cubicBezTo>
                  <a:cubicBezTo>
                    <a:pt x="8182" y="2264"/>
                    <a:pt x="8462" y="2324"/>
                    <a:pt x="8780" y="2487"/>
                  </a:cubicBezTo>
                  <a:cubicBezTo>
                    <a:pt x="9171" y="2691"/>
                    <a:pt x="9516" y="2957"/>
                    <a:pt x="9908" y="3177"/>
                  </a:cubicBezTo>
                  <a:cubicBezTo>
                    <a:pt x="10489" y="3494"/>
                    <a:pt x="11115" y="3624"/>
                    <a:pt x="11749" y="3624"/>
                  </a:cubicBezTo>
                  <a:cubicBezTo>
                    <a:pt x="12776" y="3624"/>
                    <a:pt x="13825" y="3284"/>
                    <a:pt x="14736" y="2848"/>
                  </a:cubicBezTo>
                  <a:cubicBezTo>
                    <a:pt x="16319" y="2095"/>
                    <a:pt x="17886" y="1406"/>
                    <a:pt x="19532" y="841"/>
                  </a:cubicBezTo>
                  <a:cubicBezTo>
                    <a:pt x="19885" y="728"/>
                    <a:pt x="19780" y="209"/>
                    <a:pt x="19470" y="209"/>
                  </a:cubicBezTo>
                  <a:cubicBezTo>
                    <a:pt x="19436" y="209"/>
                    <a:pt x="19399" y="216"/>
                    <a:pt x="19360" y="230"/>
                  </a:cubicBezTo>
                  <a:cubicBezTo>
                    <a:pt x="17698" y="794"/>
                    <a:pt x="16115" y="1468"/>
                    <a:pt x="14532" y="2252"/>
                  </a:cubicBezTo>
                  <a:cubicBezTo>
                    <a:pt x="13686" y="2675"/>
                    <a:pt x="12682" y="3004"/>
                    <a:pt x="11726" y="3020"/>
                  </a:cubicBezTo>
                  <a:cubicBezTo>
                    <a:pt x="11714" y="3020"/>
                    <a:pt x="11702" y="3020"/>
                    <a:pt x="11690" y="3020"/>
                  </a:cubicBezTo>
                  <a:cubicBezTo>
                    <a:pt x="10567" y="3020"/>
                    <a:pt x="9867" y="2310"/>
                    <a:pt x="8921" y="1876"/>
                  </a:cubicBezTo>
                  <a:cubicBezTo>
                    <a:pt x="8591" y="1719"/>
                    <a:pt x="8247" y="1609"/>
                    <a:pt x="7886" y="1609"/>
                  </a:cubicBezTo>
                  <a:cubicBezTo>
                    <a:pt x="7385" y="1609"/>
                    <a:pt x="6914" y="1844"/>
                    <a:pt x="6413" y="1844"/>
                  </a:cubicBezTo>
                  <a:cubicBezTo>
                    <a:pt x="5801" y="1844"/>
                    <a:pt x="5237" y="1484"/>
                    <a:pt x="4689" y="1217"/>
                  </a:cubicBezTo>
                  <a:cubicBezTo>
                    <a:pt x="4171" y="967"/>
                    <a:pt x="3638" y="700"/>
                    <a:pt x="3105" y="449"/>
                  </a:cubicBezTo>
                  <a:cubicBezTo>
                    <a:pt x="2594" y="213"/>
                    <a:pt x="2015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7881600" y="1199275"/>
              <a:ext cx="492875" cy="78450"/>
            </a:xfrm>
            <a:custGeom>
              <a:rect b="b" l="l" r="r" t="t"/>
              <a:pathLst>
                <a:path extrusionOk="0" h="3138" w="19715">
                  <a:moveTo>
                    <a:pt x="11175" y="0"/>
                  </a:moveTo>
                  <a:cubicBezTo>
                    <a:pt x="11002" y="0"/>
                    <a:pt x="10830" y="17"/>
                    <a:pt x="10659" y="56"/>
                  </a:cubicBezTo>
                  <a:cubicBezTo>
                    <a:pt x="10314" y="134"/>
                    <a:pt x="10079" y="369"/>
                    <a:pt x="9750" y="401"/>
                  </a:cubicBezTo>
                  <a:cubicBezTo>
                    <a:pt x="9311" y="432"/>
                    <a:pt x="8872" y="416"/>
                    <a:pt x="8449" y="448"/>
                  </a:cubicBezTo>
                  <a:cubicBezTo>
                    <a:pt x="7461" y="510"/>
                    <a:pt x="6474" y="636"/>
                    <a:pt x="5502" y="840"/>
                  </a:cubicBezTo>
                  <a:cubicBezTo>
                    <a:pt x="3715" y="1216"/>
                    <a:pt x="1662" y="1749"/>
                    <a:pt x="141" y="2815"/>
                  </a:cubicBezTo>
                  <a:cubicBezTo>
                    <a:pt x="1" y="2913"/>
                    <a:pt x="49" y="3138"/>
                    <a:pt x="208" y="3138"/>
                  </a:cubicBezTo>
                  <a:cubicBezTo>
                    <a:pt x="226" y="3138"/>
                    <a:pt x="246" y="3135"/>
                    <a:pt x="267" y="3128"/>
                  </a:cubicBezTo>
                  <a:cubicBezTo>
                    <a:pt x="1035" y="2877"/>
                    <a:pt x="1771" y="2517"/>
                    <a:pt x="2524" y="2250"/>
                  </a:cubicBezTo>
                  <a:cubicBezTo>
                    <a:pt x="3464" y="1906"/>
                    <a:pt x="4436" y="1639"/>
                    <a:pt x="5408" y="1435"/>
                  </a:cubicBezTo>
                  <a:cubicBezTo>
                    <a:pt x="6411" y="1216"/>
                    <a:pt x="7430" y="1090"/>
                    <a:pt x="8449" y="1028"/>
                  </a:cubicBezTo>
                  <a:cubicBezTo>
                    <a:pt x="8872" y="1012"/>
                    <a:pt x="9311" y="996"/>
                    <a:pt x="9750" y="996"/>
                  </a:cubicBezTo>
                  <a:cubicBezTo>
                    <a:pt x="10204" y="996"/>
                    <a:pt x="10251" y="840"/>
                    <a:pt x="10674" y="699"/>
                  </a:cubicBezTo>
                  <a:cubicBezTo>
                    <a:pt x="10840" y="637"/>
                    <a:pt x="11020" y="611"/>
                    <a:pt x="11208" y="611"/>
                  </a:cubicBezTo>
                  <a:cubicBezTo>
                    <a:pt x="12122" y="611"/>
                    <a:pt x="13243" y="1235"/>
                    <a:pt x="13997" y="1482"/>
                  </a:cubicBezTo>
                  <a:cubicBezTo>
                    <a:pt x="15722" y="2062"/>
                    <a:pt x="17446" y="2580"/>
                    <a:pt x="19186" y="3112"/>
                  </a:cubicBezTo>
                  <a:cubicBezTo>
                    <a:pt x="19221" y="3124"/>
                    <a:pt x="19255" y="3129"/>
                    <a:pt x="19286" y="3129"/>
                  </a:cubicBezTo>
                  <a:cubicBezTo>
                    <a:pt x="19604" y="3129"/>
                    <a:pt x="19715" y="2601"/>
                    <a:pt x="19358" y="2501"/>
                  </a:cubicBezTo>
                  <a:cubicBezTo>
                    <a:pt x="17556" y="1953"/>
                    <a:pt x="15753" y="1404"/>
                    <a:pt x="13966" y="808"/>
                  </a:cubicBezTo>
                  <a:cubicBezTo>
                    <a:pt x="13091" y="517"/>
                    <a:pt x="12126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8101825" y="957850"/>
              <a:ext cx="22750" cy="254700"/>
            </a:xfrm>
            <a:custGeom>
              <a:rect b="b" l="l" r="r" t="t"/>
              <a:pathLst>
                <a:path extrusionOk="0" h="10188" w="910">
                  <a:moveTo>
                    <a:pt x="492" y="1"/>
                  </a:moveTo>
                  <a:cubicBezTo>
                    <a:pt x="435" y="1"/>
                    <a:pt x="377" y="32"/>
                    <a:pt x="361" y="89"/>
                  </a:cubicBezTo>
                  <a:cubicBezTo>
                    <a:pt x="0" y="1609"/>
                    <a:pt x="157" y="3349"/>
                    <a:pt x="126" y="4901"/>
                  </a:cubicBezTo>
                  <a:cubicBezTo>
                    <a:pt x="79" y="6578"/>
                    <a:pt x="47" y="8255"/>
                    <a:pt x="16" y="9917"/>
                  </a:cubicBezTo>
                  <a:cubicBezTo>
                    <a:pt x="8" y="10097"/>
                    <a:pt x="141" y="10187"/>
                    <a:pt x="276" y="10187"/>
                  </a:cubicBezTo>
                  <a:cubicBezTo>
                    <a:pt x="412" y="10187"/>
                    <a:pt x="549" y="10097"/>
                    <a:pt x="549" y="9917"/>
                  </a:cubicBezTo>
                  <a:cubicBezTo>
                    <a:pt x="596" y="8255"/>
                    <a:pt x="627" y="6578"/>
                    <a:pt x="659" y="4901"/>
                  </a:cubicBezTo>
                  <a:cubicBezTo>
                    <a:pt x="690" y="3349"/>
                    <a:pt x="909" y="1625"/>
                    <a:pt x="612" y="89"/>
                  </a:cubicBezTo>
                  <a:cubicBezTo>
                    <a:pt x="596" y="28"/>
                    <a:pt x="545" y="1"/>
                    <a:pt x="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8041075" y="1250325"/>
              <a:ext cx="115625" cy="53200"/>
            </a:xfrm>
            <a:custGeom>
              <a:rect b="b" l="l" r="r" t="t"/>
              <a:pathLst>
                <a:path extrusionOk="0" h="2128" w="4625">
                  <a:moveTo>
                    <a:pt x="2258" y="0"/>
                  </a:moveTo>
                  <a:cubicBezTo>
                    <a:pt x="2248" y="0"/>
                    <a:pt x="2237" y="2"/>
                    <a:pt x="2226" y="5"/>
                  </a:cubicBezTo>
                  <a:cubicBezTo>
                    <a:pt x="1505" y="177"/>
                    <a:pt x="847" y="647"/>
                    <a:pt x="189" y="1008"/>
                  </a:cubicBezTo>
                  <a:cubicBezTo>
                    <a:pt x="1" y="1102"/>
                    <a:pt x="95" y="1384"/>
                    <a:pt x="299" y="1384"/>
                  </a:cubicBezTo>
                  <a:cubicBezTo>
                    <a:pt x="973" y="1400"/>
                    <a:pt x="1631" y="1431"/>
                    <a:pt x="2305" y="1462"/>
                  </a:cubicBezTo>
                  <a:cubicBezTo>
                    <a:pt x="2341" y="1463"/>
                    <a:pt x="2379" y="1464"/>
                    <a:pt x="2419" y="1464"/>
                  </a:cubicBezTo>
                  <a:cubicBezTo>
                    <a:pt x="2542" y="1464"/>
                    <a:pt x="2682" y="1460"/>
                    <a:pt x="2828" y="1460"/>
                  </a:cubicBezTo>
                  <a:cubicBezTo>
                    <a:pt x="3391" y="1460"/>
                    <a:pt x="4050" y="1513"/>
                    <a:pt x="4248" y="2027"/>
                  </a:cubicBezTo>
                  <a:cubicBezTo>
                    <a:pt x="4274" y="2086"/>
                    <a:pt x="4346" y="2127"/>
                    <a:pt x="4411" y="2127"/>
                  </a:cubicBezTo>
                  <a:cubicBezTo>
                    <a:pt x="4466" y="2127"/>
                    <a:pt x="4516" y="2098"/>
                    <a:pt x="4531" y="2027"/>
                  </a:cubicBezTo>
                  <a:cubicBezTo>
                    <a:pt x="4625" y="1415"/>
                    <a:pt x="4139" y="1149"/>
                    <a:pt x="3590" y="1102"/>
                  </a:cubicBezTo>
                  <a:cubicBezTo>
                    <a:pt x="2762" y="1019"/>
                    <a:pt x="1924" y="1025"/>
                    <a:pt x="1098" y="1007"/>
                  </a:cubicBezTo>
                  <a:lnTo>
                    <a:pt x="1098" y="1007"/>
                  </a:lnTo>
                  <a:cubicBezTo>
                    <a:pt x="1545" y="777"/>
                    <a:pt x="1992" y="532"/>
                    <a:pt x="2352" y="193"/>
                  </a:cubicBezTo>
                  <a:cubicBezTo>
                    <a:pt x="2423" y="122"/>
                    <a:pt x="2353" y="0"/>
                    <a:pt x="2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8192625" y="1247675"/>
              <a:ext cx="43450" cy="50675"/>
            </a:xfrm>
            <a:custGeom>
              <a:rect b="b" l="l" r="r" t="t"/>
              <a:pathLst>
                <a:path extrusionOk="0" h="2027" w="1738">
                  <a:moveTo>
                    <a:pt x="770" y="0"/>
                  </a:moveTo>
                  <a:cubicBezTo>
                    <a:pt x="505" y="0"/>
                    <a:pt x="243" y="137"/>
                    <a:pt x="83" y="361"/>
                  </a:cubicBezTo>
                  <a:cubicBezTo>
                    <a:pt x="0" y="491"/>
                    <a:pt x="123" y="630"/>
                    <a:pt x="248" y="630"/>
                  </a:cubicBezTo>
                  <a:cubicBezTo>
                    <a:pt x="289" y="630"/>
                    <a:pt x="330" y="616"/>
                    <a:pt x="365" y="581"/>
                  </a:cubicBezTo>
                  <a:cubicBezTo>
                    <a:pt x="458" y="479"/>
                    <a:pt x="577" y="434"/>
                    <a:pt x="691" y="434"/>
                  </a:cubicBezTo>
                  <a:cubicBezTo>
                    <a:pt x="945" y="434"/>
                    <a:pt x="1170" y="654"/>
                    <a:pt x="1008" y="957"/>
                  </a:cubicBezTo>
                  <a:cubicBezTo>
                    <a:pt x="915" y="1127"/>
                    <a:pt x="1035" y="1281"/>
                    <a:pt x="1204" y="1316"/>
                  </a:cubicBezTo>
                  <a:lnTo>
                    <a:pt x="1204" y="1316"/>
                  </a:lnTo>
                  <a:cubicBezTo>
                    <a:pt x="1186" y="1321"/>
                    <a:pt x="1210" y="1399"/>
                    <a:pt x="1196" y="1427"/>
                  </a:cubicBezTo>
                  <a:cubicBezTo>
                    <a:pt x="1165" y="1506"/>
                    <a:pt x="1039" y="1537"/>
                    <a:pt x="976" y="1553"/>
                  </a:cubicBezTo>
                  <a:cubicBezTo>
                    <a:pt x="820" y="1600"/>
                    <a:pt x="757" y="1615"/>
                    <a:pt x="647" y="1741"/>
                  </a:cubicBezTo>
                  <a:cubicBezTo>
                    <a:pt x="585" y="1803"/>
                    <a:pt x="600" y="1882"/>
                    <a:pt x="663" y="1929"/>
                  </a:cubicBezTo>
                  <a:cubicBezTo>
                    <a:pt x="753" y="1996"/>
                    <a:pt x="862" y="2026"/>
                    <a:pt x="975" y="2026"/>
                  </a:cubicBezTo>
                  <a:cubicBezTo>
                    <a:pt x="1257" y="2026"/>
                    <a:pt x="1561" y="1841"/>
                    <a:pt x="1650" y="1584"/>
                  </a:cubicBezTo>
                  <a:cubicBezTo>
                    <a:pt x="1737" y="1346"/>
                    <a:pt x="1667" y="1100"/>
                    <a:pt x="1496" y="955"/>
                  </a:cubicBezTo>
                  <a:lnTo>
                    <a:pt x="1496" y="955"/>
                  </a:lnTo>
                  <a:cubicBezTo>
                    <a:pt x="1559" y="631"/>
                    <a:pt x="1446" y="283"/>
                    <a:pt x="1133" y="95"/>
                  </a:cubicBezTo>
                  <a:cubicBezTo>
                    <a:pt x="1018" y="30"/>
                    <a:pt x="894" y="0"/>
                    <a:pt x="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3" name="Google Shape;873;p27"/>
          <p:cNvSpPr/>
          <p:nvPr/>
        </p:nvSpPr>
        <p:spPr>
          <a:xfrm flipH="1" rot="-1800037">
            <a:off x="-475152" y="458709"/>
            <a:ext cx="1946926" cy="733839"/>
          </a:xfrm>
          <a:custGeom>
            <a:rect b="b" l="l" r="r" t="t"/>
            <a:pathLst>
              <a:path extrusionOk="0" h="7954" w="21103">
                <a:moveTo>
                  <a:pt x="12532" y="0"/>
                </a:moveTo>
                <a:cubicBezTo>
                  <a:pt x="12401" y="0"/>
                  <a:pt x="12266" y="16"/>
                  <a:pt x="12128" y="49"/>
                </a:cubicBezTo>
                <a:cubicBezTo>
                  <a:pt x="11196" y="273"/>
                  <a:pt x="10599" y="1093"/>
                  <a:pt x="10040" y="1801"/>
                </a:cubicBezTo>
                <a:cubicBezTo>
                  <a:pt x="9548" y="2428"/>
                  <a:pt x="9065" y="3145"/>
                  <a:pt x="8257" y="3145"/>
                </a:cubicBezTo>
                <a:cubicBezTo>
                  <a:pt x="8168" y="3145"/>
                  <a:pt x="8075" y="3137"/>
                  <a:pt x="7978" y="3118"/>
                </a:cubicBezTo>
                <a:cubicBezTo>
                  <a:pt x="6897" y="2907"/>
                  <a:pt x="6474" y="1540"/>
                  <a:pt x="5344" y="1490"/>
                </a:cubicBezTo>
                <a:cubicBezTo>
                  <a:pt x="5312" y="1489"/>
                  <a:pt x="5281" y="1488"/>
                  <a:pt x="5250" y="1488"/>
                </a:cubicBezTo>
                <a:cubicBezTo>
                  <a:pt x="3868" y="1488"/>
                  <a:pt x="2567" y="2817"/>
                  <a:pt x="1765" y="3789"/>
                </a:cubicBezTo>
                <a:cubicBezTo>
                  <a:pt x="796" y="4945"/>
                  <a:pt x="1" y="6311"/>
                  <a:pt x="249" y="7852"/>
                </a:cubicBezTo>
                <a:cubicBezTo>
                  <a:pt x="260" y="7923"/>
                  <a:pt x="312" y="7953"/>
                  <a:pt x="366" y="7953"/>
                </a:cubicBezTo>
                <a:cubicBezTo>
                  <a:pt x="436" y="7953"/>
                  <a:pt x="510" y="7904"/>
                  <a:pt x="510" y="7827"/>
                </a:cubicBezTo>
                <a:cubicBezTo>
                  <a:pt x="597" y="6038"/>
                  <a:pt x="2175" y="4535"/>
                  <a:pt x="3455" y="3466"/>
                </a:cubicBezTo>
                <a:cubicBezTo>
                  <a:pt x="3765" y="3204"/>
                  <a:pt x="4432" y="2662"/>
                  <a:pt x="4946" y="2662"/>
                </a:cubicBezTo>
                <a:cubicBezTo>
                  <a:pt x="5090" y="2662"/>
                  <a:pt x="5222" y="2704"/>
                  <a:pt x="5331" y="2808"/>
                </a:cubicBezTo>
                <a:cubicBezTo>
                  <a:pt x="5691" y="3143"/>
                  <a:pt x="5903" y="3565"/>
                  <a:pt x="6288" y="3889"/>
                </a:cubicBezTo>
                <a:cubicBezTo>
                  <a:pt x="6853" y="4361"/>
                  <a:pt x="7625" y="4667"/>
                  <a:pt x="8377" y="4667"/>
                </a:cubicBezTo>
                <a:cubicBezTo>
                  <a:pt x="8733" y="4667"/>
                  <a:pt x="9084" y="4599"/>
                  <a:pt x="9407" y="4448"/>
                </a:cubicBezTo>
                <a:cubicBezTo>
                  <a:pt x="10289" y="4038"/>
                  <a:pt x="10860" y="3218"/>
                  <a:pt x="11432" y="2472"/>
                </a:cubicBezTo>
                <a:cubicBezTo>
                  <a:pt x="11749" y="2049"/>
                  <a:pt x="12082" y="1529"/>
                  <a:pt x="12538" y="1529"/>
                </a:cubicBezTo>
                <a:cubicBezTo>
                  <a:pt x="12672" y="1529"/>
                  <a:pt x="12815" y="1573"/>
                  <a:pt x="12973" y="1677"/>
                </a:cubicBezTo>
                <a:cubicBezTo>
                  <a:pt x="13867" y="2273"/>
                  <a:pt x="14538" y="3590"/>
                  <a:pt x="15184" y="4435"/>
                </a:cubicBezTo>
                <a:cubicBezTo>
                  <a:pt x="15967" y="5454"/>
                  <a:pt x="16874" y="6510"/>
                  <a:pt x="18067" y="7082"/>
                </a:cubicBezTo>
                <a:cubicBezTo>
                  <a:pt x="18436" y="7259"/>
                  <a:pt x="18871" y="7365"/>
                  <a:pt x="19295" y="7365"/>
                </a:cubicBezTo>
                <a:cubicBezTo>
                  <a:pt x="19967" y="7365"/>
                  <a:pt x="20612" y="7099"/>
                  <a:pt x="20925" y="6436"/>
                </a:cubicBezTo>
                <a:cubicBezTo>
                  <a:pt x="21102" y="6069"/>
                  <a:pt x="20863" y="5633"/>
                  <a:pt x="20474" y="5633"/>
                </a:cubicBezTo>
                <a:cubicBezTo>
                  <a:pt x="20427" y="5633"/>
                  <a:pt x="20379" y="5640"/>
                  <a:pt x="20328" y="5653"/>
                </a:cubicBezTo>
                <a:cubicBezTo>
                  <a:pt x="19908" y="5762"/>
                  <a:pt x="19589" y="5926"/>
                  <a:pt x="19217" y="5926"/>
                </a:cubicBezTo>
                <a:cubicBezTo>
                  <a:pt x="19083" y="5926"/>
                  <a:pt x="18942" y="5904"/>
                  <a:pt x="18788" y="5852"/>
                </a:cubicBezTo>
                <a:cubicBezTo>
                  <a:pt x="18179" y="5665"/>
                  <a:pt x="17669" y="5119"/>
                  <a:pt x="17234" y="4671"/>
                </a:cubicBezTo>
                <a:cubicBezTo>
                  <a:pt x="16327" y="3739"/>
                  <a:pt x="15632" y="2634"/>
                  <a:pt x="14836" y="1615"/>
                </a:cubicBezTo>
                <a:cubicBezTo>
                  <a:pt x="14277" y="880"/>
                  <a:pt x="13515" y="0"/>
                  <a:pt x="125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7"/>
          <p:cNvSpPr/>
          <p:nvPr/>
        </p:nvSpPr>
        <p:spPr>
          <a:xfrm flipH="1" rot="-1800037">
            <a:off x="-679939" y="291893"/>
            <a:ext cx="2178033" cy="675162"/>
          </a:xfrm>
          <a:custGeom>
            <a:rect b="b" l="l" r="r" t="t"/>
            <a:pathLst>
              <a:path extrusionOk="0" h="7318" w="23608">
                <a:moveTo>
                  <a:pt x="13475" y="0"/>
                </a:moveTo>
                <a:cubicBezTo>
                  <a:pt x="12756" y="0"/>
                  <a:pt x="12032" y="211"/>
                  <a:pt x="11332" y="714"/>
                </a:cubicBezTo>
                <a:cubicBezTo>
                  <a:pt x="10860" y="1050"/>
                  <a:pt x="10586" y="1596"/>
                  <a:pt x="10102" y="1919"/>
                </a:cubicBezTo>
                <a:cubicBezTo>
                  <a:pt x="9998" y="1988"/>
                  <a:pt x="9890" y="2017"/>
                  <a:pt x="9777" y="2017"/>
                </a:cubicBezTo>
                <a:cubicBezTo>
                  <a:pt x="9134" y="2017"/>
                  <a:pt x="8380" y="1045"/>
                  <a:pt x="7915" y="801"/>
                </a:cubicBezTo>
                <a:cubicBezTo>
                  <a:pt x="7487" y="580"/>
                  <a:pt x="7054" y="491"/>
                  <a:pt x="6623" y="491"/>
                </a:cubicBezTo>
                <a:cubicBezTo>
                  <a:pt x="5916" y="491"/>
                  <a:pt x="5216" y="731"/>
                  <a:pt x="4560" y="1025"/>
                </a:cubicBezTo>
                <a:cubicBezTo>
                  <a:pt x="2175" y="2093"/>
                  <a:pt x="758" y="4827"/>
                  <a:pt x="25" y="7175"/>
                </a:cubicBezTo>
                <a:cubicBezTo>
                  <a:pt x="1" y="7257"/>
                  <a:pt x="73" y="7317"/>
                  <a:pt x="139" y="7317"/>
                </a:cubicBezTo>
                <a:cubicBezTo>
                  <a:pt x="174" y="7317"/>
                  <a:pt x="207" y="7301"/>
                  <a:pt x="224" y="7262"/>
                </a:cubicBezTo>
                <a:cubicBezTo>
                  <a:pt x="795" y="6007"/>
                  <a:pt x="1640" y="4728"/>
                  <a:pt x="2485" y="3634"/>
                </a:cubicBezTo>
                <a:cubicBezTo>
                  <a:pt x="3454" y="2392"/>
                  <a:pt x="4647" y="1398"/>
                  <a:pt x="6275" y="1360"/>
                </a:cubicBezTo>
                <a:cubicBezTo>
                  <a:pt x="6290" y="1360"/>
                  <a:pt x="6304" y="1360"/>
                  <a:pt x="6319" y="1360"/>
                </a:cubicBezTo>
                <a:cubicBezTo>
                  <a:pt x="7733" y="1360"/>
                  <a:pt x="8300" y="3113"/>
                  <a:pt x="9720" y="3113"/>
                </a:cubicBezTo>
                <a:cubicBezTo>
                  <a:pt x="9739" y="3113"/>
                  <a:pt x="9759" y="3113"/>
                  <a:pt x="9779" y="3112"/>
                </a:cubicBezTo>
                <a:cubicBezTo>
                  <a:pt x="10388" y="3087"/>
                  <a:pt x="10835" y="2851"/>
                  <a:pt x="11270" y="2416"/>
                </a:cubicBezTo>
                <a:cubicBezTo>
                  <a:pt x="12003" y="1721"/>
                  <a:pt x="12537" y="1261"/>
                  <a:pt x="13618" y="1211"/>
                </a:cubicBezTo>
                <a:cubicBezTo>
                  <a:pt x="13673" y="1208"/>
                  <a:pt x="13727" y="1207"/>
                  <a:pt x="13780" y="1207"/>
                </a:cubicBezTo>
                <a:cubicBezTo>
                  <a:pt x="16274" y="1207"/>
                  <a:pt x="17942" y="4261"/>
                  <a:pt x="19694" y="5659"/>
                </a:cubicBezTo>
                <a:cubicBezTo>
                  <a:pt x="20307" y="6145"/>
                  <a:pt x="21059" y="6738"/>
                  <a:pt x="21872" y="6738"/>
                </a:cubicBezTo>
                <a:cubicBezTo>
                  <a:pt x="21932" y="6738"/>
                  <a:pt x="21993" y="6735"/>
                  <a:pt x="22055" y="6728"/>
                </a:cubicBezTo>
                <a:cubicBezTo>
                  <a:pt x="22937" y="6616"/>
                  <a:pt x="23608" y="5622"/>
                  <a:pt x="22875" y="4889"/>
                </a:cubicBezTo>
                <a:cubicBezTo>
                  <a:pt x="22807" y="4829"/>
                  <a:pt x="22721" y="4796"/>
                  <a:pt x="22634" y="4796"/>
                </a:cubicBezTo>
                <a:cubicBezTo>
                  <a:pt x="22576" y="4796"/>
                  <a:pt x="22519" y="4810"/>
                  <a:pt x="22465" y="4839"/>
                </a:cubicBezTo>
                <a:cubicBezTo>
                  <a:pt x="22278" y="4939"/>
                  <a:pt x="21930" y="5324"/>
                  <a:pt x="21868" y="5336"/>
                </a:cubicBezTo>
                <a:cubicBezTo>
                  <a:pt x="21839" y="5347"/>
                  <a:pt x="21806" y="5351"/>
                  <a:pt x="21771" y="5351"/>
                </a:cubicBezTo>
                <a:cubicBezTo>
                  <a:pt x="21466" y="5351"/>
                  <a:pt x="20975" y="4999"/>
                  <a:pt x="20775" y="4877"/>
                </a:cubicBezTo>
                <a:cubicBezTo>
                  <a:pt x="19942" y="4380"/>
                  <a:pt x="19147" y="3659"/>
                  <a:pt x="18514" y="2926"/>
                </a:cubicBezTo>
                <a:cubicBezTo>
                  <a:pt x="17274" y="1506"/>
                  <a:pt x="15397" y="0"/>
                  <a:pt x="134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5" name="Google Shape;875;p27" title="Screenshot 2026-04-14 at 11.56.1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049" y="870625"/>
            <a:ext cx="3039100" cy="360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881" name="Google Shape;881;p28"/>
          <p:cNvSpPr txBox="1"/>
          <p:nvPr>
            <p:ph idx="4" type="subTitle"/>
          </p:nvPr>
        </p:nvSpPr>
        <p:spPr>
          <a:xfrm>
            <a:off x="940400" y="1616200"/>
            <a:ext cx="7637100" cy="29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Kaggle Dataset: Sephora Products and Skincare Reviews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Collected via Python Scraper in March 2023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Contains: information on over 8000 products </a:t>
            </a:r>
            <a:r>
              <a:rPr lang="en"/>
              <a:t>including</a:t>
            </a:r>
            <a:r>
              <a:rPr lang="en"/>
              <a:t>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Names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Ingredients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Price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Ratings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</a:t>
            </a:r>
            <a:r>
              <a:rPr lang="en"/>
              <a:t>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8"/>
          <p:cNvSpPr/>
          <p:nvPr/>
        </p:nvSpPr>
        <p:spPr>
          <a:xfrm rot="-4283232">
            <a:off x="6673328" y="3132194"/>
            <a:ext cx="2047323" cy="3230054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3" name="Google Shape;883;p28"/>
          <p:cNvGrpSpPr/>
          <p:nvPr/>
        </p:nvGrpSpPr>
        <p:grpSpPr>
          <a:xfrm>
            <a:off x="8423999" y="1487593"/>
            <a:ext cx="406971" cy="826952"/>
            <a:chOff x="7642550" y="2045675"/>
            <a:chExt cx="534925" cy="1086950"/>
          </a:xfrm>
        </p:grpSpPr>
        <p:sp>
          <p:nvSpPr>
            <p:cNvPr id="884" name="Google Shape;884;p28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8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8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8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1" name="Google Shape;891;p28"/>
          <p:cNvSpPr/>
          <p:nvPr/>
        </p:nvSpPr>
        <p:spPr>
          <a:xfrm rot="10800000">
            <a:off x="1107028" y="921608"/>
            <a:ext cx="123525" cy="9611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2" name="Google Shape;892;p28"/>
          <p:cNvGrpSpPr/>
          <p:nvPr/>
        </p:nvGrpSpPr>
        <p:grpSpPr>
          <a:xfrm rot="10800000">
            <a:off x="8283909" y="3434185"/>
            <a:ext cx="293749" cy="434421"/>
            <a:chOff x="4510355" y="4299794"/>
            <a:chExt cx="138144" cy="204299"/>
          </a:xfrm>
        </p:grpSpPr>
        <p:sp>
          <p:nvSpPr>
            <p:cNvPr id="893" name="Google Shape;893;p28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8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28"/>
          <p:cNvGrpSpPr/>
          <p:nvPr/>
        </p:nvGrpSpPr>
        <p:grpSpPr>
          <a:xfrm rot="10800000">
            <a:off x="7738492" y="3982586"/>
            <a:ext cx="125150" cy="184835"/>
            <a:chOff x="4820760" y="3853535"/>
            <a:chExt cx="58855" cy="86924"/>
          </a:xfrm>
        </p:grpSpPr>
        <p:sp>
          <p:nvSpPr>
            <p:cNvPr id="896" name="Google Shape;896;p28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8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8" name="Google Shape;898;p28"/>
          <p:cNvSpPr/>
          <p:nvPr/>
        </p:nvSpPr>
        <p:spPr>
          <a:xfrm rot="10800000">
            <a:off x="7513814" y="4373137"/>
            <a:ext cx="79168" cy="61438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9" name="Google Shape;899;p28"/>
          <p:cNvGrpSpPr/>
          <p:nvPr/>
        </p:nvGrpSpPr>
        <p:grpSpPr>
          <a:xfrm>
            <a:off x="7863638" y="430763"/>
            <a:ext cx="735150" cy="424150"/>
            <a:chOff x="9589700" y="3420525"/>
            <a:chExt cx="735150" cy="424150"/>
          </a:xfrm>
        </p:grpSpPr>
        <p:sp>
          <p:nvSpPr>
            <p:cNvPr id="900" name="Google Shape;900;p28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8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8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8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8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7" name="Google Shape;907;p28" title="Top Product Catego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1750" y="2721200"/>
            <a:ext cx="3474150" cy="21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913" name="Google Shape;913;p29"/>
          <p:cNvSpPr txBox="1"/>
          <p:nvPr>
            <p:ph idx="5" type="subTitle"/>
          </p:nvPr>
        </p:nvSpPr>
        <p:spPr>
          <a:xfrm>
            <a:off x="720000" y="1192100"/>
            <a:ext cx="64767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Raw ingredient text was highly inconsistent.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Changes: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Lowercasing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Removing Noise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Standardizing Ingredients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Filtering Invalid Data</a:t>
            </a:r>
            <a:endParaRPr/>
          </a:p>
        </p:txBody>
      </p:sp>
      <p:pic>
        <p:nvPicPr>
          <p:cNvPr id="914" name="Google Shape;914;p29" title="Before:After Ingredient Clea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125" y="1828775"/>
            <a:ext cx="3796949" cy="21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Natural Language Processing</a:t>
            </a:r>
            <a:endParaRPr/>
          </a:p>
        </p:txBody>
      </p:sp>
      <p:sp>
        <p:nvSpPr>
          <p:cNvPr id="920" name="Google Shape;920;p30"/>
          <p:cNvSpPr txBox="1"/>
          <p:nvPr>
            <p:ph idx="4" type="subTitle"/>
          </p:nvPr>
        </p:nvSpPr>
        <p:spPr>
          <a:xfrm>
            <a:off x="858525" y="1343088"/>
            <a:ext cx="7637100" cy="29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NLP is a field of AI that enables computers to understand, process, and analyze human language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Ingredient lists and product descriptions are unstructured text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NLP transforms text into numerical representations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Enables comparison between products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Without NLP, ingredient text cannot be quantitatively compared or used for recommendation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921" name="Google Shape;921;p30"/>
          <p:cNvSpPr/>
          <p:nvPr/>
        </p:nvSpPr>
        <p:spPr>
          <a:xfrm rot="-4283232">
            <a:off x="6591453" y="2859081"/>
            <a:ext cx="2047323" cy="3230054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2" name="Google Shape;922;p30"/>
          <p:cNvGrpSpPr/>
          <p:nvPr/>
        </p:nvGrpSpPr>
        <p:grpSpPr>
          <a:xfrm>
            <a:off x="5057149" y="3905980"/>
            <a:ext cx="406971" cy="826952"/>
            <a:chOff x="7642550" y="2045675"/>
            <a:chExt cx="534925" cy="1086950"/>
          </a:xfrm>
        </p:grpSpPr>
        <p:sp>
          <p:nvSpPr>
            <p:cNvPr id="923" name="Google Shape;923;p30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0" name="Google Shape;930;p30"/>
          <p:cNvSpPr/>
          <p:nvPr/>
        </p:nvSpPr>
        <p:spPr>
          <a:xfrm rot="10800000">
            <a:off x="1107028" y="921608"/>
            <a:ext cx="123525" cy="9611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1" name="Google Shape;931;p30"/>
          <p:cNvGrpSpPr/>
          <p:nvPr/>
        </p:nvGrpSpPr>
        <p:grpSpPr>
          <a:xfrm rot="10800000">
            <a:off x="8283909" y="3434185"/>
            <a:ext cx="293749" cy="434421"/>
            <a:chOff x="4510355" y="4299794"/>
            <a:chExt cx="138144" cy="204299"/>
          </a:xfrm>
        </p:grpSpPr>
        <p:sp>
          <p:nvSpPr>
            <p:cNvPr id="932" name="Google Shape;932;p30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4" name="Google Shape;934;p30"/>
          <p:cNvGrpSpPr/>
          <p:nvPr/>
        </p:nvGrpSpPr>
        <p:grpSpPr>
          <a:xfrm rot="10800000">
            <a:off x="7656617" y="3709474"/>
            <a:ext cx="125150" cy="184835"/>
            <a:chOff x="4820760" y="3853535"/>
            <a:chExt cx="58855" cy="86924"/>
          </a:xfrm>
        </p:grpSpPr>
        <p:sp>
          <p:nvSpPr>
            <p:cNvPr id="935" name="Google Shape;935;p30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7" name="Google Shape;937;p30"/>
          <p:cNvSpPr/>
          <p:nvPr/>
        </p:nvSpPr>
        <p:spPr>
          <a:xfrm rot="10800000">
            <a:off x="7431939" y="4100025"/>
            <a:ext cx="79168" cy="61438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8" name="Google Shape;938;p30"/>
          <p:cNvGrpSpPr/>
          <p:nvPr/>
        </p:nvGrpSpPr>
        <p:grpSpPr>
          <a:xfrm>
            <a:off x="7863638" y="430763"/>
            <a:ext cx="735150" cy="424150"/>
            <a:chOff x="9589700" y="3420525"/>
            <a:chExt cx="735150" cy="424150"/>
          </a:xfrm>
        </p:grpSpPr>
        <p:sp>
          <p:nvSpPr>
            <p:cNvPr id="939" name="Google Shape;939;p30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1"/>
          <p:cNvSpPr/>
          <p:nvPr/>
        </p:nvSpPr>
        <p:spPr>
          <a:xfrm rot="-7110938">
            <a:off x="4809543" y="2523688"/>
            <a:ext cx="1295361" cy="2361923"/>
          </a:xfrm>
          <a:custGeom>
            <a:rect b="b" l="l" r="r" t="t"/>
            <a:pathLst>
              <a:path extrusionOk="0" h="32332" w="17732">
                <a:moveTo>
                  <a:pt x="2570" y="1"/>
                </a:moveTo>
                <a:cubicBezTo>
                  <a:pt x="1908" y="1"/>
                  <a:pt x="1247" y="65"/>
                  <a:pt x="635" y="151"/>
                </a:cubicBezTo>
                <a:cubicBezTo>
                  <a:pt x="436" y="175"/>
                  <a:pt x="212" y="213"/>
                  <a:pt x="1" y="250"/>
                </a:cubicBezTo>
                <a:lnTo>
                  <a:pt x="498" y="1219"/>
                </a:lnTo>
                <a:cubicBezTo>
                  <a:pt x="856" y="1190"/>
                  <a:pt x="1217" y="1174"/>
                  <a:pt x="1574" y="1174"/>
                </a:cubicBezTo>
                <a:cubicBezTo>
                  <a:pt x="2120" y="1174"/>
                  <a:pt x="2658" y="1211"/>
                  <a:pt x="3169" y="1294"/>
                </a:cubicBezTo>
                <a:cubicBezTo>
                  <a:pt x="5319" y="1629"/>
                  <a:pt x="6002" y="3307"/>
                  <a:pt x="6213" y="5282"/>
                </a:cubicBezTo>
                <a:cubicBezTo>
                  <a:pt x="6425" y="7245"/>
                  <a:pt x="6325" y="9320"/>
                  <a:pt x="7046" y="11197"/>
                </a:cubicBezTo>
                <a:cubicBezTo>
                  <a:pt x="7891" y="13396"/>
                  <a:pt x="9792" y="14191"/>
                  <a:pt x="11941" y="14688"/>
                </a:cubicBezTo>
                <a:cubicBezTo>
                  <a:pt x="13221" y="14974"/>
                  <a:pt x="14501" y="15284"/>
                  <a:pt x="15271" y="16440"/>
                </a:cubicBezTo>
                <a:cubicBezTo>
                  <a:pt x="16042" y="17571"/>
                  <a:pt x="15893" y="19099"/>
                  <a:pt x="15644" y="20379"/>
                </a:cubicBezTo>
                <a:cubicBezTo>
                  <a:pt x="15433" y="21472"/>
                  <a:pt x="15147" y="22590"/>
                  <a:pt x="14762" y="23634"/>
                </a:cubicBezTo>
                <a:cubicBezTo>
                  <a:pt x="14215" y="25088"/>
                  <a:pt x="13159" y="25721"/>
                  <a:pt x="11631" y="25746"/>
                </a:cubicBezTo>
                <a:cubicBezTo>
                  <a:pt x="11578" y="25747"/>
                  <a:pt x="11524" y="25748"/>
                  <a:pt x="11471" y="25748"/>
                </a:cubicBezTo>
                <a:cubicBezTo>
                  <a:pt x="10874" y="25748"/>
                  <a:pt x="10263" y="25689"/>
                  <a:pt x="9661" y="25689"/>
                </a:cubicBezTo>
                <a:cubicBezTo>
                  <a:pt x="9019" y="25689"/>
                  <a:pt x="8387" y="25756"/>
                  <a:pt x="7791" y="26032"/>
                </a:cubicBezTo>
                <a:cubicBezTo>
                  <a:pt x="7009" y="26380"/>
                  <a:pt x="6387" y="26989"/>
                  <a:pt x="5791" y="27598"/>
                </a:cubicBezTo>
                <a:cubicBezTo>
                  <a:pt x="5033" y="28380"/>
                  <a:pt x="4126" y="29735"/>
                  <a:pt x="3070" y="30518"/>
                </a:cubicBezTo>
                <a:cubicBezTo>
                  <a:pt x="3045" y="31126"/>
                  <a:pt x="3070" y="31723"/>
                  <a:pt x="3144" y="32332"/>
                </a:cubicBezTo>
                <a:cubicBezTo>
                  <a:pt x="5021" y="31213"/>
                  <a:pt x="6599" y="28579"/>
                  <a:pt x="8090" y="27573"/>
                </a:cubicBezTo>
                <a:cubicBezTo>
                  <a:pt x="8592" y="27232"/>
                  <a:pt x="9207" y="27141"/>
                  <a:pt x="9842" y="27141"/>
                </a:cubicBezTo>
                <a:cubicBezTo>
                  <a:pt x="10574" y="27141"/>
                  <a:pt x="11333" y="27262"/>
                  <a:pt x="11979" y="27262"/>
                </a:cubicBezTo>
                <a:cubicBezTo>
                  <a:pt x="11996" y="27262"/>
                  <a:pt x="12013" y="27262"/>
                  <a:pt x="12029" y="27262"/>
                </a:cubicBezTo>
                <a:cubicBezTo>
                  <a:pt x="13227" y="27262"/>
                  <a:pt x="14327" y="26828"/>
                  <a:pt x="15184" y="25995"/>
                </a:cubicBezTo>
                <a:cubicBezTo>
                  <a:pt x="16700" y="24516"/>
                  <a:pt x="17247" y="21708"/>
                  <a:pt x="17458" y="19695"/>
                </a:cubicBezTo>
                <a:cubicBezTo>
                  <a:pt x="17732" y="17235"/>
                  <a:pt x="16949" y="14849"/>
                  <a:pt x="14588" y="13744"/>
                </a:cubicBezTo>
                <a:cubicBezTo>
                  <a:pt x="12525" y="12774"/>
                  <a:pt x="9829" y="13098"/>
                  <a:pt x="8698" y="10749"/>
                </a:cubicBezTo>
                <a:cubicBezTo>
                  <a:pt x="7195" y="7630"/>
                  <a:pt x="9146" y="2163"/>
                  <a:pt x="5108" y="449"/>
                </a:cubicBezTo>
                <a:cubicBezTo>
                  <a:pt x="4334" y="115"/>
                  <a:pt x="3451" y="1"/>
                  <a:pt x="25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1"/>
          <p:cNvSpPr/>
          <p:nvPr/>
        </p:nvSpPr>
        <p:spPr>
          <a:xfrm rot="3689062">
            <a:off x="6996418" y="2829638"/>
            <a:ext cx="1295361" cy="2361923"/>
          </a:xfrm>
          <a:custGeom>
            <a:rect b="b" l="l" r="r" t="t"/>
            <a:pathLst>
              <a:path extrusionOk="0" h="32332" w="17732">
                <a:moveTo>
                  <a:pt x="2570" y="1"/>
                </a:moveTo>
                <a:cubicBezTo>
                  <a:pt x="1908" y="1"/>
                  <a:pt x="1247" y="65"/>
                  <a:pt x="635" y="151"/>
                </a:cubicBezTo>
                <a:cubicBezTo>
                  <a:pt x="436" y="175"/>
                  <a:pt x="212" y="213"/>
                  <a:pt x="1" y="250"/>
                </a:cubicBezTo>
                <a:lnTo>
                  <a:pt x="498" y="1219"/>
                </a:lnTo>
                <a:cubicBezTo>
                  <a:pt x="856" y="1190"/>
                  <a:pt x="1217" y="1174"/>
                  <a:pt x="1574" y="1174"/>
                </a:cubicBezTo>
                <a:cubicBezTo>
                  <a:pt x="2120" y="1174"/>
                  <a:pt x="2658" y="1211"/>
                  <a:pt x="3169" y="1294"/>
                </a:cubicBezTo>
                <a:cubicBezTo>
                  <a:pt x="5319" y="1629"/>
                  <a:pt x="6002" y="3307"/>
                  <a:pt x="6213" y="5282"/>
                </a:cubicBezTo>
                <a:cubicBezTo>
                  <a:pt x="6425" y="7245"/>
                  <a:pt x="6325" y="9320"/>
                  <a:pt x="7046" y="11197"/>
                </a:cubicBezTo>
                <a:cubicBezTo>
                  <a:pt x="7891" y="13396"/>
                  <a:pt x="9792" y="14191"/>
                  <a:pt x="11941" y="14688"/>
                </a:cubicBezTo>
                <a:cubicBezTo>
                  <a:pt x="13221" y="14974"/>
                  <a:pt x="14501" y="15284"/>
                  <a:pt x="15271" y="16440"/>
                </a:cubicBezTo>
                <a:cubicBezTo>
                  <a:pt x="16042" y="17571"/>
                  <a:pt x="15893" y="19099"/>
                  <a:pt x="15644" y="20379"/>
                </a:cubicBezTo>
                <a:cubicBezTo>
                  <a:pt x="15433" y="21472"/>
                  <a:pt x="15147" y="22590"/>
                  <a:pt x="14762" y="23634"/>
                </a:cubicBezTo>
                <a:cubicBezTo>
                  <a:pt x="14215" y="25088"/>
                  <a:pt x="13159" y="25721"/>
                  <a:pt x="11631" y="25746"/>
                </a:cubicBezTo>
                <a:cubicBezTo>
                  <a:pt x="11578" y="25747"/>
                  <a:pt x="11524" y="25748"/>
                  <a:pt x="11471" y="25748"/>
                </a:cubicBezTo>
                <a:cubicBezTo>
                  <a:pt x="10874" y="25748"/>
                  <a:pt x="10263" y="25689"/>
                  <a:pt x="9661" y="25689"/>
                </a:cubicBezTo>
                <a:cubicBezTo>
                  <a:pt x="9019" y="25689"/>
                  <a:pt x="8387" y="25756"/>
                  <a:pt x="7791" y="26032"/>
                </a:cubicBezTo>
                <a:cubicBezTo>
                  <a:pt x="7009" y="26380"/>
                  <a:pt x="6387" y="26989"/>
                  <a:pt x="5791" y="27598"/>
                </a:cubicBezTo>
                <a:cubicBezTo>
                  <a:pt x="5033" y="28380"/>
                  <a:pt x="4126" y="29735"/>
                  <a:pt x="3070" y="30518"/>
                </a:cubicBezTo>
                <a:cubicBezTo>
                  <a:pt x="3045" y="31126"/>
                  <a:pt x="3070" y="31723"/>
                  <a:pt x="3144" y="32332"/>
                </a:cubicBezTo>
                <a:cubicBezTo>
                  <a:pt x="5021" y="31213"/>
                  <a:pt x="6599" y="28579"/>
                  <a:pt x="8090" y="27573"/>
                </a:cubicBezTo>
                <a:cubicBezTo>
                  <a:pt x="8592" y="27232"/>
                  <a:pt x="9207" y="27141"/>
                  <a:pt x="9842" y="27141"/>
                </a:cubicBezTo>
                <a:cubicBezTo>
                  <a:pt x="10574" y="27141"/>
                  <a:pt x="11333" y="27262"/>
                  <a:pt x="11979" y="27262"/>
                </a:cubicBezTo>
                <a:cubicBezTo>
                  <a:pt x="11996" y="27262"/>
                  <a:pt x="12013" y="27262"/>
                  <a:pt x="12029" y="27262"/>
                </a:cubicBezTo>
                <a:cubicBezTo>
                  <a:pt x="13227" y="27262"/>
                  <a:pt x="14327" y="26828"/>
                  <a:pt x="15184" y="25995"/>
                </a:cubicBezTo>
                <a:cubicBezTo>
                  <a:pt x="16700" y="24516"/>
                  <a:pt x="17247" y="21708"/>
                  <a:pt x="17458" y="19695"/>
                </a:cubicBezTo>
                <a:cubicBezTo>
                  <a:pt x="17732" y="17235"/>
                  <a:pt x="16949" y="14849"/>
                  <a:pt x="14588" y="13744"/>
                </a:cubicBezTo>
                <a:cubicBezTo>
                  <a:pt x="12525" y="12774"/>
                  <a:pt x="9829" y="13098"/>
                  <a:pt x="8698" y="10749"/>
                </a:cubicBezTo>
                <a:cubicBezTo>
                  <a:pt x="7195" y="7630"/>
                  <a:pt x="9146" y="2163"/>
                  <a:pt x="5108" y="449"/>
                </a:cubicBezTo>
                <a:cubicBezTo>
                  <a:pt x="4334" y="115"/>
                  <a:pt x="3451" y="1"/>
                  <a:pt x="25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2" name="Google Shape;952;p31"/>
          <p:cNvGrpSpPr/>
          <p:nvPr/>
        </p:nvGrpSpPr>
        <p:grpSpPr>
          <a:xfrm>
            <a:off x="8356432" y="3791156"/>
            <a:ext cx="573926" cy="987319"/>
            <a:chOff x="10448650" y="2345625"/>
            <a:chExt cx="651300" cy="1120425"/>
          </a:xfrm>
        </p:grpSpPr>
        <p:sp>
          <p:nvSpPr>
            <p:cNvPr id="953" name="Google Shape;953;p31"/>
            <p:cNvSpPr/>
            <p:nvPr/>
          </p:nvSpPr>
          <p:spPr>
            <a:xfrm>
              <a:off x="10448650" y="2376200"/>
              <a:ext cx="651300" cy="1089850"/>
            </a:xfrm>
            <a:custGeom>
              <a:rect b="b" l="l" r="r" t="t"/>
              <a:pathLst>
                <a:path extrusionOk="0" h="43594" w="26052">
                  <a:moveTo>
                    <a:pt x="3760" y="0"/>
                  </a:moveTo>
                  <a:cubicBezTo>
                    <a:pt x="3503" y="0"/>
                    <a:pt x="3263" y="109"/>
                    <a:pt x="3042" y="331"/>
                  </a:cubicBezTo>
                  <a:cubicBezTo>
                    <a:pt x="2603" y="754"/>
                    <a:pt x="2164" y="1162"/>
                    <a:pt x="1741" y="1585"/>
                  </a:cubicBezTo>
                  <a:cubicBezTo>
                    <a:pt x="1443" y="1867"/>
                    <a:pt x="1270" y="2243"/>
                    <a:pt x="1067" y="2604"/>
                  </a:cubicBezTo>
                  <a:cubicBezTo>
                    <a:pt x="487" y="3717"/>
                    <a:pt x="471" y="4986"/>
                    <a:pt x="48" y="6146"/>
                  </a:cubicBezTo>
                  <a:cubicBezTo>
                    <a:pt x="16" y="6256"/>
                    <a:pt x="1" y="6366"/>
                    <a:pt x="16" y="6475"/>
                  </a:cubicBezTo>
                  <a:cubicBezTo>
                    <a:pt x="189" y="7353"/>
                    <a:pt x="189" y="8278"/>
                    <a:pt x="518" y="9124"/>
                  </a:cubicBezTo>
                  <a:cubicBezTo>
                    <a:pt x="753" y="9720"/>
                    <a:pt x="863" y="10347"/>
                    <a:pt x="847" y="10990"/>
                  </a:cubicBezTo>
                  <a:cubicBezTo>
                    <a:pt x="847" y="11366"/>
                    <a:pt x="926" y="11711"/>
                    <a:pt x="1035" y="12071"/>
                  </a:cubicBezTo>
                  <a:cubicBezTo>
                    <a:pt x="1364" y="13074"/>
                    <a:pt x="1772" y="14046"/>
                    <a:pt x="1835" y="15096"/>
                  </a:cubicBezTo>
                  <a:cubicBezTo>
                    <a:pt x="1913" y="16272"/>
                    <a:pt x="2352" y="17291"/>
                    <a:pt x="2916" y="18262"/>
                  </a:cubicBezTo>
                  <a:cubicBezTo>
                    <a:pt x="3230" y="18811"/>
                    <a:pt x="3386" y="19360"/>
                    <a:pt x="3339" y="19971"/>
                  </a:cubicBezTo>
                  <a:cubicBezTo>
                    <a:pt x="3324" y="20410"/>
                    <a:pt x="3324" y="20849"/>
                    <a:pt x="3418" y="21303"/>
                  </a:cubicBezTo>
                  <a:cubicBezTo>
                    <a:pt x="3669" y="22573"/>
                    <a:pt x="3684" y="23811"/>
                    <a:pt x="3151" y="25049"/>
                  </a:cubicBezTo>
                  <a:cubicBezTo>
                    <a:pt x="2712" y="26053"/>
                    <a:pt x="2650" y="27134"/>
                    <a:pt x="2744" y="28247"/>
                  </a:cubicBezTo>
                  <a:cubicBezTo>
                    <a:pt x="2853" y="29360"/>
                    <a:pt x="3010" y="30473"/>
                    <a:pt x="2822" y="31601"/>
                  </a:cubicBezTo>
                  <a:cubicBezTo>
                    <a:pt x="2571" y="33090"/>
                    <a:pt x="2603" y="34579"/>
                    <a:pt x="2900" y="36053"/>
                  </a:cubicBezTo>
                  <a:cubicBezTo>
                    <a:pt x="3042" y="36790"/>
                    <a:pt x="3167" y="37542"/>
                    <a:pt x="3496" y="38200"/>
                  </a:cubicBezTo>
                  <a:cubicBezTo>
                    <a:pt x="4013" y="39282"/>
                    <a:pt x="4813" y="40191"/>
                    <a:pt x="5832" y="40865"/>
                  </a:cubicBezTo>
                  <a:cubicBezTo>
                    <a:pt x="6145" y="41084"/>
                    <a:pt x="6474" y="41257"/>
                    <a:pt x="6866" y="41272"/>
                  </a:cubicBezTo>
                  <a:cubicBezTo>
                    <a:pt x="7368" y="41288"/>
                    <a:pt x="7854" y="41445"/>
                    <a:pt x="8230" y="41727"/>
                  </a:cubicBezTo>
                  <a:cubicBezTo>
                    <a:pt x="9013" y="42291"/>
                    <a:pt x="10001" y="42338"/>
                    <a:pt x="10816" y="42793"/>
                  </a:cubicBezTo>
                  <a:cubicBezTo>
                    <a:pt x="10894" y="42840"/>
                    <a:pt x="10985" y="42859"/>
                    <a:pt x="11077" y="42859"/>
                  </a:cubicBezTo>
                  <a:cubicBezTo>
                    <a:pt x="11169" y="42859"/>
                    <a:pt x="11263" y="42840"/>
                    <a:pt x="11349" y="42808"/>
                  </a:cubicBezTo>
                  <a:cubicBezTo>
                    <a:pt x="11709" y="42683"/>
                    <a:pt x="12070" y="42589"/>
                    <a:pt x="12415" y="42448"/>
                  </a:cubicBezTo>
                  <a:cubicBezTo>
                    <a:pt x="12808" y="42322"/>
                    <a:pt x="13200" y="42208"/>
                    <a:pt x="13604" y="42208"/>
                  </a:cubicBezTo>
                  <a:cubicBezTo>
                    <a:pt x="13652" y="42208"/>
                    <a:pt x="13699" y="42210"/>
                    <a:pt x="13747" y="42213"/>
                  </a:cubicBezTo>
                  <a:cubicBezTo>
                    <a:pt x="13968" y="42232"/>
                    <a:pt x="14189" y="42249"/>
                    <a:pt x="14408" y="42249"/>
                  </a:cubicBezTo>
                  <a:cubicBezTo>
                    <a:pt x="14887" y="42249"/>
                    <a:pt x="15354" y="42169"/>
                    <a:pt x="15785" y="41868"/>
                  </a:cubicBezTo>
                  <a:cubicBezTo>
                    <a:pt x="16412" y="41868"/>
                    <a:pt x="16804" y="41476"/>
                    <a:pt x="17258" y="41116"/>
                  </a:cubicBezTo>
                  <a:cubicBezTo>
                    <a:pt x="17713" y="40755"/>
                    <a:pt x="18152" y="40348"/>
                    <a:pt x="18826" y="40316"/>
                  </a:cubicBezTo>
                  <a:cubicBezTo>
                    <a:pt x="19123" y="40301"/>
                    <a:pt x="19359" y="40081"/>
                    <a:pt x="19484" y="39768"/>
                  </a:cubicBezTo>
                  <a:cubicBezTo>
                    <a:pt x="19578" y="39564"/>
                    <a:pt x="19672" y="39360"/>
                    <a:pt x="19797" y="39188"/>
                  </a:cubicBezTo>
                  <a:cubicBezTo>
                    <a:pt x="20268" y="38561"/>
                    <a:pt x="20299" y="37887"/>
                    <a:pt x="20189" y="37150"/>
                  </a:cubicBezTo>
                  <a:cubicBezTo>
                    <a:pt x="20064" y="36304"/>
                    <a:pt x="19970" y="35442"/>
                    <a:pt x="20330" y="34611"/>
                  </a:cubicBezTo>
                  <a:cubicBezTo>
                    <a:pt x="20362" y="34517"/>
                    <a:pt x="20393" y="34391"/>
                    <a:pt x="20377" y="34282"/>
                  </a:cubicBezTo>
                  <a:cubicBezTo>
                    <a:pt x="20236" y="33184"/>
                    <a:pt x="20534" y="32040"/>
                    <a:pt x="19986" y="30974"/>
                  </a:cubicBezTo>
                  <a:cubicBezTo>
                    <a:pt x="19829" y="30677"/>
                    <a:pt x="19735" y="30363"/>
                    <a:pt x="19500" y="30128"/>
                  </a:cubicBezTo>
                  <a:cubicBezTo>
                    <a:pt x="19312" y="29940"/>
                    <a:pt x="19155" y="29720"/>
                    <a:pt x="19014" y="29517"/>
                  </a:cubicBezTo>
                  <a:cubicBezTo>
                    <a:pt x="18841" y="29250"/>
                    <a:pt x="18653" y="29015"/>
                    <a:pt x="18371" y="28890"/>
                  </a:cubicBezTo>
                  <a:cubicBezTo>
                    <a:pt x="18026" y="28717"/>
                    <a:pt x="17791" y="28451"/>
                    <a:pt x="17540" y="28153"/>
                  </a:cubicBezTo>
                  <a:cubicBezTo>
                    <a:pt x="17133" y="27651"/>
                    <a:pt x="16584" y="27385"/>
                    <a:pt x="15910" y="27275"/>
                  </a:cubicBezTo>
                  <a:cubicBezTo>
                    <a:pt x="15429" y="27198"/>
                    <a:pt x="14960" y="27127"/>
                    <a:pt x="14489" y="27127"/>
                  </a:cubicBezTo>
                  <a:cubicBezTo>
                    <a:pt x="14192" y="27127"/>
                    <a:pt x="13893" y="27155"/>
                    <a:pt x="13590" y="27228"/>
                  </a:cubicBezTo>
                  <a:cubicBezTo>
                    <a:pt x="13445" y="27270"/>
                    <a:pt x="13293" y="27296"/>
                    <a:pt x="13143" y="27296"/>
                  </a:cubicBezTo>
                  <a:cubicBezTo>
                    <a:pt x="12954" y="27296"/>
                    <a:pt x="12769" y="27255"/>
                    <a:pt x="12603" y="27150"/>
                  </a:cubicBezTo>
                  <a:cubicBezTo>
                    <a:pt x="12441" y="27052"/>
                    <a:pt x="12292" y="27009"/>
                    <a:pt x="12152" y="27009"/>
                  </a:cubicBezTo>
                  <a:cubicBezTo>
                    <a:pt x="11912" y="27009"/>
                    <a:pt x="11698" y="27134"/>
                    <a:pt x="11490" y="27322"/>
                  </a:cubicBezTo>
                  <a:cubicBezTo>
                    <a:pt x="10957" y="27808"/>
                    <a:pt x="10393" y="28231"/>
                    <a:pt x="9766" y="28576"/>
                  </a:cubicBezTo>
                  <a:cubicBezTo>
                    <a:pt x="9546" y="28717"/>
                    <a:pt x="9358" y="28905"/>
                    <a:pt x="9170" y="29078"/>
                  </a:cubicBezTo>
                  <a:cubicBezTo>
                    <a:pt x="8653" y="29579"/>
                    <a:pt x="8198" y="30128"/>
                    <a:pt x="7650" y="30583"/>
                  </a:cubicBezTo>
                  <a:cubicBezTo>
                    <a:pt x="7117" y="31037"/>
                    <a:pt x="6929" y="31617"/>
                    <a:pt x="6866" y="32260"/>
                  </a:cubicBezTo>
                  <a:cubicBezTo>
                    <a:pt x="6803" y="32840"/>
                    <a:pt x="6850" y="33435"/>
                    <a:pt x="6929" y="34047"/>
                  </a:cubicBezTo>
                  <a:cubicBezTo>
                    <a:pt x="7023" y="34658"/>
                    <a:pt x="7211" y="35191"/>
                    <a:pt x="7603" y="35677"/>
                  </a:cubicBezTo>
                  <a:cubicBezTo>
                    <a:pt x="7854" y="36006"/>
                    <a:pt x="8089" y="36351"/>
                    <a:pt x="8245" y="36727"/>
                  </a:cubicBezTo>
                  <a:cubicBezTo>
                    <a:pt x="8590" y="37620"/>
                    <a:pt x="9311" y="38043"/>
                    <a:pt x="10142" y="38357"/>
                  </a:cubicBezTo>
                  <a:cubicBezTo>
                    <a:pt x="10562" y="38514"/>
                    <a:pt x="11006" y="38623"/>
                    <a:pt x="11439" y="38623"/>
                  </a:cubicBezTo>
                  <a:cubicBezTo>
                    <a:pt x="11782" y="38623"/>
                    <a:pt x="12119" y="38555"/>
                    <a:pt x="12430" y="38388"/>
                  </a:cubicBezTo>
                  <a:cubicBezTo>
                    <a:pt x="13622" y="37761"/>
                    <a:pt x="14876" y="37213"/>
                    <a:pt x="15706" y="36084"/>
                  </a:cubicBezTo>
                  <a:cubicBezTo>
                    <a:pt x="16271" y="35332"/>
                    <a:pt x="16757" y="34548"/>
                    <a:pt x="16616" y="33514"/>
                  </a:cubicBezTo>
                  <a:cubicBezTo>
                    <a:pt x="16537" y="32887"/>
                    <a:pt x="16192" y="32416"/>
                    <a:pt x="15895" y="31899"/>
                  </a:cubicBezTo>
                  <a:cubicBezTo>
                    <a:pt x="15550" y="31272"/>
                    <a:pt x="15001" y="31006"/>
                    <a:pt x="14327" y="30974"/>
                  </a:cubicBezTo>
                  <a:cubicBezTo>
                    <a:pt x="14275" y="30972"/>
                    <a:pt x="14222" y="30971"/>
                    <a:pt x="14170" y="30971"/>
                  </a:cubicBezTo>
                  <a:cubicBezTo>
                    <a:pt x="13846" y="30971"/>
                    <a:pt x="13524" y="31008"/>
                    <a:pt x="13214" y="31021"/>
                  </a:cubicBezTo>
                  <a:cubicBezTo>
                    <a:pt x="12462" y="31053"/>
                    <a:pt x="11835" y="31304"/>
                    <a:pt x="11459" y="32009"/>
                  </a:cubicBezTo>
                  <a:cubicBezTo>
                    <a:pt x="11380" y="32166"/>
                    <a:pt x="11239" y="32307"/>
                    <a:pt x="11114" y="32448"/>
                  </a:cubicBezTo>
                  <a:cubicBezTo>
                    <a:pt x="10095" y="33514"/>
                    <a:pt x="10346" y="33357"/>
                    <a:pt x="10753" y="34846"/>
                  </a:cubicBezTo>
                  <a:cubicBezTo>
                    <a:pt x="10785" y="34940"/>
                    <a:pt x="10847" y="35050"/>
                    <a:pt x="10910" y="35144"/>
                  </a:cubicBezTo>
                  <a:cubicBezTo>
                    <a:pt x="11082" y="35395"/>
                    <a:pt x="11318" y="35583"/>
                    <a:pt x="11615" y="35661"/>
                  </a:cubicBezTo>
                  <a:cubicBezTo>
                    <a:pt x="11679" y="35674"/>
                    <a:pt x="11742" y="35697"/>
                    <a:pt x="11797" y="35697"/>
                  </a:cubicBezTo>
                  <a:cubicBezTo>
                    <a:pt x="11810" y="35697"/>
                    <a:pt x="11823" y="35695"/>
                    <a:pt x="11835" y="35692"/>
                  </a:cubicBezTo>
                  <a:cubicBezTo>
                    <a:pt x="11992" y="35677"/>
                    <a:pt x="12148" y="35630"/>
                    <a:pt x="12180" y="35457"/>
                  </a:cubicBezTo>
                  <a:cubicBezTo>
                    <a:pt x="12195" y="35379"/>
                    <a:pt x="12148" y="35206"/>
                    <a:pt x="12086" y="35175"/>
                  </a:cubicBezTo>
                  <a:cubicBezTo>
                    <a:pt x="11662" y="34956"/>
                    <a:pt x="11302" y="34658"/>
                    <a:pt x="11333" y="34156"/>
                  </a:cubicBezTo>
                  <a:cubicBezTo>
                    <a:pt x="11380" y="33482"/>
                    <a:pt x="11459" y="32793"/>
                    <a:pt x="12086" y="32369"/>
                  </a:cubicBezTo>
                  <a:cubicBezTo>
                    <a:pt x="12430" y="32134"/>
                    <a:pt x="12760" y="31868"/>
                    <a:pt x="13136" y="31727"/>
                  </a:cubicBezTo>
                  <a:cubicBezTo>
                    <a:pt x="13450" y="31604"/>
                    <a:pt x="13786" y="31523"/>
                    <a:pt x="14114" y="31523"/>
                  </a:cubicBezTo>
                  <a:cubicBezTo>
                    <a:pt x="14457" y="31523"/>
                    <a:pt x="14791" y="31612"/>
                    <a:pt x="15079" y="31836"/>
                  </a:cubicBezTo>
                  <a:cubicBezTo>
                    <a:pt x="15738" y="32369"/>
                    <a:pt x="16145" y="33153"/>
                    <a:pt x="16004" y="34015"/>
                  </a:cubicBezTo>
                  <a:cubicBezTo>
                    <a:pt x="15816" y="35112"/>
                    <a:pt x="15221" y="36037"/>
                    <a:pt x="14264" y="36664"/>
                  </a:cubicBezTo>
                  <a:cubicBezTo>
                    <a:pt x="13825" y="36946"/>
                    <a:pt x="13371" y="37197"/>
                    <a:pt x="12916" y="37479"/>
                  </a:cubicBezTo>
                  <a:cubicBezTo>
                    <a:pt x="12373" y="37807"/>
                    <a:pt x="11807" y="37965"/>
                    <a:pt x="11263" y="37965"/>
                  </a:cubicBezTo>
                  <a:cubicBezTo>
                    <a:pt x="10269" y="37965"/>
                    <a:pt x="9344" y="37437"/>
                    <a:pt x="8747" y="36445"/>
                  </a:cubicBezTo>
                  <a:cubicBezTo>
                    <a:pt x="8637" y="36241"/>
                    <a:pt x="8559" y="36037"/>
                    <a:pt x="8418" y="35849"/>
                  </a:cubicBezTo>
                  <a:cubicBezTo>
                    <a:pt x="7760" y="35018"/>
                    <a:pt x="7556" y="34031"/>
                    <a:pt x="7430" y="33028"/>
                  </a:cubicBezTo>
                  <a:cubicBezTo>
                    <a:pt x="7321" y="32040"/>
                    <a:pt x="7587" y="31209"/>
                    <a:pt x="8418" y="30551"/>
                  </a:cubicBezTo>
                  <a:cubicBezTo>
                    <a:pt x="9311" y="29861"/>
                    <a:pt x="10236" y="29219"/>
                    <a:pt x="11035" y="28435"/>
                  </a:cubicBezTo>
                  <a:cubicBezTo>
                    <a:pt x="11204" y="28281"/>
                    <a:pt x="11397" y="28114"/>
                    <a:pt x="11637" y="28114"/>
                  </a:cubicBezTo>
                  <a:cubicBezTo>
                    <a:pt x="11666" y="28114"/>
                    <a:pt x="11695" y="28117"/>
                    <a:pt x="11725" y="28122"/>
                  </a:cubicBezTo>
                  <a:cubicBezTo>
                    <a:pt x="11793" y="28132"/>
                    <a:pt x="11860" y="28136"/>
                    <a:pt x="11926" y="28136"/>
                  </a:cubicBezTo>
                  <a:cubicBezTo>
                    <a:pt x="12274" y="28136"/>
                    <a:pt x="12603" y="28015"/>
                    <a:pt x="12932" y="27949"/>
                  </a:cubicBezTo>
                  <a:cubicBezTo>
                    <a:pt x="13227" y="27897"/>
                    <a:pt x="13521" y="27878"/>
                    <a:pt x="13815" y="27878"/>
                  </a:cubicBezTo>
                  <a:cubicBezTo>
                    <a:pt x="14491" y="27878"/>
                    <a:pt x="15165" y="27979"/>
                    <a:pt x="15832" y="28012"/>
                  </a:cubicBezTo>
                  <a:cubicBezTo>
                    <a:pt x="16365" y="28028"/>
                    <a:pt x="16851" y="28247"/>
                    <a:pt x="17195" y="28702"/>
                  </a:cubicBezTo>
                  <a:cubicBezTo>
                    <a:pt x="17321" y="28874"/>
                    <a:pt x="17525" y="29031"/>
                    <a:pt x="17713" y="29109"/>
                  </a:cubicBezTo>
                  <a:cubicBezTo>
                    <a:pt x="18590" y="29485"/>
                    <a:pt x="18982" y="30300"/>
                    <a:pt x="19280" y="31068"/>
                  </a:cubicBezTo>
                  <a:cubicBezTo>
                    <a:pt x="19719" y="32181"/>
                    <a:pt x="19923" y="33373"/>
                    <a:pt x="19578" y="34579"/>
                  </a:cubicBezTo>
                  <a:cubicBezTo>
                    <a:pt x="19453" y="35018"/>
                    <a:pt x="19468" y="35473"/>
                    <a:pt x="19515" y="35927"/>
                  </a:cubicBezTo>
                  <a:cubicBezTo>
                    <a:pt x="19562" y="36445"/>
                    <a:pt x="19578" y="36962"/>
                    <a:pt x="19578" y="37495"/>
                  </a:cubicBezTo>
                  <a:cubicBezTo>
                    <a:pt x="19578" y="38247"/>
                    <a:pt x="19343" y="38890"/>
                    <a:pt x="18575" y="39219"/>
                  </a:cubicBezTo>
                  <a:cubicBezTo>
                    <a:pt x="18355" y="39297"/>
                    <a:pt x="18183" y="39438"/>
                    <a:pt x="18089" y="39658"/>
                  </a:cubicBezTo>
                  <a:cubicBezTo>
                    <a:pt x="17807" y="40269"/>
                    <a:pt x="17242" y="40489"/>
                    <a:pt x="16678" y="40661"/>
                  </a:cubicBezTo>
                  <a:cubicBezTo>
                    <a:pt x="16208" y="40818"/>
                    <a:pt x="15753" y="41006"/>
                    <a:pt x="15377" y="41304"/>
                  </a:cubicBezTo>
                  <a:cubicBezTo>
                    <a:pt x="15073" y="41553"/>
                    <a:pt x="14745" y="41704"/>
                    <a:pt x="14381" y="41704"/>
                  </a:cubicBezTo>
                  <a:cubicBezTo>
                    <a:pt x="14332" y="41704"/>
                    <a:pt x="14283" y="41701"/>
                    <a:pt x="14233" y="41696"/>
                  </a:cubicBezTo>
                  <a:cubicBezTo>
                    <a:pt x="14124" y="41685"/>
                    <a:pt x="14017" y="41680"/>
                    <a:pt x="13912" y="41680"/>
                  </a:cubicBezTo>
                  <a:cubicBezTo>
                    <a:pt x="13258" y="41680"/>
                    <a:pt x="12664" y="41878"/>
                    <a:pt x="12070" y="42134"/>
                  </a:cubicBezTo>
                  <a:cubicBezTo>
                    <a:pt x="11840" y="42226"/>
                    <a:pt x="11614" y="42270"/>
                    <a:pt x="11384" y="42270"/>
                  </a:cubicBezTo>
                  <a:cubicBezTo>
                    <a:pt x="11144" y="42270"/>
                    <a:pt x="10900" y="42223"/>
                    <a:pt x="10644" y="42134"/>
                  </a:cubicBezTo>
                  <a:cubicBezTo>
                    <a:pt x="10048" y="41931"/>
                    <a:pt x="9437" y="41774"/>
                    <a:pt x="8872" y="41460"/>
                  </a:cubicBezTo>
                  <a:cubicBezTo>
                    <a:pt x="8339" y="41178"/>
                    <a:pt x="7775" y="40975"/>
                    <a:pt x="7180" y="40849"/>
                  </a:cubicBezTo>
                  <a:cubicBezTo>
                    <a:pt x="6850" y="40786"/>
                    <a:pt x="6537" y="40677"/>
                    <a:pt x="6255" y="40473"/>
                  </a:cubicBezTo>
                  <a:cubicBezTo>
                    <a:pt x="5408" y="39909"/>
                    <a:pt x="4672" y="39235"/>
                    <a:pt x="4186" y="38310"/>
                  </a:cubicBezTo>
                  <a:cubicBezTo>
                    <a:pt x="3935" y="37840"/>
                    <a:pt x="3747" y="37369"/>
                    <a:pt x="3622" y="36852"/>
                  </a:cubicBezTo>
                  <a:cubicBezTo>
                    <a:pt x="3402" y="35896"/>
                    <a:pt x="3214" y="34956"/>
                    <a:pt x="3167" y="33984"/>
                  </a:cubicBezTo>
                  <a:cubicBezTo>
                    <a:pt x="3104" y="32699"/>
                    <a:pt x="3637" y="31554"/>
                    <a:pt x="4217" y="30473"/>
                  </a:cubicBezTo>
                  <a:cubicBezTo>
                    <a:pt x="4719" y="29532"/>
                    <a:pt x="5393" y="28764"/>
                    <a:pt x="6302" y="28153"/>
                  </a:cubicBezTo>
                  <a:cubicBezTo>
                    <a:pt x="6913" y="27730"/>
                    <a:pt x="7540" y="27338"/>
                    <a:pt x="8198" y="26977"/>
                  </a:cubicBezTo>
                  <a:cubicBezTo>
                    <a:pt x="8434" y="26852"/>
                    <a:pt x="8700" y="26742"/>
                    <a:pt x="8857" y="26570"/>
                  </a:cubicBezTo>
                  <a:cubicBezTo>
                    <a:pt x="10064" y="25206"/>
                    <a:pt x="11678" y="24752"/>
                    <a:pt x="13387" y="24689"/>
                  </a:cubicBezTo>
                  <a:cubicBezTo>
                    <a:pt x="13523" y="24684"/>
                    <a:pt x="13660" y="24681"/>
                    <a:pt x="13797" y="24681"/>
                  </a:cubicBezTo>
                  <a:cubicBezTo>
                    <a:pt x="14836" y="24681"/>
                    <a:pt x="15886" y="24815"/>
                    <a:pt x="16936" y="24815"/>
                  </a:cubicBezTo>
                  <a:cubicBezTo>
                    <a:pt x="16986" y="24815"/>
                    <a:pt x="17036" y="24815"/>
                    <a:pt x="17086" y="24814"/>
                  </a:cubicBezTo>
                  <a:cubicBezTo>
                    <a:pt x="17337" y="24814"/>
                    <a:pt x="17587" y="24924"/>
                    <a:pt x="17838" y="24987"/>
                  </a:cubicBezTo>
                  <a:cubicBezTo>
                    <a:pt x="18136" y="25065"/>
                    <a:pt x="18418" y="25175"/>
                    <a:pt x="18700" y="25238"/>
                  </a:cubicBezTo>
                  <a:cubicBezTo>
                    <a:pt x="19672" y="25394"/>
                    <a:pt x="20456" y="25943"/>
                    <a:pt x="21130" y="26570"/>
                  </a:cubicBezTo>
                  <a:cubicBezTo>
                    <a:pt x="22211" y="27573"/>
                    <a:pt x="22979" y="28858"/>
                    <a:pt x="23434" y="30238"/>
                  </a:cubicBezTo>
                  <a:cubicBezTo>
                    <a:pt x="23732" y="31162"/>
                    <a:pt x="24108" y="32056"/>
                    <a:pt x="24437" y="32965"/>
                  </a:cubicBezTo>
                  <a:cubicBezTo>
                    <a:pt x="24609" y="33435"/>
                    <a:pt x="24735" y="33874"/>
                    <a:pt x="24735" y="34376"/>
                  </a:cubicBezTo>
                  <a:cubicBezTo>
                    <a:pt x="24735" y="34626"/>
                    <a:pt x="24766" y="34893"/>
                    <a:pt x="24782" y="35159"/>
                  </a:cubicBezTo>
                  <a:cubicBezTo>
                    <a:pt x="24860" y="36272"/>
                    <a:pt x="24954" y="37385"/>
                    <a:pt x="25017" y="38498"/>
                  </a:cubicBezTo>
                  <a:cubicBezTo>
                    <a:pt x="25111" y="39909"/>
                    <a:pt x="24970" y="41633"/>
                    <a:pt x="23653" y="42432"/>
                  </a:cubicBezTo>
                  <a:cubicBezTo>
                    <a:pt x="22823" y="42934"/>
                    <a:pt x="21819" y="43059"/>
                    <a:pt x="20848" y="43106"/>
                  </a:cubicBezTo>
                  <a:cubicBezTo>
                    <a:pt x="20599" y="43120"/>
                    <a:pt x="20346" y="43129"/>
                    <a:pt x="20093" y="43129"/>
                  </a:cubicBezTo>
                  <a:cubicBezTo>
                    <a:pt x="18926" y="43129"/>
                    <a:pt x="17748" y="42939"/>
                    <a:pt x="16898" y="42166"/>
                  </a:cubicBezTo>
                  <a:lnTo>
                    <a:pt x="16898" y="42166"/>
                  </a:lnTo>
                  <a:cubicBezTo>
                    <a:pt x="17007" y="43091"/>
                    <a:pt x="18152" y="43467"/>
                    <a:pt x="19076" y="43545"/>
                  </a:cubicBezTo>
                  <a:cubicBezTo>
                    <a:pt x="19488" y="43577"/>
                    <a:pt x="19901" y="43593"/>
                    <a:pt x="20313" y="43593"/>
                  </a:cubicBezTo>
                  <a:cubicBezTo>
                    <a:pt x="21315" y="43593"/>
                    <a:pt x="22316" y="43499"/>
                    <a:pt x="23293" y="43310"/>
                  </a:cubicBezTo>
                  <a:cubicBezTo>
                    <a:pt x="23826" y="43200"/>
                    <a:pt x="24390" y="43044"/>
                    <a:pt x="24750" y="42652"/>
                  </a:cubicBezTo>
                  <a:cubicBezTo>
                    <a:pt x="25095" y="42260"/>
                    <a:pt x="25205" y="41727"/>
                    <a:pt x="25299" y="41210"/>
                  </a:cubicBezTo>
                  <a:cubicBezTo>
                    <a:pt x="25534" y="39909"/>
                    <a:pt x="25769" y="38608"/>
                    <a:pt x="25989" y="37307"/>
                  </a:cubicBezTo>
                  <a:cubicBezTo>
                    <a:pt x="26020" y="37134"/>
                    <a:pt x="26051" y="36962"/>
                    <a:pt x="26004" y="36790"/>
                  </a:cubicBezTo>
                  <a:cubicBezTo>
                    <a:pt x="25957" y="36617"/>
                    <a:pt x="25832" y="36476"/>
                    <a:pt x="25738" y="36335"/>
                  </a:cubicBezTo>
                  <a:cubicBezTo>
                    <a:pt x="25377" y="35818"/>
                    <a:pt x="25283" y="35191"/>
                    <a:pt x="25174" y="34579"/>
                  </a:cubicBezTo>
                  <a:cubicBezTo>
                    <a:pt x="25142" y="34391"/>
                    <a:pt x="25111" y="34203"/>
                    <a:pt x="25080" y="34015"/>
                  </a:cubicBezTo>
                  <a:cubicBezTo>
                    <a:pt x="24703" y="32009"/>
                    <a:pt x="24186" y="30018"/>
                    <a:pt x="23136" y="28278"/>
                  </a:cubicBezTo>
                  <a:cubicBezTo>
                    <a:pt x="21192" y="25049"/>
                    <a:pt x="18418" y="24422"/>
                    <a:pt x="14923" y="24250"/>
                  </a:cubicBezTo>
                  <a:cubicBezTo>
                    <a:pt x="14789" y="24250"/>
                    <a:pt x="14656" y="24254"/>
                    <a:pt x="14525" y="24254"/>
                  </a:cubicBezTo>
                  <a:cubicBezTo>
                    <a:pt x="14394" y="24254"/>
                    <a:pt x="14264" y="24250"/>
                    <a:pt x="14139" y="24234"/>
                  </a:cubicBezTo>
                  <a:cubicBezTo>
                    <a:pt x="13834" y="24186"/>
                    <a:pt x="13534" y="24164"/>
                    <a:pt x="13237" y="24164"/>
                  </a:cubicBezTo>
                  <a:cubicBezTo>
                    <a:pt x="11995" y="24164"/>
                    <a:pt x="10823" y="24553"/>
                    <a:pt x="9672" y="25034"/>
                  </a:cubicBezTo>
                  <a:cubicBezTo>
                    <a:pt x="9076" y="25285"/>
                    <a:pt x="8481" y="25676"/>
                    <a:pt x="8010" y="26131"/>
                  </a:cubicBezTo>
                  <a:cubicBezTo>
                    <a:pt x="7446" y="26695"/>
                    <a:pt x="6819" y="27166"/>
                    <a:pt x="6161" y="27573"/>
                  </a:cubicBezTo>
                  <a:cubicBezTo>
                    <a:pt x="5205" y="28169"/>
                    <a:pt x="4531" y="28984"/>
                    <a:pt x="3935" y="29893"/>
                  </a:cubicBezTo>
                  <a:cubicBezTo>
                    <a:pt x="3872" y="29987"/>
                    <a:pt x="3825" y="30097"/>
                    <a:pt x="3747" y="30159"/>
                  </a:cubicBezTo>
                  <a:cubicBezTo>
                    <a:pt x="3723" y="30183"/>
                    <a:pt x="3688" y="30191"/>
                    <a:pt x="3651" y="30191"/>
                  </a:cubicBezTo>
                  <a:cubicBezTo>
                    <a:pt x="3614" y="30191"/>
                    <a:pt x="3574" y="30183"/>
                    <a:pt x="3543" y="30175"/>
                  </a:cubicBezTo>
                  <a:cubicBezTo>
                    <a:pt x="3512" y="30175"/>
                    <a:pt x="3480" y="30144"/>
                    <a:pt x="3465" y="30112"/>
                  </a:cubicBezTo>
                  <a:cubicBezTo>
                    <a:pt x="3449" y="30081"/>
                    <a:pt x="3418" y="30050"/>
                    <a:pt x="3418" y="30003"/>
                  </a:cubicBezTo>
                  <a:cubicBezTo>
                    <a:pt x="3308" y="28216"/>
                    <a:pt x="3089" y="26429"/>
                    <a:pt x="3794" y="24689"/>
                  </a:cubicBezTo>
                  <a:cubicBezTo>
                    <a:pt x="3825" y="24626"/>
                    <a:pt x="3857" y="24548"/>
                    <a:pt x="3872" y="24485"/>
                  </a:cubicBezTo>
                  <a:cubicBezTo>
                    <a:pt x="4154" y="22589"/>
                    <a:pt x="4201" y="23137"/>
                    <a:pt x="5361" y="21695"/>
                  </a:cubicBezTo>
                  <a:cubicBezTo>
                    <a:pt x="5499" y="21527"/>
                    <a:pt x="5621" y="21344"/>
                    <a:pt x="5743" y="21176"/>
                  </a:cubicBezTo>
                  <a:lnTo>
                    <a:pt x="5743" y="21176"/>
                  </a:lnTo>
                  <a:cubicBezTo>
                    <a:pt x="5752" y="21176"/>
                    <a:pt x="5760" y="21177"/>
                    <a:pt x="5769" y="21178"/>
                  </a:cubicBezTo>
                  <a:lnTo>
                    <a:pt x="5753" y="21162"/>
                  </a:lnTo>
                  <a:cubicBezTo>
                    <a:pt x="5750" y="21167"/>
                    <a:pt x="5747" y="21171"/>
                    <a:pt x="5743" y="21176"/>
                  </a:cubicBezTo>
                  <a:lnTo>
                    <a:pt x="5743" y="21176"/>
                  </a:lnTo>
                  <a:cubicBezTo>
                    <a:pt x="5733" y="21175"/>
                    <a:pt x="5723" y="21175"/>
                    <a:pt x="5712" y="21175"/>
                  </a:cubicBezTo>
                  <a:cubicBezTo>
                    <a:pt x="5449" y="21175"/>
                    <a:pt x="5286" y="21377"/>
                    <a:pt x="5111" y="21538"/>
                  </a:cubicBezTo>
                  <a:cubicBezTo>
                    <a:pt x="4844" y="21789"/>
                    <a:pt x="4609" y="22103"/>
                    <a:pt x="4170" y="22181"/>
                  </a:cubicBezTo>
                  <a:cubicBezTo>
                    <a:pt x="3888" y="21476"/>
                    <a:pt x="3810" y="20723"/>
                    <a:pt x="3872" y="19987"/>
                  </a:cubicBezTo>
                  <a:cubicBezTo>
                    <a:pt x="3935" y="19203"/>
                    <a:pt x="3716" y="18576"/>
                    <a:pt x="3292" y="17902"/>
                  </a:cubicBezTo>
                  <a:cubicBezTo>
                    <a:pt x="2728" y="16993"/>
                    <a:pt x="2274" y="16005"/>
                    <a:pt x="2274" y="14861"/>
                  </a:cubicBezTo>
                  <a:cubicBezTo>
                    <a:pt x="2274" y="14313"/>
                    <a:pt x="2132" y="13748"/>
                    <a:pt x="1929" y="13231"/>
                  </a:cubicBezTo>
                  <a:cubicBezTo>
                    <a:pt x="1615" y="12463"/>
                    <a:pt x="1443" y="11648"/>
                    <a:pt x="1458" y="10817"/>
                  </a:cubicBezTo>
                  <a:cubicBezTo>
                    <a:pt x="1490" y="10316"/>
                    <a:pt x="1317" y="9861"/>
                    <a:pt x="1192" y="9406"/>
                  </a:cubicBezTo>
                  <a:cubicBezTo>
                    <a:pt x="1035" y="8795"/>
                    <a:pt x="784" y="8200"/>
                    <a:pt x="941" y="7541"/>
                  </a:cubicBezTo>
                  <a:cubicBezTo>
                    <a:pt x="988" y="7337"/>
                    <a:pt x="879" y="7102"/>
                    <a:pt x="847" y="6883"/>
                  </a:cubicBezTo>
                  <a:cubicBezTo>
                    <a:pt x="675" y="6021"/>
                    <a:pt x="753" y="5174"/>
                    <a:pt x="1035" y="4344"/>
                  </a:cubicBezTo>
                  <a:cubicBezTo>
                    <a:pt x="1443" y="3090"/>
                    <a:pt x="1960" y="1914"/>
                    <a:pt x="2979" y="1005"/>
                  </a:cubicBezTo>
                  <a:cubicBezTo>
                    <a:pt x="3381" y="665"/>
                    <a:pt x="3889" y="508"/>
                    <a:pt x="4234" y="113"/>
                  </a:cubicBezTo>
                  <a:lnTo>
                    <a:pt x="4234" y="113"/>
                  </a:lnTo>
                  <a:cubicBezTo>
                    <a:pt x="4244" y="118"/>
                    <a:pt x="4254" y="122"/>
                    <a:pt x="4264" y="127"/>
                  </a:cubicBezTo>
                  <a:lnTo>
                    <a:pt x="4248" y="96"/>
                  </a:lnTo>
                  <a:cubicBezTo>
                    <a:pt x="4244" y="102"/>
                    <a:pt x="4239" y="107"/>
                    <a:pt x="4234" y="113"/>
                  </a:cubicBezTo>
                  <a:lnTo>
                    <a:pt x="4234" y="113"/>
                  </a:lnTo>
                  <a:cubicBezTo>
                    <a:pt x="4070" y="38"/>
                    <a:pt x="3912" y="0"/>
                    <a:pt x="37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10555250" y="2345625"/>
              <a:ext cx="544700" cy="926425"/>
            </a:xfrm>
            <a:custGeom>
              <a:rect b="b" l="l" r="r" t="t"/>
              <a:pathLst>
                <a:path extrusionOk="0" h="37057" w="21788">
                  <a:moveTo>
                    <a:pt x="2616" y="0"/>
                  </a:moveTo>
                  <a:cubicBezTo>
                    <a:pt x="2080" y="0"/>
                    <a:pt x="1555" y="61"/>
                    <a:pt x="1082" y="394"/>
                  </a:cubicBezTo>
                  <a:cubicBezTo>
                    <a:pt x="988" y="457"/>
                    <a:pt x="862" y="473"/>
                    <a:pt x="753" y="473"/>
                  </a:cubicBezTo>
                  <a:cubicBezTo>
                    <a:pt x="740" y="472"/>
                    <a:pt x="728" y="472"/>
                    <a:pt x="716" y="472"/>
                  </a:cubicBezTo>
                  <a:cubicBezTo>
                    <a:pt x="136" y="472"/>
                    <a:pt x="16" y="843"/>
                    <a:pt x="0" y="1319"/>
                  </a:cubicBezTo>
                  <a:cubicBezTo>
                    <a:pt x="110" y="1288"/>
                    <a:pt x="220" y="1288"/>
                    <a:pt x="298" y="1225"/>
                  </a:cubicBezTo>
                  <a:cubicBezTo>
                    <a:pt x="1058" y="728"/>
                    <a:pt x="1891" y="608"/>
                    <a:pt x="2753" y="608"/>
                  </a:cubicBezTo>
                  <a:cubicBezTo>
                    <a:pt x="2870" y="608"/>
                    <a:pt x="2986" y="610"/>
                    <a:pt x="3104" y="614"/>
                  </a:cubicBezTo>
                  <a:cubicBezTo>
                    <a:pt x="5235" y="692"/>
                    <a:pt x="7336" y="974"/>
                    <a:pt x="9405" y="1570"/>
                  </a:cubicBezTo>
                  <a:cubicBezTo>
                    <a:pt x="9953" y="1726"/>
                    <a:pt x="10439" y="2009"/>
                    <a:pt x="10847" y="2385"/>
                  </a:cubicBezTo>
                  <a:cubicBezTo>
                    <a:pt x="11662" y="3153"/>
                    <a:pt x="12524" y="3890"/>
                    <a:pt x="13120" y="4861"/>
                  </a:cubicBezTo>
                  <a:cubicBezTo>
                    <a:pt x="13151" y="4924"/>
                    <a:pt x="13198" y="5002"/>
                    <a:pt x="13245" y="5034"/>
                  </a:cubicBezTo>
                  <a:cubicBezTo>
                    <a:pt x="13997" y="5488"/>
                    <a:pt x="14044" y="6256"/>
                    <a:pt x="14138" y="6993"/>
                  </a:cubicBezTo>
                  <a:cubicBezTo>
                    <a:pt x="14201" y="7589"/>
                    <a:pt x="14264" y="8184"/>
                    <a:pt x="14311" y="8780"/>
                  </a:cubicBezTo>
                  <a:cubicBezTo>
                    <a:pt x="14335" y="9079"/>
                    <a:pt x="14231" y="9232"/>
                    <a:pt x="13999" y="9232"/>
                  </a:cubicBezTo>
                  <a:cubicBezTo>
                    <a:pt x="13927" y="9232"/>
                    <a:pt x="13843" y="9217"/>
                    <a:pt x="13747" y="9187"/>
                  </a:cubicBezTo>
                  <a:cubicBezTo>
                    <a:pt x="13511" y="9125"/>
                    <a:pt x="13276" y="9046"/>
                    <a:pt x="13041" y="8984"/>
                  </a:cubicBezTo>
                  <a:lnTo>
                    <a:pt x="13041" y="8984"/>
                  </a:lnTo>
                  <a:cubicBezTo>
                    <a:pt x="13276" y="9313"/>
                    <a:pt x="13668" y="9454"/>
                    <a:pt x="13997" y="9658"/>
                  </a:cubicBezTo>
                  <a:cubicBezTo>
                    <a:pt x="14311" y="9846"/>
                    <a:pt x="14468" y="10112"/>
                    <a:pt x="14515" y="10473"/>
                  </a:cubicBezTo>
                  <a:cubicBezTo>
                    <a:pt x="14609" y="11241"/>
                    <a:pt x="14671" y="12025"/>
                    <a:pt x="14765" y="12808"/>
                  </a:cubicBezTo>
                  <a:cubicBezTo>
                    <a:pt x="14906" y="13921"/>
                    <a:pt x="15142" y="15018"/>
                    <a:pt x="15439" y="16100"/>
                  </a:cubicBezTo>
                  <a:cubicBezTo>
                    <a:pt x="15753" y="17213"/>
                    <a:pt x="16192" y="18279"/>
                    <a:pt x="16599" y="19360"/>
                  </a:cubicBezTo>
                  <a:cubicBezTo>
                    <a:pt x="17524" y="21774"/>
                    <a:pt x="18527" y="24141"/>
                    <a:pt x="19358" y="26570"/>
                  </a:cubicBezTo>
                  <a:cubicBezTo>
                    <a:pt x="19875" y="28091"/>
                    <a:pt x="20142" y="29689"/>
                    <a:pt x="20502" y="31257"/>
                  </a:cubicBezTo>
                  <a:cubicBezTo>
                    <a:pt x="20675" y="32056"/>
                    <a:pt x="20816" y="32871"/>
                    <a:pt x="20988" y="33671"/>
                  </a:cubicBezTo>
                  <a:cubicBezTo>
                    <a:pt x="21113" y="34172"/>
                    <a:pt x="21176" y="34674"/>
                    <a:pt x="21145" y="35207"/>
                  </a:cubicBezTo>
                  <a:cubicBezTo>
                    <a:pt x="21364" y="35379"/>
                    <a:pt x="21380" y="35646"/>
                    <a:pt x="21411" y="35897"/>
                  </a:cubicBezTo>
                  <a:cubicBezTo>
                    <a:pt x="21458" y="36210"/>
                    <a:pt x="21458" y="36523"/>
                    <a:pt x="21693" y="37056"/>
                  </a:cubicBezTo>
                  <a:cubicBezTo>
                    <a:pt x="21787" y="35834"/>
                    <a:pt x="21709" y="34878"/>
                    <a:pt x="21521" y="33922"/>
                  </a:cubicBezTo>
                  <a:cubicBezTo>
                    <a:pt x="21302" y="32777"/>
                    <a:pt x="21066" y="31633"/>
                    <a:pt x="20847" y="30505"/>
                  </a:cubicBezTo>
                  <a:cubicBezTo>
                    <a:pt x="20502" y="28624"/>
                    <a:pt x="20016" y="26774"/>
                    <a:pt x="19374" y="24971"/>
                  </a:cubicBezTo>
                  <a:cubicBezTo>
                    <a:pt x="18480" y="22511"/>
                    <a:pt x="17367" y="20144"/>
                    <a:pt x="16584" y="17636"/>
                  </a:cubicBezTo>
                  <a:cubicBezTo>
                    <a:pt x="16301" y="16711"/>
                    <a:pt x="15863" y="15833"/>
                    <a:pt x="15674" y="14862"/>
                  </a:cubicBezTo>
                  <a:cubicBezTo>
                    <a:pt x="15408" y="13388"/>
                    <a:pt x="15095" y="11930"/>
                    <a:pt x="15157" y="10410"/>
                  </a:cubicBezTo>
                  <a:cubicBezTo>
                    <a:pt x="15173" y="10238"/>
                    <a:pt x="15095" y="10050"/>
                    <a:pt x="15079" y="9861"/>
                  </a:cubicBezTo>
                  <a:cubicBezTo>
                    <a:pt x="15016" y="9376"/>
                    <a:pt x="14922" y="8905"/>
                    <a:pt x="14891" y="8419"/>
                  </a:cubicBezTo>
                  <a:cubicBezTo>
                    <a:pt x="14844" y="7855"/>
                    <a:pt x="14844" y="7307"/>
                    <a:pt x="14797" y="6742"/>
                  </a:cubicBezTo>
                  <a:cubicBezTo>
                    <a:pt x="14734" y="6100"/>
                    <a:pt x="14734" y="5551"/>
                    <a:pt x="14295" y="5018"/>
                  </a:cubicBezTo>
                  <a:cubicBezTo>
                    <a:pt x="13574" y="4093"/>
                    <a:pt x="12618" y="3388"/>
                    <a:pt x="11866" y="2463"/>
                  </a:cubicBezTo>
                  <a:cubicBezTo>
                    <a:pt x="11411" y="1899"/>
                    <a:pt x="10815" y="1476"/>
                    <a:pt x="10173" y="1209"/>
                  </a:cubicBezTo>
                  <a:cubicBezTo>
                    <a:pt x="9467" y="896"/>
                    <a:pt x="8684" y="692"/>
                    <a:pt x="7916" y="551"/>
                  </a:cubicBezTo>
                  <a:cubicBezTo>
                    <a:pt x="6411" y="284"/>
                    <a:pt x="4891" y="34"/>
                    <a:pt x="3354" y="18"/>
                  </a:cubicBezTo>
                  <a:cubicBezTo>
                    <a:pt x="3108" y="13"/>
                    <a:pt x="2861" y="0"/>
                    <a:pt x="2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10849925" y="2554925"/>
              <a:ext cx="30975" cy="14925"/>
            </a:xfrm>
            <a:custGeom>
              <a:rect b="b" l="l" r="r" t="t"/>
              <a:pathLst>
                <a:path extrusionOk="0" h="597" w="1239">
                  <a:moveTo>
                    <a:pt x="0" y="0"/>
                  </a:moveTo>
                  <a:lnTo>
                    <a:pt x="0" y="0"/>
                  </a:lnTo>
                  <a:cubicBezTo>
                    <a:pt x="377" y="226"/>
                    <a:pt x="724" y="510"/>
                    <a:pt x="1181" y="574"/>
                  </a:cubicBezTo>
                  <a:lnTo>
                    <a:pt x="1181" y="574"/>
                  </a:lnTo>
                  <a:cubicBezTo>
                    <a:pt x="737" y="188"/>
                    <a:pt x="723" y="185"/>
                    <a:pt x="0" y="0"/>
                  </a:cubicBezTo>
                  <a:close/>
                  <a:moveTo>
                    <a:pt x="1181" y="574"/>
                  </a:moveTo>
                  <a:cubicBezTo>
                    <a:pt x="1190" y="581"/>
                    <a:pt x="1198" y="588"/>
                    <a:pt x="1207" y="596"/>
                  </a:cubicBezTo>
                  <a:cubicBezTo>
                    <a:pt x="1223" y="596"/>
                    <a:pt x="1239" y="580"/>
                    <a:pt x="1239" y="580"/>
                  </a:cubicBezTo>
                  <a:cubicBezTo>
                    <a:pt x="1219" y="578"/>
                    <a:pt x="1200" y="576"/>
                    <a:pt x="1181" y="5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10829550" y="2545525"/>
              <a:ext cx="1975" cy="1975"/>
            </a:xfrm>
            <a:custGeom>
              <a:rect b="b" l="l" r="r" t="t"/>
              <a:pathLst>
                <a:path extrusionOk="0" h="79" w="79">
                  <a:moveTo>
                    <a:pt x="0" y="0"/>
                  </a:moveTo>
                  <a:lnTo>
                    <a:pt x="0" y="79"/>
                  </a:lnTo>
                  <a:lnTo>
                    <a:pt x="79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10604550" y="2893550"/>
              <a:ext cx="1100" cy="750"/>
            </a:xfrm>
            <a:custGeom>
              <a:rect b="b" l="l" r="r" t="t"/>
              <a:pathLst>
                <a:path extrusionOk="0" h="30" w="44">
                  <a:moveTo>
                    <a:pt x="38" y="1"/>
                  </a:moveTo>
                  <a:cubicBezTo>
                    <a:pt x="32" y="1"/>
                    <a:pt x="13" y="12"/>
                    <a:pt x="5" y="15"/>
                  </a:cubicBezTo>
                  <a:lnTo>
                    <a:pt x="5" y="15"/>
                  </a:lnTo>
                  <a:lnTo>
                    <a:pt x="3" y="14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2" y="16"/>
                    <a:pt x="3" y="16"/>
                    <a:pt x="5" y="15"/>
                  </a:cubicBezTo>
                  <a:lnTo>
                    <a:pt x="5" y="15"/>
                  </a:lnTo>
                  <a:lnTo>
                    <a:pt x="19" y="29"/>
                  </a:lnTo>
                  <a:cubicBezTo>
                    <a:pt x="41" y="7"/>
                    <a:pt x="43" y="1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10592475" y="2899750"/>
              <a:ext cx="5900" cy="5900"/>
            </a:xfrm>
            <a:custGeom>
              <a:rect b="b" l="l" r="r" t="t"/>
              <a:pathLst>
                <a:path extrusionOk="0" h="236" w="236">
                  <a:moveTo>
                    <a:pt x="220" y="1"/>
                  </a:moveTo>
                  <a:cubicBezTo>
                    <a:pt x="219" y="8"/>
                    <a:pt x="218" y="15"/>
                    <a:pt x="217" y="21"/>
                  </a:cubicBezTo>
                  <a:lnTo>
                    <a:pt x="217" y="21"/>
                  </a:lnTo>
                  <a:cubicBezTo>
                    <a:pt x="223" y="20"/>
                    <a:pt x="229" y="18"/>
                    <a:pt x="235" y="16"/>
                  </a:cubicBezTo>
                  <a:cubicBezTo>
                    <a:pt x="235" y="16"/>
                    <a:pt x="220" y="1"/>
                    <a:pt x="220" y="1"/>
                  </a:cubicBezTo>
                  <a:close/>
                  <a:moveTo>
                    <a:pt x="217" y="21"/>
                  </a:moveTo>
                  <a:cubicBezTo>
                    <a:pt x="108" y="53"/>
                    <a:pt x="38" y="110"/>
                    <a:pt x="19" y="218"/>
                  </a:cubicBezTo>
                  <a:lnTo>
                    <a:pt x="19" y="218"/>
                  </a:lnTo>
                  <a:cubicBezTo>
                    <a:pt x="127" y="199"/>
                    <a:pt x="197" y="141"/>
                    <a:pt x="217" y="21"/>
                  </a:cubicBezTo>
                  <a:close/>
                  <a:moveTo>
                    <a:pt x="19" y="218"/>
                  </a:moveTo>
                  <a:cubicBezTo>
                    <a:pt x="13" y="219"/>
                    <a:pt x="7" y="219"/>
                    <a:pt x="0" y="220"/>
                  </a:cubicBezTo>
                  <a:lnTo>
                    <a:pt x="16" y="236"/>
                  </a:lnTo>
                  <a:cubicBezTo>
                    <a:pt x="17" y="230"/>
                    <a:pt x="18" y="223"/>
                    <a:pt x="19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10597950" y="2893875"/>
              <a:ext cx="7075" cy="6300"/>
            </a:xfrm>
            <a:custGeom>
              <a:rect b="b" l="l" r="r" t="t"/>
              <a:pathLst>
                <a:path extrusionOk="0" h="252" w="283">
                  <a:moveTo>
                    <a:pt x="267" y="1"/>
                  </a:moveTo>
                  <a:cubicBezTo>
                    <a:pt x="173" y="79"/>
                    <a:pt x="95" y="157"/>
                    <a:pt x="1" y="236"/>
                  </a:cubicBezTo>
                  <a:cubicBezTo>
                    <a:pt x="1" y="236"/>
                    <a:pt x="16" y="251"/>
                    <a:pt x="16" y="251"/>
                  </a:cubicBezTo>
                  <a:cubicBezTo>
                    <a:pt x="110" y="173"/>
                    <a:pt x="189" y="95"/>
                    <a:pt x="283" y="16"/>
                  </a:cubicBezTo>
                  <a:cubicBezTo>
                    <a:pt x="283" y="16"/>
                    <a:pt x="26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10588450" y="2430175"/>
              <a:ext cx="183625" cy="33750"/>
            </a:xfrm>
            <a:custGeom>
              <a:rect b="b" l="l" r="r" t="t"/>
              <a:pathLst>
                <a:path extrusionOk="0" h="1350" w="7345">
                  <a:moveTo>
                    <a:pt x="3345" y="0"/>
                  </a:moveTo>
                  <a:cubicBezTo>
                    <a:pt x="2226" y="0"/>
                    <a:pt x="1103" y="266"/>
                    <a:pt x="83" y="790"/>
                  </a:cubicBezTo>
                  <a:cubicBezTo>
                    <a:pt x="1" y="831"/>
                    <a:pt x="62" y="955"/>
                    <a:pt x="141" y="955"/>
                  </a:cubicBezTo>
                  <a:cubicBezTo>
                    <a:pt x="153" y="955"/>
                    <a:pt x="165" y="952"/>
                    <a:pt x="177" y="946"/>
                  </a:cubicBezTo>
                  <a:cubicBezTo>
                    <a:pt x="1171" y="456"/>
                    <a:pt x="2248" y="218"/>
                    <a:pt x="3322" y="218"/>
                  </a:cubicBezTo>
                  <a:cubicBezTo>
                    <a:pt x="4686" y="218"/>
                    <a:pt x="6047" y="602"/>
                    <a:pt x="7230" y="1338"/>
                  </a:cubicBezTo>
                  <a:cubicBezTo>
                    <a:pt x="7241" y="1346"/>
                    <a:pt x="7252" y="1350"/>
                    <a:pt x="7262" y="1350"/>
                  </a:cubicBezTo>
                  <a:cubicBezTo>
                    <a:pt x="7311" y="1350"/>
                    <a:pt x="7345" y="1270"/>
                    <a:pt x="7293" y="1244"/>
                  </a:cubicBezTo>
                  <a:cubicBezTo>
                    <a:pt x="6120" y="410"/>
                    <a:pt x="4736" y="0"/>
                    <a:pt x="3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10493125" y="2474575"/>
              <a:ext cx="238775" cy="53900"/>
            </a:xfrm>
            <a:custGeom>
              <a:rect b="b" l="l" r="r" t="t"/>
              <a:pathLst>
                <a:path extrusionOk="0" h="2156" w="9551">
                  <a:moveTo>
                    <a:pt x="6721" y="0"/>
                  </a:moveTo>
                  <a:cubicBezTo>
                    <a:pt x="4344" y="0"/>
                    <a:pt x="1926" y="673"/>
                    <a:pt x="40" y="2054"/>
                  </a:cubicBezTo>
                  <a:cubicBezTo>
                    <a:pt x="0" y="2094"/>
                    <a:pt x="27" y="2156"/>
                    <a:pt x="74" y="2156"/>
                  </a:cubicBezTo>
                  <a:cubicBezTo>
                    <a:pt x="83" y="2156"/>
                    <a:pt x="93" y="2154"/>
                    <a:pt x="103" y="2149"/>
                  </a:cubicBezTo>
                  <a:cubicBezTo>
                    <a:pt x="2348" y="924"/>
                    <a:pt x="4695" y="223"/>
                    <a:pt x="7163" y="223"/>
                  </a:cubicBezTo>
                  <a:cubicBezTo>
                    <a:pt x="7917" y="223"/>
                    <a:pt x="8683" y="289"/>
                    <a:pt x="9460" y="424"/>
                  </a:cubicBezTo>
                  <a:cubicBezTo>
                    <a:pt x="9464" y="425"/>
                    <a:pt x="9468" y="426"/>
                    <a:pt x="9472" y="426"/>
                  </a:cubicBezTo>
                  <a:cubicBezTo>
                    <a:pt x="9527" y="426"/>
                    <a:pt x="9550" y="329"/>
                    <a:pt x="9492" y="315"/>
                  </a:cubicBezTo>
                  <a:cubicBezTo>
                    <a:pt x="8598" y="106"/>
                    <a:pt x="7663" y="0"/>
                    <a:pt x="67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1"/>
            <p:cNvSpPr/>
            <p:nvPr/>
          </p:nvSpPr>
          <p:spPr>
            <a:xfrm>
              <a:off x="10736400" y="2903600"/>
              <a:ext cx="174850" cy="25275"/>
            </a:xfrm>
            <a:custGeom>
              <a:rect b="b" l="l" r="r" t="t"/>
              <a:pathLst>
                <a:path extrusionOk="0" h="1011" w="6994">
                  <a:moveTo>
                    <a:pt x="2556" y="0"/>
                  </a:moveTo>
                  <a:cubicBezTo>
                    <a:pt x="1737" y="0"/>
                    <a:pt x="915" y="78"/>
                    <a:pt x="105" y="223"/>
                  </a:cubicBezTo>
                  <a:cubicBezTo>
                    <a:pt x="1" y="238"/>
                    <a:pt x="39" y="381"/>
                    <a:pt x="137" y="381"/>
                  </a:cubicBezTo>
                  <a:cubicBezTo>
                    <a:pt x="142" y="381"/>
                    <a:pt x="147" y="380"/>
                    <a:pt x="152" y="380"/>
                  </a:cubicBezTo>
                  <a:cubicBezTo>
                    <a:pt x="814" y="275"/>
                    <a:pt x="1471" y="226"/>
                    <a:pt x="2124" y="226"/>
                  </a:cubicBezTo>
                  <a:cubicBezTo>
                    <a:pt x="3716" y="226"/>
                    <a:pt x="5285" y="518"/>
                    <a:pt x="6830" y="1007"/>
                  </a:cubicBezTo>
                  <a:cubicBezTo>
                    <a:pt x="6840" y="1009"/>
                    <a:pt x="6850" y="1010"/>
                    <a:pt x="6859" y="1010"/>
                  </a:cubicBezTo>
                  <a:cubicBezTo>
                    <a:pt x="6962" y="1010"/>
                    <a:pt x="6993" y="862"/>
                    <a:pt x="6892" y="819"/>
                  </a:cubicBezTo>
                  <a:cubicBezTo>
                    <a:pt x="5510" y="254"/>
                    <a:pt x="4037" y="0"/>
                    <a:pt x="25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1"/>
            <p:cNvSpPr/>
            <p:nvPr/>
          </p:nvSpPr>
          <p:spPr>
            <a:xfrm>
              <a:off x="10798050" y="2860500"/>
              <a:ext cx="114350" cy="21075"/>
            </a:xfrm>
            <a:custGeom>
              <a:rect b="b" l="l" r="r" t="t"/>
              <a:pathLst>
                <a:path extrusionOk="0" h="843" w="4574">
                  <a:moveTo>
                    <a:pt x="1601" y="0"/>
                  </a:moveTo>
                  <a:cubicBezTo>
                    <a:pt x="1103" y="0"/>
                    <a:pt x="604" y="51"/>
                    <a:pt x="116" y="144"/>
                  </a:cubicBezTo>
                  <a:cubicBezTo>
                    <a:pt x="0" y="173"/>
                    <a:pt x="31" y="336"/>
                    <a:pt x="136" y="336"/>
                  </a:cubicBezTo>
                  <a:cubicBezTo>
                    <a:pt x="144" y="336"/>
                    <a:pt x="153" y="335"/>
                    <a:pt x="163" y="333"/>
                  </a:cubicBezTo>
                  <a:cubicBezTo>
                    <a:pt x="574" y="259"/>
                    <a:pt x="977" y="225"/>
                    <a:pt x="1374" y="225"/>
                  </a:cubicBezTo>
                  <a:cubicBezTo>
                    <a:pt x="2415" y="225"/>
                    <a:pt x="3416" y="460"/>
                    <a:pt x="4426" y="834"/>
                  </a:cubicBezTo>
                  <a:cubicBezTo>
                    <a:pt x="4438" y="840"/>
                    <a:pt x="4450" y="843"/>
                    <a:pt x="4461" y="843"/>
                  </a:cubicBezTo>
                  <a:cubicBezTo>
                    <a:pt x="4534" y="843"/>
                    <a:pt x="4573" y="718"/>
                    <a:pt x="4505" y="677"/>
                  </a:cubicBezTo>
                  <a:cubicBezTo>
                    <a:pt x="3604" y="206"/>
                    <a:pt x="2604" y="0"/>
                    <a:pt x="1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4" name="Google Shape;964;p31"/>
          <p:cNvSpPr txBox="1"/>
          <p:nvPr>
            <p:ph type="title"/>
          </p:nvPr>
        </p:nvSpPr>
        <p:spPr>
          <a:xfrm>
            <a:off x="713225" y="1347775"/>
            <a:ext cx="3965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Similarity Metrics</a:t>
            </a:r>
            <a:endParaRPr/>
          </a:p>
        </p:txBody>
      </p:sp>
      <p:sp>
        <p:nvSpPr>
          <p:cNvPr id="965" name="Google Shape;965;p31"/>
          <p:cNvSpPr txBox="1"/>
          <p:nvPr>
            <p:ph idx="1" type="subTitle"/>
          </p:nvPr>
        </p:nvSpPr>
        <p:spPr>
          <a:xfrm>
            <a:off x="232900" y="1920475"/>
            <a:ext cx="4446000" cy="26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Keyword Similarity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TF-IDF (0.5)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Semantic Similarity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Sentence-BERT (0.3)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Ingredient Overlap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Jaccard Similarity (0.2)</a:t>
            </a:r>
            <a:endParaRPr sz="2500"/>
          </a:p>
        </p:txBody>
      </p:sp>
      <p:grpSp>
        <p:nvGrpSpPr>
          <p:cNvPr id="966" name="Google Shape;966;p31"/>
          <p:cNvGrpSpPr/>
          <p:nvPr/>
        </p:nvGrpSpPr>
        <p:grpSpPr>
          <a:xfrm flipH="1">
            <a:off x="8217917" y="902508"/>
            <a:ext cx="363329" cy="536882"/>
            <a:chOff x="5446181" y="2529085"/>
            <a:chExt cx="138174" cy="204177"/>
          </a:xfrm>
        </p:grpSpPr>
        <p:sp>
          <p:nvSpPr>
            <p:cNvPr id="967" name="Google Shape;967;p31"/>
            <p:cNvSpPr/>
            <p:nvPr/>
          </p:nvSpPr>
          <p:spPr>
            <a:xfrm>
              <a:off x="5446181" y="2621568"/>
              <a:ext cx="138174" cy="27733"/>
            </a:xfrm>
            <a:custGeom>
              <a:rect b="b" l="l" r="r" t="t"/>
              <a:pathLst>
                <a:path extrusionOk="0" h="908" w="4524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1"/>
            <p:cNvSpPr/>
            <p:nvPr/>
          </p:nvSpPr>
          <p:spPr>
            <a:xfrm>
              <a:off x="5493980" y="2529085"/>
              <a:ext cx="44836" cy="204177"/>
            </a:xfrm>
            <a:custGeom>
              <a:rect b="b" l="l" r="r" t="t"/>
              <a:pathLst>
                <a:path extrusionOk="0" h="6685" w="1468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9" name="Google Shape;969;p31"/>
          <p:cNvGrpSpPr/>
          <p:nvPr/>
        </p:nvGrpSpPr>
        <p:grpSpPr>
          <a:xfrm flipH="1">
            <a:off x="7587308" y="539498"/>
            <a:ext cx="224551" cy="331124"/>
            <a:chOff x="5738779" y="2391033"/>
            <a:chExt cx="85397" cy="125927"/>
          </a:xfrm>
        </p:grpSpPr>
        <p:sp>
          <p:nvSpPr>
            <p:cNvPr id="970" name="Google Shape;970;p31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1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2" name="Google Shape;972;p31"/>
          <p:cNvSpPr/>
          <p:nvPr/>
        </p:nvSpPr>
        <p:spPr>
          <a:xfrm flipH="1">
            <a:off x="8065149" y="651948"/>
            <a:ext cx="152750" cy="118859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1"/>
          <p:cNvSpPr/>
          <p:nvPr/>
        </p:nvSpPr>
        <p:spPr>
          <a:xfrm flipH="1">
            <a:off x="7089459" y="607966"/>
            <a:ext cx="98862" cy="75973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4" name="Google Shape;974;p31"/>
          <p:cNvGrpSpPr/>
          <p:nvPr/>
        </p:nvGrpSpPr>
        <p:grpSpPr>
          <a:xfrm>
            <a:off x="5170259" y="4388550"/>
            <a:ext cx="573932" cy="331134"/>
            <a:chOff x="9589700" y="3420525"/>
            <a:chExt cx="735150" cy="424150"/>
          </a:xfrm>
        </p:grpSpPr>
        <p:sp>
          <p:nvSpPr>
            <p:cNvPr id="975" name="Google Shape;975;p31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2" name="Google Shape;982;p31"/>
          <p:cNvGrpSpPr/>
          <p:nvPr/>
        </p:nvGrpSpPr>
        <p:grpSpPr>
          <a:xfrm rot="1258672">
            <a:off x="4820576" y="424014"/>
            <a:ext cx="512165" cy="885657"/>
            <a:chOff x="7867875" y="796650"/>
            <a:chExt cx="512175" cy="885675"/>
          </a:xfrm>
        </p:grpSpPr>
        <p:sp>
          <p:nvSpPr>
            <p:cNvPr id="983" name="Google Shape;983;p31"/>
            <p:cNvSpPr/>
            <p:nvPr/>
          </p:nvSpPr>
          <p:spPr>
            <a:xfrm>
              <a:off x="7867875" y="796650"/>
              <a:ext cx="512175" cy="885675"/>
            </a:xfrm>
            <a:custGeom>
              <a:rect b="b" l="l" r="r" t="t"/>
              <a:pathLst>
                <a:path extrusionOk="0" h="35427" w="20487">
                  <a:moveTo>
                    <a:pt x="10411" y="735"/>
                  </a:moveTo>
                  <a:cubicBezTo>
                    <a:pt x="10881" y="735"/>
                    <a:pt x="11353" y="787"/>
                    <a:pt x="11819" y="878"/>
                  </a:cubicBezTo>
                  <a:cubicBezTo>
                    <a:pt x="11929" y="894"/>
                    <a:pt x="12023" y="988"/>
                    <a:pt x="11992" y="1098"/>
                  </a:cubicBezTo>
                  <a:cubicBezTo>
                    <a:pt x="11992" y="1161"/>
                    <a:pt x="11897" y="1223"/>
                    <a:pt x="11835" y="1239"/>
                  </a:cubicBezTo>
                  <a:cubicBezTo>
                    <a:pt x="11402" y="1366"/>
                    <a:pt x="10949" y="1401"/>
                    <a:pt x="10500" y="1401"/>
                  </a:cubicBezTo>
                  <a:cubicBezTo>
                    <a:pt x="10396" y="1401"/>
                    <a:pt x="10292" y="1399"/>
                    <a:pt x="10189" y="1396"/>
                  </a:cubicBezTo>
                  <a:cubicBezTo>
                    <a:pt x="9562" y="1364"/>
                    <a:pt x="8951" y="1270"/>
                    <a:pt x="8324" y="1208"/>
                  </a:cubicBezTo>
                  <a:cubicBezTo>
                    <a:pt x="8167" y="1192"/>
                    <a:pt x="7995" y="1161"/>
                    <a:pt x="7979" y="1004"/>
                  </a:cubicBezTo>
                  <a:cubicBezTo>
                    <a:pt x="7948" y="784"/>
                    <a:pt x="8151" y="784"/>
                    <a:pt x="8277" y="784"/>
                  </a:cubicBezTo>
                  <a:cubicBezTo>
                    <a:pt x="8423" y="779"/>
                    <a:pt x="8571" y="777"/>
                    <a:pt x="8721" y="777"/>
                  </a:cubicBezTo>
                  <a:cubicBezTo>
                    <a:pt x="9020" y="777"/>
                    <a:pt x="9327" y="784"/>
                    <a:pt x="9640" y="784"/>
                  </a:cubicBezTo>
                  <a:cubicBezTo>
                    <a:pt x="9896" y="751"/>
                    <a:pt x="10153" y="735"/>
                    <a:pt x="10411" y="735"/>
                  </a:cubicBezTo>
                  <a:close/>
                  <a:moveTo>
                    <a:pt x="7405" y="1803"/>
                  </a:moveTo>
                  <a:cubicBezTo>
                    <a:pt x="7630" y="1803"/>
                    <a:pt x="7829" y="1914"/>
                    <a:pt x="8042" y="1914"/>
                  </a:cubicBezTo>
                  <a:cubicBezTo>
                    <a:pt x="8052" y="1914"/>
                    <a:pt x="8063" y="1914"/>
                    <a:pt x="8073" y="1913"/>
                  </a:cubicBezTo>
                  <a:cubicBezTo>
                    <a:pt x="8188" y="1907"/>
                    <a:pt x="8309" y="1900"/>
                    <a:pt x="8431" y="1900"/>
                  </a:cubicBezTo>
                  <a:cubicBezTo>
                    <a:pt x="8608" y="1900"/>
                    <a:pt x="8790" y="1914"/>
                    <a:pt x="8966" y="1960"/>
                  </a:cubicBezTo>
                  <a:cubicBezTo>
                    <a:pt x="9390" y="2062"/>
                    <a:pt x="9817" y="2081"/>
                    <a:pt x="10244" y="2081"/>
                  </a:cubicBezTo>
                  <a:cubicBezTo>
                    <a:pt x="10511" y="2081"/>
                    <a:pt x="10778" y="2074"/>
                    <a:pt x="11044" y="2074"/>
                  </a:cubicBezTo>
                  <a:cubicBezTo>
                    <a:pt x="11203" y="2074"/>
                    <a:pt x="11363" y="2077"/>
                    <a:pt x="11521" y="2085"/>
                  </a:cubicBezTo>
                  <a:cubicBezTo>
                    <a:pt x="11541" y="2086"/>
                    <a:pt x="11561" y="2087"/>
                    <a:pt x="11581" y="2087"/>
                  </a:cubicBezTo>
                  <a:cubicBezTo>
                    <a:pt x="11949" y="2087"/>
                    <a:pt x="12276" y="1953"/>
                    <a:pt x="12603" y="1819"/>
                  </a:cubicBezTo>
                  <a:cubicBezTo>
                    <a:pt x="12608" y="1817"/>
                    <a:pt x="12614" y="1816"/>
                    <a:pt x="12620" y="1816"/>
                  </a:cubicBezTo>
                  <a:cubicBezTo>
                    <a:pt x="12672" y="1816"/>
                    <a:pt x="12760" y="1871"/>
                    <a:pt x="12760" y="1913"/>
                  </a:cubicBezTo>
                  <a:cubicBezTo>
                    <a:pt x="12775" y="1960"/>
                    <a:pt x="12744" y="2054"/>
                    <a:pt x="12697" y="2101"/>
                  </a:cubicBezTo>
                  <a:cubicBezTo>
                    <a:pt x="12493" y="2321"/>
                    <a:pt x="12242" y="2462"/>
                    <a:pt x="11913" y="2477"/>
                  </a:cubicBezTo>
                  <a:cubicBezTo>
                    <a:pt x="11490" y="2493"/>
                    <a:pt x="11067" y="2571"/>
                    <a:pt x="10644" y="2634"/>
                  </a:cubicBezTo>
                  <a:cubicBezTo>
                    <a:pt x="11161" y="2963"/>
                    <a:pt x="11709" y="2916"/>
                    <a:pt x="12242" y="2947"/>
                  </a:cubicBezTo>
                  <a:cubicBezTo>
                    <a:pt x="12352" y="2947"/>
                    <a:pt x="12477" y="2932"/>
                    <a:pt x="12587" y="2932"/>
                  </a:cubicBezTo>
                  <a:cubicBezTo>
                    <a:pt x="12697" y="2947"/>
                    <a:pt x="12791" y="3214"/>
                    <a:pt x="12697" y="3308"/>
                  </a:cubicBezTo>
                  <a:cubicBezTo>
                    <a:pt x="12634" y="3386"/>
                    <a:pt x="12556" y="3496"/>
                    <a:pt x="12462" y="3527"/>
                  </a:cubicBezTo>
                  <a:cubicBezTo>
                    <a:pt x="12048" y="3677"/>
                    <a:pt x="11626" y="3801"/>
                    <a:pt x="11189" y="3801"/>
                  </a:cubicBezTo>
                  <a:cubicBezTo>
                    <a:pt x="11030" y="3801"/>
                    <a:pt x="10869" y="3785"/>
                    <a:pt x="10706" y="3747"/>
                  </a:cubicBezTo>
                  <a:cubicBezTo>
                    <a:pt x="9844" y="3543"/>
                    <a:pt x="8966" y="3355"/>
                    <a:pt x="8089" y="3136"/>
                  </a:cubicBezTo>
                  <a:cubicBezTo>
                    <a:pt x="7853" y="3073"/>
                    <a:pt x="7571" y="3026"/>
                    <a:pt x="7446" y="2759"/>
                  </a:cubicBezTo>
                  <a:cubicBezTo>
                    <a:pt x="7430" y="2524"/>
                    <a:pt x="7618" y="2571"/>
                    <a:pt x="7744" y="2556"/>
                  </a:cubicBezTo>
                  <a:cubicBezTo>
                    <a:pt x="7901" y="2540"/>
                    <a:pt x="8042" y="2556"/>
                    <a:pt x="8198" y="2524"/>
                  </a:cubicBezTo>
                  <a:cubicBezTo>
                    <a:pt x="8245" y="2524"/>
                    <a:pt x="8324" y="2446"/>
                    <a:pt x="8324" y="2399"/>
                  </a:cubicBezTo>
                  <a:cubicBezTo>
                    <a:pt x="8324" y="2336"/>
                    <a:pt x="8277" y="2258"/>
                    <a:pt x="8214" y="2226"/>
                  </a:cubicBezTo>
                  <a:cubicBezTo>
                    <a:pt x="7901" y="2070"/>
                    <a:pt x="7477" y="2164"/>
                    <a:pt x="7164" y="1850"/>
                  </a:cubicBezTo>
                  <a:cubicBezTo>
                    <a:pt x="7248" y="1816"/>
                    <a:pt x="7328" y="1803"/>
                    <a:pt x="7405" y="1803"/>
                  </a:cubicBezTo>
                  <a:close/>
                  <a:moveTo>
                    <a:pt x="7398" y="3721"/>
                  </a:moveTo>
                  <a:cubicBezTo>
                    <a:pt x="7434" y="3721"/>
                    <a:pt x="7471" y="3724"/>
                    <a:pt x="7509" y="3731"/>
                  </a:cubicBezTo>
                  <a:cubicBezTo>
                    <a:pt x="8136" y="3841"/>
                    <a:pt x="8763" y="3966"/>
                    <a:pt x="9374" y="4139"/>
                  </a:cubicBezTo>
                  <a:cubicBezTo>
                    <a:pt x="9882" y="4282"/>
                    <a:pt x="10382" y="4360"/>
                    <a:pt x="10882" y="4360"/>
                  </a:cubicBezTo>
                  <a:cubicBezTo>
                    <a:pt x="11369" y="4360"/>
                    <a:pt x="11857" y="4286"/>
                    <a:pt x="12352" y="4123"/>
                  </a:cubicBezTo>
                  <a:cubicBezTo>
                    <a:pt x="12471" y="4081"/>
                    <a:pt x="12571" y="4059"/>
                    <a:pt x="12655" y="4059"/>
                  </a:cubicBezTo>
                  <a:cubicBezTo>
                    <a:pt x="12913" y="4059"/>
                    <a:pt x="13014" y="4265"/>
                    <a:pt x="13026" y="4703"/>
                  </a:cubicBezTo>
                  <a:cubicBezTo>
                    <a:pt x="13073" y="5095"/>
                    <a:pt x="12854" y="5330"/>
                    <a:pt x="12477" y="5534"/>
                  </a:cubicBezTo>
                  <a:cubicBezTo>
                    <a:pt x="11788" y="5894"/>
                    <a:pt x="11035" y="5879"/>
                    <a:pt x="10299" y="6051"/>
                  </a:cubicBezTo>
                  <a:cubicBezTo>
                    <a:pt x="10264" y="6060"/>
                    <a:pt x="10227" y="6064"/>
                    <a:pt x="10189" y="6064"/>
                  </a:cubicBezTo>
                  <a:cubicBezTo>
                    <a:pt x="10024" y="6064"/>
                    <a:pt x="9835" y="5989"/>
                    <a:pt x="9656" y="5926"/>
                  </a:cubicBezTo>
                  <a:cubicBezTo>
                    <a:pt x="9013" y="5722"/>
                    <a:pt x="8402" y="5455"/>
                    <a:pt x="7744" y="5283"/>
                  </a:cubicBezTo>
                  <a:cubicBezTo>
                    <a:pt x="7289" y="5158"/>
                    <a:pt x="7070" y="4860"/>
                    <a:pt x="6929" y="4437"/>
                  </a:cubicBezTo>
                  <a:cubicBezTo>
                    <a:pt x="6815" y="4066"/>
                    <a:pt x="7038" y="3721"/>
                    <a:pt x="7398" y="3721"/>
                  </a:cubicBezTo>
                  <a:close/>
                  <a:moveTo>
                    <a:pt x="6018" y="5475"/>
                  </a:moveTo>
                  <a:cubicBezTo>
                    <a:pt x="6353" y="5475"/>
                    <a:pt x="6691" y="5545"/>
                    <a:pt x="7038" y="5706"/>
                  </a:cubicBezTo>
                  <a:cubicBezTo>
                    <a:pt x="7712" y="6020"/>
                    <a:pt x="8433" y="6223"/>
                    <a:pt x="9139" y="6459"/>
                  </a:cubicBezTo>
                  <a:cubicBezTo>
                    <a:pt x="9528" y="6596"/>
                    <a:pt x="9909" y="6717"/>
                    <a:pt x="10319" y="6717"/>
                  </a:cubicBezTo>
                  <a:cubicBezTo>
                    <a:pt x="10469" y="6717"/>
                    <a:pt x="10624" y="6700"/>
                    <a:pt x="10785" y="6662"/>
                  </a:cubicBezTo>
                  <a:cubicBezTo>
                    <a:pt x="10828" y="6653"/>
                    <a:pt x="10869" y="6649"/>
                    <a:pt x="10907" y="6649"/>
                  </a:cubicBezTo>
                  <a:cubicBezTo>
                    <a:pt x="11134" y="6649"/>
                    <a:pt x="11277" y="6804"/>
                    <a:pt x="11318" y="7086"/>
                  </a:cubicBezTo>
                  <a:cubicBezTo>
                    <a:pt x="11443" y="8136"/>
                    <a:pt x="11553" y="9170"/>
                    <a:pt x="11662" y="10205"/>
                  </a:cubicBezTo>
                  <a:cubicBezTo>
                    <a:pt x="11675" y="10379"/>
                    <a:pt x="11578" y="10495"/>
                    <a:pt x="11419" y="10495"/>
                  </a:cubicBezTo>
                  <a:cubicBezTo>
                    <a:pt x="11379" y="10495"/>
                    <a:pt x="11334" y="10487"/>
                    <a:pt x="11286" y="10471"/>
                  </a:cubicBezTo>
                  <a:cubicBezTo>
                    <a:pt x="10189" y="10126"/>
                    <a:pt x="9060" y="9844"/>
                    <a:pt x="7995" y="9421"/>
                  </a:cubicBezTo>
                  <a:cubicBezTo>
                    <a:pt x="6396" y="8763"/>
                    <a:pt x="4766" y="8214"/>
                    <a:pt x="3120" y="7728"/>
                  </a:cubicBezTo>
                  <a:cubicBezTo>
                    <a:pt x="2618" y="7571"/>
                    <a:pt x="2179" y="7336"/>
                    <a:pt x="1803" y="6944"/>
                  </a:cubicBezTo>
                  <a:cubicBezTo>
                    <a:pt x="2117" y="6584"/>
                    <a:pt x="2524" y="6600"/>
                    <a:pt x="2869" y="6474"/>
                  </a:cubicBezTo>
                  <a:cubicBezTo>
                    <a:pt x="3590" y="6176"/>
                    <a:pt x="4327" y="5910"/>
                    <a:pt x="5079" y="5643"/>
                  </a:cubicBezTo>
                  <a:cubicBezTo>
                    <a:pt x="5391" y="5537"/>
                    <a:pt x="5703" y="5475"/>
                    <a:pt x="6018" y="5475"/>
                  </a:cubicBezTo>
                  <a:close/>
                  <a:moveTo>
                    <a:pt x="13662" y="5752"/>
                  </a:moveTo>
                  <a:cubicBezTo>
                    <a:pt x="13685" y="5752"/>
                    <a:pt x="13708" y="5752"/>
                    <a:pt x="13731" y="5753"/>
                  </a:cubicBezTo>
                  <a:cubicBezTo>
                    <a:pt x="14515" y="5800"/>
                    <a:pt x="15267" y="5926"/>
                    <a:pt x="15941" y="6412"/>
                  </a:cubicBezTo>
                  <a:cubicBezTo>
                    <a:pt x="16490" y="6788"/>
                    <a:pt x="17117" y="7038"/>
                    <a:pt x="17713" y="7368"/>
                  </a:cubicBezTo>
                  <a:cubicBezTo>
                    <a:pt x="18105" y="7587"/>
                    <a:pt x="18449" y="7869"/>
                    <a:pt x="18763" y="8183"/>
                  </a:cubicBezTo>
                  <a:cubicBezTo>
                    <a:pt x="18951" y="8386"/>
                    <a:pt x="18904" y="8637"/>
                    <a:pt x="18669" y="8731"/>
                  </a:cubicBezTo>
                  <a:cubicBezTo>
                    <a:pt x="18246" y="8888"/>
                    <a:pt x="17822" y="9045"/>
                    <a:pt x="17399" y="9186"/>
                  </a:cubicBezTo>
                  <a:cubicBezTo>
                    <a:pt x="16083" y="9609"/>
                    <a:pt x="14766" y="10017"/>
                    <a:pt x="13465" y="10440"/>
                  </a:cubicBezTo>
                  <a:cubicBezTo>
                    <a:pt x="13245" y="10503"/>
                    <a:pt x="13026" y="10534"/>
                    <a:pt x="12807" y="10565"/>
                  </a:cubicBezTo>
                  <a:cubicBezTo>
                    <a:pt x="12781" y="10569"/>
                    <a:pt x="12755" y="10571"/>
                    <a:pt x="12731" y="10571"/>
                  </a:cubicBezTo>
                  <a:cubicBezTo>
                    <a:pt x="12561" y="10571"/>
                    <a:pt x="12420" y="10479"/>
                    <a:pt x="12352" y="10314"/>
                  </a:cubicBezTo>
                  <a:cubicBezTo>
                    <a:pt x="12274" y="10142"/>
                    <a:pt x="12195" y="9970"/>
                    <a:pt x="12180" y="9797"/>
                  </a:cubicBezTo>
                  <a:cubicBezTo>
                    <a:pt x="12070" y="9013"/>
                    <a:pt x="11976" y="8230"/>
                    <a:pt x="11897" y="7665"/>
                  </a:cubicBezTo>
                  <a:cubicBezTo>
                    <a:pt x="11897" y="7242"/>
                    <a:pt x="11882" y="7007"/>
                    <a:pt x="11897" y="6788"/>
                  </a:cubicBezTo>
                  <a:cubicBezTo>
                    <a:pt x="11913" y="6678"/>
                    <a:pt x="11944" y="6537"/>
                    <a:pt x="12023" y="6490"/>
                  </a:cubicBezTo>
                  <a:cubicBezTo>
                    <a:pt x="12538" y="6172"/>
                    <a:pt x="13009" y="5752"/>
                    <a:pt x="13662" y="5752"/>
                  </a:cubicBezTo>
                  <a:close/>
                  <a:moveTo>
                    <a:pt x="1600" y="7852"/>
                  </a:moveTo>
                  <a:cubicBezTo>
                    <a:pt x="1634" y="7852"/>
                    <a:pt x="1671" y="7857"/>
                    <a:pt x="1709" y="7869"/>
                  </a:cubicBezTo>
                  <a:cubicBezTo>
                    <a:pt x="3574" y="8543"/>
                    <a:pt x="5440" y="9217"/>
                    <a:pt x="7321" y="9876"/>
                  </a:cubicBezTo>
                  <a:cubicBezTo>
                    <a:pt x="8198" y="10173"/>
                    <a:pt x="9092" y="10455"/>
                    <a:pt x="9970" y="10769"/>
                  </a:cubicBezTo>
                  <a:cubicBezTo>
                    <a:pt x="10283" y="10879"/>
                    <a:pt x="10581" y="11051"/>
                    <a:pt x="10910" y="11129"/>
                  </a:cubicBezTo>
                  <a:cubicBezTo>
                    <a:pt x="11631" y="11302"/>
                    <a:pt x="11835" y="11788"/>
                    <a:pt x="11788" y="12462"/>
                  </a:cubicBezTo>
                  <a:cubicBezTo>
                    <a:pt x="11709" y="13590"/>
                    <a:pt x="11741" y="14703"/>
                    <a:pt x="11866" y="15879"/>
                  </a:cubicBezTo>
                  <a:cubicBezTo>
                    <a:pt x="11678" y="17321"/>
                    <a:pt x="12070" y="18826"/>
                    <a:pt x="11756" y="20299"/>
                  </a:cubicBezTo>
                  <a:cubicBezTo>
                    <a:pt x="11944" y="21271"/>
                    <a:pt x="11772" y="22243"/>
                    <a:pt x="11850" y="23214"/>
                  </a:cubicBezTo>
                  <a:cubicBezTo>
                    <a:pt x="11929" y="24374"/>
                    <a:pt x="11897" y="25534"/>
                    <a:pt x="11944" y="26694"/>
                  </a:cubicBezTo>
                  <a:cubicBezTo>
                    <a:pt x="12007" y="28152"/>
                    <a:pt x="12101" y="29610"/>
                    <a:pt x="12148" y="31067"/>
                  </a:cubicBezTo>
                  <a:cubicBezTo>
                    <a:pt x="12180" y="32008"/>
                    <a:pt x="12148" y="32932"/>
                    <a:pt x="12117" y="33873"/>
                  </a:cubicBezTo>
                  <a:cubicBezTo>
                    <a:pt x="12117" y="34173"/>
                    <a:pt x="12034" y="34298"/>
                    <a:pt x="11847" y="34298"/>
                  </a:cubicBezTo>
                  <a:cubicBezTo>
                    <a:pt x="11790" y="34298"/>
                    <a:pt x="11724" y="34287"/>
                    <a:pt x="11647" y="34265"/>
                  </a:cubicBezTo>
                  <a:cubicBezTo>
                    <a:pt x="10424" y="33889"/>
                    <a:pt x="9170" y="33653"/>
                    <a:pt x="7995" y="33136"/>
                  </a:cubicBezTo>
                  <a:cubicBezTo>
                    <a:pt x="7524" y="32932"/>
                    <a:pt x="6991" y="32854"/>
                    <a:pt x="6506" y="32650"/>
                  </a:cubicBezTo>
                  <a:cubicBezTo>
                    <a:pt x="5816" y="32384"/>
                    <a:pt x="5110" y="32133"/>
                    <a:pt x="4468" y="31741"/>
                  </a:cubicBezTo>
                  <a:cubicBezTo>
                    <a:pt x="4139" y="31553"/>
                    <a:pt x="3794" y="31428"/>
                    <a:pt x="3433" y="31318"/>
                  </a:cubicBezTo>
                  <a:cubicBezTo>
                    <a:pt x="2947" y="31161"/>
                    <a:pt x="2509" y="30879"/>
                    <a:pt x="2085" y="30550"/>
                  </a:cubicBezTo>
                  <a:cubicBezTo>
                    <a:pt x="643" y="29406"/>
                    <a:pt x="722" y="27807"/>
                    <a:pt x="737" y="26255"/>
                  </a:cubicBezTo>
                  <a:cubicBezTo>
                    <a:pt x="737" y="25581"/>
                    <a:pt x="847" y="24923"/>
                    <a:pt x="753" y="24233"/>
                  </a:cubicBezTo>
                  <a:cubicBezTo>
                    <a:pt x="722" y="23873"/>
                    <a:pt x="800" y="23497"/>
                    <a:pt x="894" y="23136"/>
                  </a:cubicBezTo>
                  <a:cubicBezTo>
                    <a:pt x="1145" y="22102"/>
                    <a:pt x="1286" y="21098"/>
                    <a:pt x="1129" y="20032"/>
                  </a:cubicBezTo>
                  <a:cubicBezTo>
                    <a:pt x="1019" y="19296"/>
                    <a:pt x="1067" y="18528"/>
                    <a:pt x="1161" y="17791"/>
                  </a:cubicBezTo>
                  <a:cubicBezTo>
                    <a:pt x="1364" y="16255"/>
                    <a:pt x="1349" y="14719"/>
                    <a:pt x="1333" y="13183"/>
                  </a:cubicBezTo>
                  <a:cubicBezTo>
                    <a:pt x="1333" y="11615"/>
                    <a:pt x="1317" y="10048"/>
                    <a:pt x="1302" y="8465"/>
                  </a:cubicBezTo>
                  <a:cubicBezTo>
                    <a:pt x="1302" y="8355"/>
                    <a:pt x="1317" y="8245"/>
                    <a:pt x="1317" y="8136"/>
                  </a:cubicBezTo>
                  <a:cubicBezTo>
                    <a:pt x="1343" y="7958"/>
                    <a:pt x="1451" y="7852"/>
                    <a:pt x="1600" y="7852"/>
                  </a:cubicBezTo>
                  <a:close/>
                  <a:moveTo>
                    <a:pt x="19134" y="9293"/>
                  </a:moveTo>
                  <a:cubicBezTo>
                    <a:pt x="19238" y="9293"/>
                    <a:pt x="19344" y="9308"/>
                    <a:pt x="19452" y="9343"/>
                  </a:cubicBezTo>
                  <a:cubicBezTo>
                    <a:pt x="19625" y="9703"/>
                    <a:pt x="19594" y="10079"/>
                    <a:pt x="19594" y="10455"/>
                  </a:cubicBezTo>
                  <a:cubicBezTo>
                    <a:pt x="19609" y="11945"/>
                    <a:pt x="19656" y="13449"/>
                    <a:pt x="19735" y="14938"/>
                  </a:cubicBezTo>
                  <a:cubicBezTo>
                    <a:pt x="19813" y="16694"/>
                    <a:pt x="19782" y="18465"/>
                    <a:pt x="19813" y="20221"/>
                  </a:cubicBezTo>
                  <a:cubicBezTo>
                    <a:pt x="19844" y="21224"/>
                    <a:pt x="19907" y="22243"/>
                    <a:pt x="19923" y="23246"/>
                  </a:cubicBezTo>
                  <a:cubicBezTo>
                    <a:pt x="19970" y="25048"/>
                    <a:pt x="19985" y="26835"/>
                    <a:pt x="19985" y="28638"/>
                  </a:cubicBezTo>
                  <a:cubicBezTo>
                    <a:pt x="19985" y="29421"/>
                    <a:pt x="19703" y="30080"/>
                    <a:pt x="19014" y="30550"/>
                  </a:cubicBezTo>
                  <a:cubicBezTo>
                    <a:pt x="18528" y="30879"/>
                    <a:pt x="18105" y="31334"/>
                    <a:pt x="17681" y="31741"/>
                  </a:cubicBezTo>
                  <a:cubicBezTo>
                    <a:pt x="16647" y="32744"/>
                    <a:pt x="15424" y="33465"/>
                    <a:pt x="14217" y="34218"/>
                  </a:cubicBezTo>
                  <a:cubicBezTo>
                    <a:pt x="14029" y="34327"/>
                    <a:pt x="13825" y="34406"/>
                    <a:pt x="13606" y="34500"/>
                  </a:cubicBezTo>
                  <a:cubicBezTo>
                    <a:pt x="13451" y="34559"/>
                    <a:pt x="13323" y="34591"/>
                    <a:pt x="13219" y="34591"/>
                  </a:cubicBezTo>
                  <a:cubicBezTo>
                    <a:pt x="12965" y="34591"/>
                    <a:pt x="12846" y="34405"/>
                    <a:pt x="12791" y="33983"/>
                  </a:cubicBezTo>
                  <a:cubicBezTo>
                    <a:pt x="12744" y="33606"/>
                    <a:pt x="12728" y="33230"/>
                    <a:pt x="12713" y="32854"/>
                  </a:cubicBezTo>
                  <a:cubicBezTo>
                    <a:pt x="12634" y="29986"/>
                    <a:pt x="12587" y="27102"/>
                    <a:pt x="12477" y="24218"/>
                  </a:cubicBezTo>
                  <a:cubicBezTo>
                    <a:pt x="12446" y="23214"/>
                    <a:pt x="12336" y="22211"/>
                    <a:pt x="12352" y="21192"/>
                  </a:cubicBezTo>
                  <a:cubicBezTo>
                    <a:pt x="12352" y="20518"/>
                    <a:pt x="12321" y="19844"/>
                    <a:pt x="12430" y="19170"/>
                  </a:cubicBezTo>
                  <a:cubicBezTo>
                    <a:pt x="12462" y="18951"/>
                    <a:pt x="12462" y="18732"/>
                    <a:pt x="12430" y="18496"/>
                  </a:cubicBezTo>
                  <a:cubicBezTo>
                    <a:pt x="12289" y="16600"/>
                    <a:pt x="12368" y="14688"/>
                    <a:pt x="12352" y="12775"/>
                  </a:cubicBezTo>
                  <a:cubicBezTo>
                    <a:pt x="12352" y="12666"/>
                    <a:pt x="12383" y="12556"/>
                    <a:pt x="12368" y="12446"/>
                  </a:cubicBezTo>
                  <a:cubicBezTo>
                    <a:pt x="12289" y="11709"/>
                    <a:pt x="12728" y="11349"/>
                    <a:pt x="13340" y="11129"/>
                  </a:cubicBezTo>
                  <a:cubicBezTo>
                    <a:pt x="13810" y="10988"/>
                    <a:pt x="14280" y="10863"/>
                    <a:pt x="14735" y="10691"/>
                  </a:cubicBezTo>
                  <a:cubicBezTo>
                    <a:pt x="15910" y="10299"/>
                    <a:pt x="17117" y="10064"/>
                    <a:pt x="18261" y="9546"/>
                  </a:cubicBezTo>
                  <a:cubicBezTo>
                    <a:pt x="18532" y="9428"/>
                    <a:pt x="18821" y="9293"/>
                    <a:pt x="19134" y="9293"/>
                  </a:cubicBezTo>
                  <a:close/>
                  <a:moveTo>
                    <a:pt x="10111" y="1"/>
                  </a:moveTo>
                  <a:lnTo>
                    <a:pt x="10111" y="79"/>
                  </a:lnTo>
                  <a:cubicBezTo>
                    <a:pt x="9515" y="79"/>
                    <a:pt x="8919" y="79"/>
                    <a:pt x="8324" y="95"/>
                  </a:cubicBezTo>
                  <a:cubicBezTo>
                    <a:pt x="7948" y="95"/>
                    <a:pt x="7587" y="189"/>
                    <a:pt x="7227" y="330"/>
                  </a:cubicBezTo>
                  <a:cubicBezTo>
                    <a:pt x="6333" y="690"/>
                    <a:pt x="6145" y="941"/>
                    <a:pt x="6176" y="1913"/>
                  </a:cubicBezTo>
                  <a:cubicBezTo>
                    <a:pt x="6176" y="2023"/>
                    <a:pt x="6239" y="2132"/>
                    <a:pt x="6223" y="2242"/>
                  </a:cubicBezTo>
                  <a:cubicBezTo>
                    <a:pt x="6192" y="2869"/>
                    <a:pt x="6145" y="3496"/>
                    <a:pt x="6082" y="4123"/>
                  </a:cubicBezTo>
                  <a:cubicBezTo>
                    <a:pt x="6051" y="4499"/>
                    <a:pt x="5863" y="4719"/>
                    <a:pt x="5471" y="4828"/>
                  </a:cubicBezTo>
                  <a:cubicBezTo>
                    <a:pt x="4170" y="5173"/>
                    <a:pt x="2994" y="5863"/>
                    <a:pt x="1646" y="6082"/>
                  </a:cubicBezTo>
                  <a:cubicBezTo>
                    <a:pt x="1537" y="6098"/>
                    <a:pt x="1427" y="6129"/>
                    <a:pt x="1317" y="6176"/>
                  </a:cubicBezTo>
                  <a:cubicBezTo>
                    <a:pt x="800" y="6412"/>
                    <a:pt x="581" y="6741"/>
                    <a:pt x="628" y="7321"/>
                  </a:cubicBezTo>
                  <a:cubicBezTo>
                    <a:pt x="659" y="7885"/>
                    <a:pt x="753" y="8449"/>
                    <a:pt x="753" y="8998"/>
                  </a:cubicBezTo>
                  <a:cubicBezTo>
                    <a:pt x="784" y="10236"/>
                    <a:pt x="737" y="11474"/>
                    <a:pt x="800" y="12697"/>
                  </a:cubicBezTo>
                  <a:cubicBezTo>
                    <a:pt x="863" y="14202"/>
                    <a:pt x="816" y="15691"/>
                    <a:pt x="675" y="17195"/>
                  </a:cubicBezTo>
                  <a:cubicBezTo>
                    <a:pt x="565" y="18418"/>
                    <a:pt x="455" y="19641"/>
                    <a:pt x="628" y="20879"/>
                  </a:cubicBezTo>
                  <a:cubicBezTo>
                    <a:pt x="706" y="21365"/>
                    <a:pt x="612" y="21851"/>
                    <a:pt x="518" y="22337"/>
                  </a:cubicBezTo>
                  <a:cubicBezTo>
                    <a:pt x="314" y="23277"/>
                    <a:pt x="1" y="24218"/>
                    <a:pt x="251" y="25205"/>
                  </a:cubicBezTo>
                  <a:cubicBezTo>
                    <a:pt x="283" y="25315"/>
                    <a:pt x="251" y="25424"/>
                    <a:pt x="236" y="25534"/>
                  </a:cubicBezTo>
                  <a:cubicBezTo>
                    <a:pt x="32" y="26475"/>
                    <a:pt x="236" y="27399"/>
                    <a:pt x="236" y="28340"/>
                  </a:cubicBezTo>
                  <a:cubicBezTo>
                    <a:pt x="236" y="28810"/>
                    <a:pt x="314" y="29296"/>
                    <a:pt x="377" y="29782"/>
                  </a:cubicBezTo>
                  <a:cubicBezTo>
                    <a:pt x="408" y="30095"/>
                    <a:pt x="534" y="30362"/>
                    <a:pt x="831" y="30503"/>
                  </a:cubicBezTo>
                  <a:cubicBezTo>
                    <a:pt x="1223" y="30691"/>
                    <a:pt x="1521" y="30957"/>
                    <a:pt x="1788" y="31271"/>
                  </a:cubicBezTo>
                  <a:cubicBezTo>
                    <a:pt x="2023" y="31537"/>
                    <a:pt x="2336" y="31679"/>
                    <a:pt x="2650" y="31773"/>
                  </a:cubicBezTo>
                  <a:cubicBezTo>
                    <a:pt x="3308" y="31961"/>
                    <a:pt x="3904" y="32258"/>
                    <a:pt x="4499" y="32603"/>
                  </a:cubicBezTo>
                  <a:cubicBezTo>
                    <a:pt x="5048" y="32917"/>
                    <a:pt x="5628" y="33168"/>
                    <a:pt x="6255" y="33324"/>
                  </a:cubicBezTo>
                  <a:cubicBezTo>
                    <a:pt x="7132" y="33544"/>
                    <a:pt x="7963" y="33842"/>
                    <a:pt x="8794" y="34202"/>
                  </a:cubicBezTo>
                  <a:cubicBezTo>
                    <a:pt x="8998" y="34296"/>
                    <a:pt x="9201" y="34422"/>
                    <a:pt x="9421" y="34437"/>
                  </a:cubicBezTo>
                  <a:cubicBezTo>
                    <a:pt x="10299" y="34500"/>
                    <a:pt x="11082" y="34845"/>
                    <a:pt x="11850" y="35237"/>
                  </a:cubicBezTo>
                  <a:cubicBezTo>
                    <a:pt x="12107" y="35369"/>
                    <a:pt x="12363" y="35427"/>
                    <a:pt x="12627" y="35427"/>
                  </a:cubicBezTo>
                  <a:cubicBezTo>
                    <a:pt x="12832" y="35427"/>
                    <a:pt x="13042" y="35392"/>
                    <a:pt x="13261" y="35331"/>
                  </a:cubicBezTo>
                  <a:cubicBezTo>
                    <a:pt x="13998" y="35127"/>
                    <a:pt x="14672" y="34845"/>
                    <a:pt x="15267" y="34374"/>
                  </a:cubicBezTo>
                  <a:cubicBezTo>
                    <a:pt x="16224" y="33653"/>
                    <a:pt x="17242" y="33042"/>
                    <a:pt x="18073" y="32164"/>
                  </a:cubicBezTo>
                  <a:cubicBezTo>
                    <a:pt x="18402" y="31804"/>
                    <a:pt x="18826" y="31537"/>
                    <a:pt x="19202" y="31224"/>
                  </a:cubicBezTo>
                  <a:cubicBezTo>
                    <a:pt x="19452" y="31020"/>
                    <a:pt x="19719" y="30801"/>
                    <a:pt x="19985" y="30597"/>
                  </a:cubicBezTo>
                  <a:cubicBezTo>
                    <a:pt x="20315" y="30362"/>
                    <a:pt x="20456" y="30033"/>
                    <a:pt x="20456" y="29641"/>
                  </a:cubicBezTo>
                  <a:cubicBezTo>
                    <a:pt x="20456" y="28920"/>
                    <a:pt x="20487" y="28214"/>
                    <a:pt x="20471" y="27509"/>
                  </a:cubicBezTo>
                  <a:cubicBezTo>
                    <a:pt x="20409" y="23904"/>
                    <a:pt x="20346" y="20315"/>
                    <a:pt x="20283" y="16725"/>
                  </a:cubicBezTo>
                  <a:cubicBezTo>
                    <a:pt x="20268" y="16098"/>
                    <a:pt x="20330" y="15456"/>
                    <a:pt x="20299" y="14829"/>
                  </a:cubicBezTo>
                  <a:cubicBezTo>
                    <a:pt x="20174" y="12916"/>
                    <a:pt x="20189" y="11004"/>
                    <a:pt x="20221" y="9092"/>
                  </a:cubicBezTo>
                  <a:cubicBezTo>
                    <a:pt x="20236" y="8700"/>
                    <a:pt x="20158" y="8402"/>
                    <a:pt x="19813" y="8136"/>
                  </a:cubicBezTo>
                  <a:cubicBezTo>
                    <a:pt x="19061" y="7524"/>
                    <a:pt x="18308" y="6897"/>
                    <a:pt x="17462" y="6412"/>
                  </a:cubicBezTo>
                  <a:cubicBezTo>
                    <a:pt x="16662" y="5941"/>
                    <a:pt x="15879" y="5377"/>
                    <a:pt x="14954" y="5173"/>
                  </a:cubicBezTo>
                  <a:cubicBezTo>
                    <a:pt x="14217" y="5016"/>
                    <a:pt x="13888" y="4593"/>
                    <a:pt x="13731" y="3919"/>
                  </a:cubicBezTo>
                  <a:cubicBezTo>
                    <a:pt x="13637" y="3559"/>
                    <a:pt x="13590" y="3214"/>
                    <a:pt x="13653" y="2822"/>
                  </a:cubicBezTo>
                  <a:cubicBezTo>
                    <a:pt x="13747" y="2305"/>
                    <a:pt x="13716" y="1788"/>
                    <a:pt x="13606" y="1270"/>
                  </a:cubicBezTo>
                  <a:cubicBezTo>
                    <a:pt x="13496" y="737"/>
                    <a:pt x="13183" y="393"/>
                    <a:pt x="12681" y="251"/>
                  </a:cubicBezTo>
                  <a:cubicBezTo>
                    <a:pt x="12430" y="173"/>
                    <a:pt x="12164" y="110"/>
                    <a:pt x="11913" y="95"/>
                  </a:cubicBezTo>
                  <a:cubicBezTo>
                    <a:pt x="11318" y="48"/>
                    <a:pt x="10706" y="32"/>
                    <a:pt x="10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7921175" y="1058200"/>
              <a:ext cx="46650" cy="180100"/>
            </a:xfrm>
            <a:custGeom>
              <a:rect b="b" l="l" r="r" t="t"/>
              <a:pathLst>
                <a:path extrusionOk="0" h="7204" w="1866">
                  <a:moveTo>
                    <a:pt x="900" y="791"/>
                  </a:moveTo>
                  <a:cubicBezTo>
                    <a:pt x="967" y="791"/>
                    <a:pt x="1032" y="826"/>
                    <a:pt x="1051" y="871"/>
                  </a:cubicBezTo>
                  <a:cubicBezTo>
                    <a:pt x="1129" y="1044"/>
                    <a:pt x="1192" y="1232"/>
                    <a:pt x="1192" y="1404"/>
                  </a:cubicBezTo>
                  <a:cubicBezTo>
                    <a:pt x="1207" y="2157"/>
                    <a:pt x="1207" y="2893"/>
                    <a:pt x="1207" y="3646"/>
                  </a:cubicBezTo>
                  <a:lnTo>
                    <a:pt x="1192" y="3646"/>
                  </a:lnTo>
                  <a:cubicBezTo>
                    <a:pt x="1192" y="4429"/>
                    <a:pt x="1207" y="5213"/>
                    <a:pt x="1192" y="5997"/>
                  </a:cubicBezTo>
                  <a:cubicBezTo>
                    <a:pt x="1192" y="6138"/>
                    <a:pt x="1145" y="6279"/>
                    <a:pt x="1066" y="6404"/>
                  </a:cubicBezTo>
                  <a:cubicBezTo>
                    <a:pt x="1031" y="6487"/>
                    <a:pt x="959" y="6526"/>
                    <a:pt x="872" y="6526"/>
                  </a:cubicBezTo>
                  <a:cubicBezTo>
                    <a:pt x="844" y="6526"/>
                    <a:pt x="815" y="6522"/>
                    <a:pt x="784" y="6514"/>
                  </a:cubicBezTo>
                  <a:cubicBezTo>
                    <a:pt x="721" y="6498"/>
                    <a:pt x="643" y="6451"/>
                    <a:pt x="627" y="6389"/>
                  </a:cubicBezTo>
                  <a:cubicBezTo>
                    <a:pt x="565" y="6248"/>
                    <a:pt x="533" y="6106"/>
                    <a:pt x="533" y="5965"/>
                  </a:cubicBezTo>
                  <a:cubicBezTo>
                    <a:pt x="455" y="4398"/>
                    <a:pt x="533" y="2831"/>
                    <a:pt x="612" y="1263"/>
                  </a:cubicBezTo>
                  <a:cubicBezTo>
                    <a:pt x="627" y="1122"/>
                    <a:pt x="690" y="981"/>
                    <a:pt x="768" y="856"/>
                  </a:cubicBezTo>
                  <a:cubicBezTo>
                    <a:pt x="801" y="809"/>
                    <a:pt x="851" y="791"/>
                    <a:pt x="900" y="791"/>
                  </a:cubicBezTo>
                  <a:close/>
                  <a:moveTo>
                    <a:pt x="1031" y="0"/>
                  </a:moveTo>
                  <a:cubicBezTo>
                    <a:pt x="996" y="0"/>
                    <a:pt x="961" y="3"/>
                    <a:pt x="925" y="9"/>
                  </a:cubicBezTo>
                  <a:cubicBezTo>
                    <a:pt x="392" y="135"/>
                    <a:pt x="157" y="432"/>
                    <a:pt x="126" y="1075"/>
                  </a:cubicBezTo>
                  <a:cubicBezTo>
                    <a:pt x="32" y="2893"/>
                    <a:pt x="251" y="4727"/>
                    <a:pt x="16" y="6545"/>
                  </a:cubicBezTo>
                  <a:cubicBezTo>
                    <a:pt x="0" y="6702"/>
                    <a:pt x="79" y="6843"/>
                    <a:pt x="204" y="6922"/>
                  </a:cubicBezTo>
                  <a:cubicBezTo>
                    <a:pt x="533" y="7125"/>
                    <a:pt x="909" y="7188"/>
                    <a:pt x="1286" y="7204"/>
                  </a:cubicBezTo>
                  <a:cubicBezTo>
                    <a:pt x="1442" y="7204"/>
                    <a:pt x="1568" y="7078"/>
                    <a:pt x="1599" y="6937"/>
                  </a:cubicBezTo>
                  <a:cubicBezTo>
                    <a:pt x="1630" y="6671"/>
                    <a:pt x="1662" y="6420"/>
                    <a:pt x="1662" y="6153"/>
                  </a:cubicBezTo>
                  <a:cubicBezTo>
                    <a:pt x="1662" y="5417"/>
                    <a:pt x="1662" y="4664"/>
                    <a:pt x="1662" y="3865"/>
                  </a:cubicBezTo>
                  <a:cubicBezTo>
                    <a:pt x="1709" y="3175"/>
                    <a:pt x="1725" y="2423"/>
                    <a:pt x="1803" y="1686"/>
                  </a:cubicBezTo>
                  <a:cubicBezTo>
                    <a:pt x="1866" y="1122"/>
                    <a:pt x="1662" y="667"/>
                    <a:pt x="1411" y="197"/>
                  </a:cubicBezTo>
                  <a:cubicBezTo>
                    <a:pt x="1322" y="57"/>
                    <a:pt x="1182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8295950" y="1507100"/>
              <a:ext cx="54650" cy="45975"/>
            </a:xfrm>
            <a:custGeom>
              <a:rect b="b" l="l" r="r" t="t"/>
              <a:pathLst>
                <a:path extrusionOk="0" h="1839" w="2186">
                  <a:moveTo>
                    <a:pt x="1924" y="1"/>
                  </a:moveTo>
                  <a:cubicBezTo>
                    <a:pt x="1897" y="1"/>
                    <a:pt x="1870" y="6"/>
                    <a:pt x="1844" y="16"/>
                  </a:cubicBezTo>
                  <a:cubicBezTo>
                    <a:pt x="1499" y="188"/>
                    <a:pt x="1201" y="518"/>
                    <a:pt x="903" y="768"/>
                  </a:cubicBezTo>
                  <a:cubicBezTo>
                    <a:pt x="621" y="1003"/>
                    <a:pt x="198" y="1270"/>
                    <a:pt x="57" y="1599"/>
                  </a:cubicBezTo>
                  <a:cubicBezTo>
                    <a:pt x="0" y="1712"/>
                    <a:pt x="71" y="1839"/>
                    <a:pt x="190" y="1839"/>
                  </a:cubicBezTo>
                  <a:cubicBezTo>
                    <a:pt x="203" y="1839"/>
                    <a:pt x="216" y="1837"/>
                    <a:pt x="229" y="1834"/>
                  </a:cubicBezTo>
                  <a:cubicBezTo>
                    <a:pt x="590" y="1724"/>
                    <a:pt x="887" y="1364"/>
                    <a:pt x="1170" y="1129"/>
                  </a:cubicBezTo>
                  <a:cubicBezTo>
                    <a:pt x="1483" y="862"/>
                    <a:pt x="1859" y="612"/>
                    <a:pt x="2094" y="267"/>
                  </a:cubicBezTo>
                  <a:cubicBezTo>
                    <a:pt x="2186" y="123"/>
                    <a:pt x="2059" y="1"/>
                    <a:pt x="1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8332225" y="1140425"/>
              <a:ext cx="18850" cy="231850"/>
            </a:xfrm>
            <a:custGeom>
              <a:rect b="b" l="l" r="r" t="t"/>
              <a:pathLst>
                <a:path extrusionOk="0" h="9274" w="754">
                  <a:moveTo>
                    <a:pt x="257" y="1"/>
                  </a:moveTo>
                  <a:cubicBezTo>
                    <a:pt x="224" y="1"/>
                    <a:pt x="189" y="30"/>
                    <a:pt x="189" y="74"/>
                  </a:cubicBezTo>
                  <a:cubicBezTo>
                    <a:pt x="1" y="1564"/>
                    <a:pt x="157" y="3115"/>
                    <a:pt x="204" y="4620"/>
                  </a:cubicBezTo>
                  <a:cubicBezTo>
                    <a:pt x="252" y="6125"/>
                    <a:pt x="220" y="7661"/>
                    <a:pt x="408" y="9150"/>
                  </a:cubicBezTo>
                  <a:cubicBezTo>
                    <a:pt x="416" y="9230"/>
                    <a:pt x="482" y="9273"/>
                    <a:pt x="544" y="9273"/>
                  </a:cubicBezTo>
                  <a:cubicBezTo>
                    <a:pt x="603" y="9273"/>
                    <a:pt x="659" y="9234"/>
                    <a:pt x="659" y="9150"/>
                  </a:cubicBezTo>
                  <a:cubicBezTo>
                    <a:pt x="753" y="7598"/>
                    <a:pt x="628" y="6031"/>
                    <a:pt x="581" y="4479"/>
                  </a:cubicBezTo>
                  <a:cubicBezTo>
                    <a:pt x="534" y="3021"/>
                    <a:pt x="581" y="1501"/>
                    <a:pt x="314" y="59"/>
                  </a:cubicBezTo>
                  <a:cubicBezTo>
                    <a:pt x="307" y="18"/>
                    <a:pt x="283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7951675" y="1439125"/>
              <a:ext cx="104425" cy="74725"/>
            </a:xfrm>
            <a:custGeom>
              <a:rect b="b" l="l" r="r" t="t"/>
              <a:pathLst>
                <a:path extrusionOk="0" h="2989" w="4177">
                  <a:moveTo>
                    <a:pt x="4025" y="1"/>
                  </a:moveTo>
                  <a:cubicBezTo>
                    <a:pt x="4012" y="1"/>
                    <a:pt x="3999" y="3"/>
                    <a:pt x="3984" y="8"/>
                  </a:cubicBezTo>
                  <a:cubicBezTo>
                    <a:pt x="2495" y="588"/>
                    <a:pt x="1100" y="1653"/>
                    <a:pt x="50" y="2845"/>
                  </a:cubicBezTo>
                  <a:cubicBezTo>
                    <a:pt x="0" y="2907"/>
                    <a:pt x="59" y="2989"/>
                    <a:pt x="124" y="2989"/>
                  </a:cubicBezTo>
                  <a:cubicBezTo>
                    <a:pt x="142" y="2989"/>
                    <a:pt x="159" y="2983"/>
                    <a:pt x="175" y="2970"/>
                  </a:cubicBezTo>
                  <a:cubicBezTo>
                    <a:pt x="1429" y="1967"/>
                    <a:pt x="2730" y="1120"/>
                    <a:pt x="4078" y="243"/>
                  </a:cubicBezTo>
                  <a:cubicBezTo>
                    <a:pt x="4177" y="172"/>
                    <a:pt x="4136" y="1"/>
                    <a:pt x="4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8110050" y="1422025"/>
              <a:ext cx="203450" cy="64975"/>
            </a:xfrm>
            <a:custGeom>
              <a:rect b="b" l="l" r="r" t="t"/>
              <a:pathLst>
                <a:path extrusionOk="0" h="2599" w="8138">
                  <a:moveTo>
                    <a:pt x="583" y="0"/>
                  </a:moveTo>
                  <a:cubicBezTo>
                    <a:pt x="439" y="0"/>
                    <a:pt x="297" y="6"/>
                    <a:pt x="157" y="18"/>
                  </a:cubicBezTo>
                  <a:cubicBezTo>
                    <a:pt x="32" y="18"/>
                    <a:pt x="0" y="206"/>
                    <a:pt x="126" y="237"/>
                  </a:cubicBezTo>
                  <a:cubicBezTo>
                    <a:pt x="753" y="425"/>
                    <a:pt x="1427" y="472"/>
                    <a:pt x="2069" y="613"/>
                  </a:cubicBezTo>
                  <a:cubicBezTo>
                    <a:pt x="2759" y="754"/>
                    <a:pt x="3433" y="911"/>
                    <a:pt x="4107" y="1115"/>
                  </a:cubicBezTo>
                  <a:cubicBezTo>
                    <a:pt x="5408" y="1522"/>
                    <a:pt x="6631" y="2118"/>
                    <a:pt x="7900" y="2588"/>
                  </a:cubicBezTo>
                  <a:cubicBezTo>
                    <a:pt x="7919" y="2595"/>
                    <a:pt x="7937" y="2598"/>
                    <a:pt x="7953" y="2598"/>
                  </a:cubicBezTo>
                  <a:cubicBezTo>
                    <a:pt x="8087" y="2598"/>
                    <a:pt x="8137" y="2390"/>
                    <a:pt x="8026" y="2306"/>
                  </a:cubicBezTo>
                  <a:cubicBezTo>
                    <a:pt x="6881" y="1554"/>
                    <a:pt x="5518" y="1083"/>
                    <a:pt x="4217" y="707"/>
                  </a:cubicBezTo>
                  <a:cubicBezTo>
                    <a:pt x="3096" y="385"/>
                    <a:pt x="1788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8028925" y="1490100"/>
              <a:ext cx="92225" cy="92075"/>
            </a:xfrm>
            <a:custGeom>
              <a:rect b="b" l="l" r="r" t="t"/>
              <a:pathLst>
                <a:path extrusionOk="0" h="3683" w="3689">
                  <a:moveTo>
                    <a:pt x="1763" y="1"/>
                  </a:moveTo>
                  <a:cubicBezTo>
                    <a:pt x="1746" y="1"/>
                    <a:pt x="1727" y="7"/>
                    <a:pt x="1709" y="22"/>
                  </a:cubicBezTo>
                  <a:cubicBezTo>
                    <a:pt x="1145" y="429"/>
                    <a:pt x="628" y="868"/>
                    <a:pt x="95" y="1323"/>
                  </a:cubicBezTo>
                  <a:cubicBezTo>
                    <a:pt x="1" y="1417"/>
                    <a:pt x="32" y="1574"/>
                    <a:pt x="142" y="1636"/>
                  </a:cubicBezTo>
                  <a:cubicBezTo>
                    <a:pt x="1208" y="2326"/>
                    <a:pt x="2305" y="3188"/>
                    <a:pt x="3481" y="3674"/>
                  </a:cubicBezTo>
                  <a:cubicBezTo>
                    <a:pt x="3495" y="3680"/>
                    <a:pt x="3509" y="3682"/>
                    <a:pt x="3523" y="3682"/>
                  </a:cubicBezTo>
                  <a:cubicBezTo>
                    <a:pt x="3625" y="3682"/>
                    <a:pt x="3689" y="3539"/>
                    <a:pt x="3606" y="3470"/>
                  </a:cubicBezTo>
                  <a:cubicBezTo>
                    <a:pt x="2730" y="2653"/>
                    <a:pt x="1595" y="2052"/>
                    <a:pt x="569" y="1429"/>
                  </a:cubicBezTo>
                  <a:lnTo>
                    <a:pt x="569" y="1429"/>
                  </a:lnTo>
                  <a:cubicBezTo>
                    <a:pt x="1003" y="1029"/>
                    <a:pt x="1425" y="616"/>
                    <a:pt x="1835" y="179"/>
                  </a:cubicBezTo>
                  <a:cubicBezTo>
                    <a:pt x="1898" y="115"/>
                    <a:pt x="1838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7881950" y="1265850"/>
              <a:ext cx="497125" cy="90600"/>
            </a:xfrm>
            <a:custGeom>
              <a:rect b="b" l="l" r="r" t="t"/>
              <a:pathLst>
                <a:path extrusionOk="0" h="3624" w="19885">
                  <a:moveTo>
                    <a:pt x="1472" y="1"/>
                  </a:moveTo>
                  <a:cubicBezTo>
                    <a:pt x="934" y="1"/>
                    <a:pt x="431" y="209"/>
                    <a:pt x="65" y="810"/>
                  </a:cubicBezTo>
                  <a:cubicBezTo>
                    <a:pt x="1" y="925"/>
                    <a:pt x="93" y="1050"/>
                    <a:pt x="206" y="1050"/>
                  </a:cubicBezTo>
                  <a:cubicBezTo>
                    <a:pt x="231" y="1050"/>
                    <a:pt x="258" y="1044"/>
                    <a:pt x="284" y="1029"/>
                  </a:cubicBezTo>
                  <a:cubicBezTo>
                    <a:pt x="730" y="794"/>
                    <a:pt x="1127" y="529"/>
                    <a:pt x="1591" y="529"/>
                  </a:cubicBezTo>
                  <a:cubicBezTo>
                    <a:pt x="1714" y="529"/>
                    <a:pt x="1842" y="548"/>
                    <a:pt x="1977" y="590"/>
                  </a:cubicBezTo>
                  <a:cubicBezTo>
                    <a:pt x="2980" y="888"/>
                    <a:pt x="3921" y="1500"/>
                    <a:pt x="4845" y="1954"/>
                  </a:cubicBezTo>
                  <a:cubicBezTo>
                    <a:pt x="5431" y="2247"/>
                    <a:pt x="5929" y="2426"/>
                    <a:pt x="6509" y="2426"/>
                  </a:cubicBezTo>
                  <a:cubicBezTo>
                    <a:pt x="6706" y="2426"/>
                    <a:pt x="6912" y="2405"/>
                    <a:pt x="7134" y="2362"/>
                  </a:cubicBezTo>
                  <a:cubicBezTo>
                    <a:pt x="7410" y="2305"/>
                    <a:pt x="7655" y="2264"/>
                    <a:pt x="7893" y="2264"/>
                  </a:cubicBezTo>
                  <a:cubicBezTo>
                    <a:pt x="8182" y="2264"/>
                    <a:pt x="8462" y="2324"/>
                    <a:pt x="8780" y="2487"/>
                  </a:cubicBezTo>
                  <a:cubicBezTo>
                    <a:pt x="9171" y="2691"/>
                    <a:pt x="9516" y="2957"/>
                    <a:pt x="9908" y="3177"/>
                  </a:cubicBezTo>
                  <a:cubicBezTo>
                    <a:pt x="10489" y="3494"/>
                    <a:pt x="11115" y="3624"/>
                    <a:pt x="11749" y="3624"/>
                  </a:cubicBezTo>
                  <a:cubicBezTo>
                    <a:pt x="12776" y="3624"/>
                    <a:pt x="13825" y="3284"/>
                    <a:pt x="14736" y="2848"/>
                  </a:cubicBezTo>
                  <a:cubicBezTo>
                    <a:pt x="16319" y="2095"/>
                    <a:pt x="17886" y="1406"/>
                    <a:pt x="19532" y="841"/>
                  </a:cubicBezTo>
                  <a:cubicBezTo>
                    <a:pt x="19885" y="728"/>
                    <a:pt x="19780" y="209"/>
                    <a:pt x="19470" y="209"/>
                  </a:cubicBezTo>
                  <a:cubicBezTo>
                    <a:pt x="19436" y="209"/>
                    <a:pt x="19399" y="216"/>
                    <a:pt x="19360" y="230"/>
                  </a:cubicBezTo>
                  <a:cubicBezTo>
                    <a:pt x="17698" y="794"/>
                    <a:pt x="16115" y="1468"/>
                    <a:pt x="14532" y="2252"/>
                  </a:cubicBezTo>
                  <a:cubicBezTo>
                    <a:pt x="13686" y="2675"/>
                    <a:pt x="12682" y="3004"/>
                    <a:pt x="11726" y="3020"/>
                  </a:cubicBezTo>
                  <a:cubicBezTo>
                    <a:pt x="11714" y="3020"/>
                    <a:pt x="11702" y="3020"/>
                    <a:pt x="11690" y="3020"/>
                  </a:cubicBezTo>
                  <a:cubicBezTo>
                    <a:pt x="10567" y="3020"/>
                    <a:pt x="9867" y="2310"/>
                    <a:pt x="8921" y="1876"/>
                  </a:cubicBezTo>
                  <a:cubicBezTo>
                    <a:pt x="8591" y="1719"/>
                    <a:pt x="8247" y="1609"/>
                    <a:pt x="7886" y="1609"/>
                  </a:cubicBezTo>
                  <a:cubicBezTo>
                    <a:pt x="7385" y="1609"/>
                    <a:pt x="6914" y="1844"/>
                    <a:pt x="6413" y="1844"/>
                  </a:cubicBezTo>
                  <a:cubicBezTo>
                    <a:pt x="5801" y="1844"/>
                    <a:pt x="5237" y="1484"/>
                    <a:pt x="4689" y="1217"/>
                  </a:cubicBezTo>
                  <a:cubicBezTo>
                    <a:pt x="4171" y="967"/>
                    <a:pt x="3638" y="700"/>
                    <a:pt x="3105" y="449"/>
                  </a:cubicBezTo>
                  <a:cubicBezTo>
                    <a:pt x="2594" y="213"/>
                    <a:pt x="2015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7881600" y="1199275"/>
              <a:ext cx="492875" cy="78450"/>
            </a:xfrm>
            <a:custGeom>
              <a:rect b="b" l="l" r="r" t="t"/>
              <a:pathLst>
                <a:path extrusionOk="0" h="3138" w="19715">
                  <a:moveTo>
                    <a:pt x="11175" y="0"/>
                  </a:moveTo>
                  <a:cubicBezTo>
                    <a:pt x="11002" y="0"/>
                    <a:pt x="10830" y="17"/>
                    <a:pt x="10659" y="56"/>
                  </a:cubicBezTo>
                  <a:cubicBezTo>
                    <a:pt x="10314" y="134"/>
                    <a:pt x="10079" y="369"/>
                    <a:pt x="9750" y="401"/>
                  </a:cubicBezTo>
                  <a:cubicBezTo>
                    <a:pt x="9311" y="432"/>
                    <a:pt x="8872" y="416"/>
                    <a:pt x="8449" y="448"/>
                  </a:cubicBezTo>
                  <a:cubicBezTo>
                    <a:pt x="7461" y="510"/>
                    <a:pt x="6474" y="636"/>
                    <a:pt x="5502" y="840"/>
                  </a:cubicBezTo>
                  <a:cubicBezTo>
                    <a:pt x="3715" y="1216"/>
                    <a:pt x="1662" y="1749"/>
                    <a:pt x="141" y="2815"/>
                  </a:cubicBezTo>
                  <a:cubicBezTo>
                    <a:pt x="1" y="2913"/>
                    <a:pt x="49" y="3138"/>
                    <a:pt x="208" y="3138"/>
                  </a:cubicBezTo>
                  <a:cubicBezTo>
                    <a:pt x="226" y="3138"/>
                    <a:pt x="246" y="3135"/>
                    <a:pt x="267" y="3128"/>
                  </a:cubicBezTo>
                  <a:cubicBezTo>
                    <a:pt x="1035" y="2877"/>
                    <a:pt x="1771" y="2517"/>
                    <a:pt x="2524" y="2250"/>
                  </a:cubicBezTo>
                  <a:cubicBezTo>
                    <a:pt x="3464" y="1906"/>
                    <a:pt x="4436" y="1639"/>
                    <a:pt x="5408" y="1435"/>
                  </a:cubicBezTo>
                  <a:cubicBezTo>
                    <a:pt x="6411" y="1216"/>
                    <a:pt x="7430" y="1090"/>
                    <a:pt x="8449" y="1028"/>
                  </a:cubicBezTo>
                  <a:cubicBezTo>
                    <a:pt x="8872" y="1012"/>
                    <a:pt x="9311" y="996"/>
                    <a:pt x="9750" y="996"/>
                  </a:cubicBezTo>
                  <a:cubicBezTo>
                    <a:pt x="10204" y="996"/>
                    <a:pt x="10251" y="840"/>
                    <a:pt x="10674" y="699"/>
                  </a:cubicBezTo>
                  <a:cubicBezTo>
                    <a:pt x="10840" y="637"/>
                    <a:pt x="11020" y="611"/>
                    <a:pt x="11208" y="611"/>
                  </a:cubicBezTo>
                  <a:cubicBezTo>
                    <a:pt x="12122" y="611"/>
                    <a:pt x="13243" y="1235"/>
                    <a:pt x="13997" y="1482"/>
                  </a:cubicBezTo>
                  <a:cubicBezTo>
                    <a:pt x="15722" y="2062"/>
                    <a:pt x="17446" y="2580"/>
                    <a:pt x="19186" y="3112"/>
                  </a:cubicBezTo>
                  <a:cubicBezTo>
                    <a:pt x="19221" y="3124"/>
                    <a:pt x="19255" y="3129"/>
                    <a:pt x="19286" y="3129"/>
                  </a:cubicBezTo>
                  <a:cubicBezTo>
                    <a:pt x="19604" y="3129"/>
                    <a:pt x="19715" y="2601"/>
                    <a:pt x="19358" y="2501"/>
                  </a:cubicBezTo>
                  <a:cubicBezTo>
                    <a:pt x="17556" y="1953"/>
                    <a:pt x="15753" y="1404"/>
                    <a:pt x="13966" y="808"/>
                  </a:cubicBezTo>
                  <a:cubicBezTo>
                    <a:pt x="13091" y="517"/>
                    <a:pt x="12126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8101825" y="957850"/>
              <a:ext cx="22750" cy="254700"/>
            </a:xfrm>
            <a:custGeom>
              <a:rect b="b" l="l" r="r" t="t"/>
              <a:pathLst>
                <a:path extrusionOk="0" h="10188" w="910">
                  <a:moveTo>
                    <a:pt x="492" y="1"/>
                  </a:moveTo>
                  <a:cubicBezTo>
                    <a:pt x="435" y="1"/>
                    <a:pt x="377" y="32"/>
                    <a:pt x="361" y="89"/>
                  </a:cubicBezTo>
                  <a:cubicBezTo>
                    <a:pt x="0" y="1609"/>
                    <a:pt x="157" y="3349"/>
                    <a:pt x="126" y="4901"/>
                  </a:cubicBezTo>
                  <a:cubicBezTo>
                    <a:pt x="79" y="6578"/>
                    <a:pt x="47" y="8255"/>
                    <a:pt x="16" y="9917"/>
                  </a:cubicBezTo>
                  <a:cubicBezTo>
                    <a:pt x="8" y="10097"/>
                    <a:pt x="141" y="10187"/>
                    <a:pt x="276" y="10187"/>
                  </a:cubicBezTo>
                  <a:cubicBezTo>
                    <a:pt x="412" y="10187"/>
                    <a:pt x="549" y="10097"/>
                    <a:pt x="549" y="9917"/>
                  </a:cubicBezTo>
                  <a:cubicBezTo>
                    <a:pt x="596" y="8255"/>
                    <a:pt x="627" y="6578"/>
                    <a:pt x="659" y="4901"/>
                  </a:cubicBezTo>
                  <a:cubicBezTo>
                    <a:pt x="690" y="3349"/>
                    <a:pt x="909" y="1625"/>
                    <a:pt x="612" y="89"/>
                  </a:cubicBezTo>
                  <a:cubicBezTo>
                    <a:pt x="596" y="28"/>
                    <a:pt x="545" y="1"/>
                    <a:pt x="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8041075" y="1250325"/>
              <a:ext cx="115625" cy="53200"/>
            </a:xfrm>
            <a:custGeom>
              <a:rect b="b" l="l" r="r" t="t"/>
              <a:pathLst>
                <a:path extrusionOk="0" h="2128" w="4625">
                  <a:moveTo>
                    <a:pt x="2258" y="0"/>
                  </a:moveTo>
                  <a:cubicBezTo>
                    <a:pt x="2248" y="0"/>
                    <a:pt x="2237" y="2"/>
                    <a:pt x="2226" y="5"/>
                  </a:cubicBezTo>
                  <a:cubicBezTo>
                    <a:pt x="1505" y="177"/>
                    <a:pt x="847" y="647"/>
                    <a:pt x="189" y="1008"/>
                  </a:cubicBezTo>
                  <a:cubicBezTo>
                    <a:pt x="1" y="1102"/>
                    <a:pt x="95" y="1384"/>
                    <a:pt x="299" y="1384"/>
                  </a:cubicBezTo>
                  <a:cubicBezTo>
                    <a:pt x="973" y="1400"/>
                    <a:pt x="1631" y="1431"/>
                    <a:pt x="2305" y="1462"/>
                  </a:cubicBezTo>
                  <a:cubicBezTo>
                    <a:pt x="2341" y="1463"/>
                    <a:pt x="2379" y="1464"/>
                    <a:pt x="2419" y="1464"/>
                  </a:cubicBezTo>
                  <a:cubicBezTo>
                    <a:pt x="2542" y="1464"/>
                    <a:pt x="2682" y="1460"/>
                    <a:pt x="2828" y="1460"/>
                  </a:cubicBezTo>
                  <a:cubicBezTo>
                    <a:pt x="3391" y="1460"/>
                    <a:pt x="4050" y="1513"/>
                    <a:pt x="4248" y="2027"/>
                  </a:cubicBezTo>
                  <a:cubicBezTo>
                    <a:pt x="4274" y="2086"/>
                    <a:pt x="4346" y="2127"/>
                    <a:pt x="4411" y="2127"/>
                  </a:cubicBezTo>
                  <a:cubicBezTo>
                    <a:pt x="4466" y="2127"/>
                    <a:pt x="4516" y="2098"/>
                    <a:pt x="4531" y="2027"/>
                  </a:cubicBezTo>
                  <a:cubicBezTo>
                    <a:pt x="4625" y="1415"/>
                    <a:pt x="4139" y="1149"/>
                    <a:pt x="3590" y="1102"/>
                  </a:cubicBezTo>
                  <a:cubicBezTo>
                    <a:pt x="2762" y="1019"/>
                    <a:pt x="1924" y="1025"/>
                    <a:pt x="1098" y="1007"/>
                  </a:cubicBezTo>
                  <a:lnTo>
                    <a:pt x="1098" y="1007"/>
                  </a:lnTo>
                  <a:cubicBezTo>
                    <a:pt x="1545" y="777"/>
                    <a:pt x="1992" y="532"/>
                    <a:pt x="2352" y="193"/>
                  </a:cubicBezTo>
                  <a:cubicBezTo>
                    <a:pt x="2423" y="122"/>
                    <a:pt x="2353" y="0"/>
                    <a:pt x="2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8192625" y="1247675"/>
              <a:ext cx="43450" cy="50675"/>
            </a:xfrm>
            <a:custGeom>
              <a:rect b="b" l="l" r="r" t="t"/>
              <a:pathLst>
                <a:path extrusionOk="0" h="2027" w="1738">
                  <a:moveTo>
                    <a:pt x="770" y="0"/>
                  </a:moveTo>
                  <a:cubicBezTo>
                    <a:pt x="505" y="0"/>
                    <a:pt x="243" y="137"/>
                    <a:pt x="83" y="361"/>
                  </a:cubicBezTo>
                  <a:cubicBezTo>
                    <a:pt x="0" y="491"/>
                    <a:pt x="123" y="630"/>
                    <a:pt x="248" y="630"/>
                  </a:cubicBezTo>
                  <a:cubicBezTo>
                    <a:pt x="289" y="630"/>
                    <a:pt x="330" y="616"/>
                    <a:pt x="365" y="581"/>
                  </a:cubicBezTo>
                  <a:cubicBezTo>
                    <a:pt x="458" y="479"/>
                    <a:pt x="577" y="434"/>
                    <a:pt x="691" y="434"/>
                  </a:cubicBezTo>
                  <a:cubicBezTo>
                    <a:pt x="945" y="434"/>
                    <a:pt x="1170" y="654"/>
                    <a:pt x="1008" y="957"/>
                  </a:cubicBezTo>
                  <a:cubicBezTo>
                    <a:pt x="915" y="1127"/>
                    <a:pt x="1035" y="1281"/>
                    <a:pt x="1204" y="1316"/>
                  </a:cubicBezTo>
                  <a:lnTo>
                    <a:pt x="1204" y="1316"/>
                  </a:lnTo>
                  <a:cubicBezTo>
                    <a:pt x="1186" y="1321"/>
                    <a:pt x="1210" y="1399"/>
                    <a:pt x="1196" y="1427"/>
                  </a:cubicBezTo>
                  <a:cubicBezTo>
                    <a:pt x="1165" y="1506"/>
                    <a:pt x="1039" y="1537"/>
                    <a:pt x="976" y="1553"/>
                  </a:cubicBezTo>
                  <a:cubicBezTo>
                    <a:pt x="820" y="1600"/>
                    <a:pt x="757" y="1615"/>
                    <a:pt x="647" y="1741"/>
                  </a:cubicBezTo>
                  <a:cubicBezTo>
                    <a:pt x="585" y="1803"/>
                    <a:pt x="600" y="1882"/>
                    <a:pt x="663" y="1929"/>
                  </a:cubicBezTo>
                  <a:cubicBezTo>
                    <a:pt x="753" y="1996"/>
                    <a:pt x="862" y="2026"/>
                    <a:pt x="975" y="2026"/>
                  </a:cubicBezTo>
                  <a:cubicBezTo>
                    <a:pt x="1257" y="2026"/>
                    <a:pt x="1561" y="1841"/>
                    <a:pt x="1650" y="1584"/>
                  </a:cubicBezTo>
                  <a:cubicBezTo>
                    <a:pt x="1737" y="1346"/>
                    <a:pt x="1667" y="1100"/>
                    <a:pt x="1496" y="955"/>
                  </a:cubicBezTo>
                  <a:lnTo>
                    <a:pt x="1496" y="955"/>
                  </a:lnTo>
                  <a:cubicBezTo>
                    <a:pt x="1559" y="631"/>
                    <a:pt x="1446" y="283"/>
                    <a:pt x="1133" y="95"/>
                  </a:cubicBezTo>
                  <a:cubicBezTo>
                    <a:pt x="1018" y="30"/>
                    <a:pt x="894" y="0"/>
                    <a:pt x="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31"/>
          <p:cNvSpPr/>
          <p:nvPr/>
        </p:nvSpPr>
        <p:spPr>
          <a:xfrm flipH="1" rot="-1800037">
            <a:off x="-475152" y="458709"/>
            <a:ext cx="1946926" cy="733839"/>
          </a:xfrm>
          <a:custGeom>
            <a:rect b="b" l="l" r="r" t="t"/>
            <a:pathLst>
              <a:path extrusionOk="0" h="7954" w="21103">
                <a:moveTo>
                  <a:pt x="12532" y="0"/>
                </a:moveTo>
                <a:cubicBezTo>
                  <a:pt x="12401" y="0"/>
                  <a:pt x="12266" y="16"/>
                  <a:pt x="12128" y="49"/>
                </a:cubicBezTo>
                <a:cubicBezTo>
                  <a:pt x="11196" y="273"/>
                  <a:pt x="10599" y="1093"/>
                  <a:pt x="10040" y="1801"/>
                </a:cubicBezTo>
                <a:cubicBezTo>
                  <a:pt x="9548" y="2428"/>
                  <a:pt x="9065" y="3145"/>
                  <a:pt x="8257" y="3145"/>
                </a:cubicBezTo>
                <a:cubicBezTo>
                  <a:pt x="8168" y="3145"/>
                  <a:pt x="8075" y="3137"/>
                  <a:pt x="7978" y="3118"/>
                </a:cubicBezTo>
                <a:cubicBezTo>
                  <a:pt x="6897" y="2907"/>
                  <a:pt x="6474" y="1540"/>
                  <a:pt x="5344" y="1490"/>
                </a:cubicBezTo>
                <a:cubicBezTo>
                  <a:pt x="5312" y="1489"/>
                  <a:pt x="5281" y="1488"/>
                  <a:pt x="5250" y="1488"/>
                </a:cubicBezTo>
                <a:cubicBezTo>
                  <a:pt x="3868" y="1488"/>
                  <a:pt x="2567" y="2817"/>
                  <a:pt x="1765" y="3789"/>
                </a:cubicBezTo>
                <a:cubicBezTo>
                  <a:pt x="796" y="4945"/>
                  <a:pt x="1" y="6311"/>
                  <a:pt x="249" y="7852"/>
                </a:cubicBezTo>
                <a:cubicBezTo>
                  <a:pt x="260" y="7923"/>
                  <a:pt x="312" y="7953"/>
                  <a:pt x="366" y="7953"/>
                </a:cubicBezTo>
                <a:cubicBezTo>
                  <a:pt x="436" y="7953"/>
                  <a:pt x="510" y="7904"/>
                  <a:pt x="510" y="7827"/>
                </a:cubicBezTo>
                <a:cubicBezTo>
                  <a:pt x="597" y="6038"/>
                  <a:pt x="2175" y="4535"/>
                  <a:pt x="3455" y="3466"/>
                </a:cubicBezTo>
                <a:cubicBezTo>
                  <a:pt x="3765" y="3204"/>
                  <a:pt x="4432" y="2662"/>
                  <a:pt x="4946" y="2662"/>
                </a:cubicBezTo>
                <a:cubicBezTo>
                  <a:pt x="5090" y="2662"/>
                  <a:pt x="5222" y="2704"/>
                  <a:pt x="5331" y="2808"/>
                </a:cubicBezTo>
                <a:cubicBezTo>
                  <a:pt x="5691" y="3143"/>
                  <a:pt x="5903" y="3565"/>
                  <a:pt x="6288" y="3889"/>
                </a:cubicBezTo>
                <a:cubicBezTo>
                  <a:pt x="6853" y="4361"/>
                  <a:pt x="7625" y="4667"/>
                  <a:pt x="8377" y="4667"/>
                </a:cubicBezTo>
                <a:cubicBezTo>
                  <a:pt x="8733" y="4667"/>
                  <a:pt x="9084" y="4599"/>
                  <a:pt x="9407" y="4448"/>
                </a:cubicBezTo>
                <a:cubicBezTo>
                  <a:pt x="10289" y="4038"/>
                  <a:pt x="10860" y="3218"/>
                  <a:pt x="11432" y="2472"/>
                </a:cubicBezTo>
                <a:cubicBezTo>
                  <a:pt x="11749" y="2049"/>
                  <a:pt x="12082" y="1529"/>
                  <a:pt x="12538" y="1529"/>
                </a:cubicBezTo>
                <a:cubicBezTo>
                  <a:pt x="12672" y="1529"/>
                  <a:pt x="12815" y="1573"/>
                  <a:pt x="12973" y="1677"/>
                </a:cubicBezTo>
                <a:cubicBezTo>
                  <a:pt x="13867" y="2273"/>
                  <a:pt x="14538" y="3590"/>
                  <a:pt x="15184" y="4435"/>
                </a:cubicBezTo>
                <a:cubicBezTo>
                  <a:pt x="15967" y="5454"/>
                  <a:pt x="16874" y="6510"/>
                  <a:pt x="18067" y="7082"/>
                </a:cubicBezTo>
                <a:cubicBezTo>
                  <a:pt x="18436" y="7259"/>
                  <a:pt x="18871" y="7365"/>
                  <a:pt x="19295" y="7365"/>
                </a:cubicBezTo>
                <a:cubicBezTo>
                  <a:pt x="19967" y="7365"/>
                  <a:pt x="20612" y="7099"/>
                  <a:pt x="20925" y="6436"/>
                </a:cubicBezTo>
                <a:cubicBezTo>
                  <a:pt x="21102" y="6069"/>
                  <a:pt x="20863" y="5633"/>
                  <a:pt x="20474" y="5633"/>
                </a:cubicBezTo>
                <a:cubicBezTo>
                  <a:pt x="20427" y="5633"/>
                  <a:pt x="20379" y="5640"/>
                  <a:pt x="20328" y="5653"/>
                </a:cubicBezTo>
                <a:cubicBezTo>
                  <a:pt x="19908" y="5762"/>
                  <a:pt x="19589" y="5926"/>
                  <a:pt x="19217" y="5926"/>
                </a:cubicBezTo>
                <a:cubicBezTo>
                  <a:pt x="19083" y="5926"/>
                  <a:pt x="18942" y="5904"/>
                  <a:pt x="18788" y="5852"/>
                </a:cubicBezTo>
                <a:cubicBezTo>
                  <a:pt x="18179" y="5665"/>
                  <a:pt x="17669" y="5119"/>
                  <a:pt x="17234" y="4671"/>
                </a:cubicBezTo>
                <a:cubicBezTo>
                  <a:pt x="16327" y="3739"/>
                  <a:pt x="15632" y="2634"/>
                  <a:pt x="14836" y="1615"/>
                </a:cubicBezTo>
                <a:cubicBezTo>
                  <a:pt x="14277" y="880"/>
                  <a:pt x="13515" y="0"/>
                  <a:pt x="125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1"/>
          <p:cNvSpPr/>
          <p:nvPr/>
        </p:nvSpPr>
        <p:spPr>
          <a:xfrm flipH="1" rot="-1800037">
            <a:off x="-679939" y="291893"/>
            <a:ext cx="2178033" cy="675162"/>
          </a:xfrm>
          <a:custGeom>
            <a:rect b="b" l="l" r="r" t="t"/>
            <a:pathLst>
              <a:path extrusionOk="0" h="7318" w="23608">
                <a:moveTo>
                  <a:pt x="13475" y="0"/>
                </a:moveTo>
                <a:cubicBezTo>
                  <a:pt x="12756" y="0"/>
                  <a:pt x="12032" y="211"/>
                  <a:pt x="11332" y="714"/>
                </a:cubicBezTo>
                <a:cubicBezTo>
                  <a:pt x="10860" y="1050"/>
                  <a:pt x="10586" y="1596"/>
                  <a:pt x="10102" y="1919"/>
                </a:cubicBezTo>
                <a:cubicBezTo>
                  <a:pt x="9998" y="1988"/>
                  <a:pt x="9890" y="2017"/>
                  <a:pt x="9777" y="2017"/>
                </a:cubicBezTo>
                <a:cubicBezTo>
                  <a:pt x="9134" y="2017"/>
                  <a:pt x="8380" y="1045"/>
                  <a:pt x="7915" y="801"/>
                </a:cubicBezTo>
                <a:cubicBezTo>
                  <a:pt x="7487" y="580"/>
                  <a:pt x="7054" y="491"/>
                  <a:pt x="6623" y="491"/>
                </a:cubicBezTo>
                <a:cubicBezTo>
                  <a:pt x="5916" y="491"/>
                  <a:pt x="5216" y="731"/>
                  <a:pt x="4560" y="1025"/>
                </a:cubicBezTo>
                <a:cubicBezTo>
                  <a:pt x="2175" y="2093"/>
                  <a:pt x="758" y="4827"/>
                  <a:pt x="25" y="7175"/>
                </a:cubicBezTo>
                <a:cubicBezTo>
                  <a:pt x="1" y="7257"/>
                  <a:pt x="73" y="7317"/>
                  <a:pt x="139" y="7317"/>
                </a:cubicBezTo>
                <a:cubicBezTo>
                  <a:pt x="174" y="7317"/>
                  <a:pt x="207" y="7301"/>
                  <a:pt x="224" y="7262"/>
                </a:cubicBezTo>
                <a:cubicBezTo>
                  <a:pt x="795" y="6007"/>
                  <a:pt x="1640" y="4728"/>
                  <a:pt x="2485" y="3634"/>
                </a:cubicBezTo>
                <a:cubicBezTo>
                  <a:pt x="3454" y="2392"/>
                  <a:pt x="4647" y="1398"/>
                  <a:pt x="6275" y="1360"/>
                </a:cubicBezTo>
                <a:cubicBezTo>
                  <a:pt x="6290" y="1360"/>
                  <a:pt x="6304" y="1360"/>
                  <a:pt x="6319" y="1360"/>
                </a:cubicBezTo>
                <a:cubicBezTo>
                  <a:pt x="7733" y="1360"/>
                  <a:pt x="8300" y="3113"/>
                  <a:pt x="9720" y="3113"/>
                </a:cubicBezTo>
                <a:cubicBezTo>
                  <a:pt x="9739" y="3113"/>
                  <a:pt x="9759" y="3113"/>
                  <a:pt x="9779" y="3112"/>
                </a:cubicBezTo>
                <a:cubicBezTo>
                  <a:pt x="10388" y="3087"/>
                  <a:pt x="10835" y="2851"/>
                  <a:pt x="11270" y="2416"/>
                </a:cubicBezTo>
                <a:cubicBezTo>
                  <a:pt x="12003" y="1721"/>
                  <a:pt x="12537" y="1261"/>
                  <a:pt x="13618" y="1211"/>
                </a:cubicBezTo>
                <a:cubicBezTo>
                  <a:pt x="13673" y="1208"/>
                  <a:pt x="13727" y="1207"/>
                  <a:pt x="13780" y="1207"/>
                </a:cubicBezTo>
                <a:cubicBezTo>
                  <a:pt x="16274" y="1207"/>
                  <a:pt x="17942" y="4261"/>
                  <a:pt x="19694" y="5659"/>
                </a:cubicBezTo>
                <a:cubicBezTo>
                  <a:pt x="20307" y="6145"/>
                  <a:pt x="21059" y="6738"/>
                  <a:pt x="21872" y="6738"/>
                </a:cubicBezTo>
                <a:cubicBezTo>
                  <a:pt x="21932" y="6738"/>
                  <a:pt x="21993" y="6735"/>
                  <a:pt x="22055" y="6728"/>
                </a:cubicBezTo>
                <a:cubicBezTo>
                  <a:pt x="22937" y="6616"/>
                  <a:pt x="23608" y="5622"/>
                  <a:pt x="22875" y="4889"/>
                </a:cubicBezTo>
                <a:cubicBezTo>
                  <a:pt x="22807" y="4829"/>
                  <a:pt x="22721" y="4796"/>
                  <a:pt x="22634" y="4796"/>
                </a:cubicBezTo>
                <a:cubicBezTo>
                  <a:pt x="22576" y="4796"/>
                  <a:pt x="22519" y="4810"/>
                  <a:pt x="22465" y="4839"/>
                </a:cubicBezTo>
                <a:cubicBezTo>
                  <a:pt x="22278" y="4939"/>
                  <a:pt x="21930" y="5324"/>
                  <a:pt x="21868" y="5336"/>
                </a:cubicBezTo>
                <a:cubicBezTo>
                  <a:pt x="21839" y="5347"/>
                  <a:pt x="21806" y="5351"/>
                  <a:pt x="21771" y="5351"/>
                </a:cubicBezTo>
                <a:cubicBezTo>
                  <a:pt x="21466" y="5351"/>
                  <a:pt x="20975" y="4999"/>
                  <a:pt x="20775" y="4877"/>
                </a:cubicBezTo>
                <a:cubicBezTo>
                  <a:pt x="19942" y="4380"/>
                  <a:pt x="19147" y="3659"/>
                  <a:pt x="18514" y="2926"/>
                </a:cubicBezTo>
                <a:cubicBezTo>
                  <a:pt x="17274" y="1506"/>
                  <a:pt x="15397" y="0"/>
                  <a:pt x="134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TF-IDF</a:t>
            </a:r>
            <a:endParaRPr/>
          </a:p>
        </p:txBody>
      </p:sp>
      <p:sp>
        <p:nvSpPr>
          <p:cNvPr id="1002" name="Google Shape;1002;p32"/>
          <p:cNvSpPr txBox="1"/>
          <p:nvPr>
            <p:ph idx="4" type="subTitle"/>
          </p:nvPr>
        </p:nvSpPr>
        <p:spPr>
          <a:xfrm>
            <a:off x="940400" y="1229900"/>
            <a:ext cx="7637100" cy="33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Measures importance of words (ingredient) to a specific document (product) compared to the entire dataset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Term-Frequency: how often a word appears in a product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Inverse Document Frequency: reduces the importances of words that appears in many products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Highlights</a:t>
            </a:r>
            <a:r>
              <a:rPr lang="en"/>
              <a:t> rare but meaningful ingredients in a product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Converts </a:t>
            </a:r>
            <a:r>
              <a:rPr lang="en"/>
              <a:t>ingredient lists into weighted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2"/>
          <p:cNvSpPr/>
          <p:nvPr/>
        </p:nvSpPr>
        <p:spPr>
          <a:xfrm rot="-4283232">
            <a:off x="6673328" y="3132194"/>
            <a:ext cx="2047323" cy="3230054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32"/>
          <p:cNvGrpSpPr/>
          <p:nvPr/>
        </p:nvGrpSpPr>
        <p:grpSpPr>
          <a:xfrm>
            <a:off x="313024" y="2806618"/>
            <a:ext cx="406971" cy="826952"/>
            <a:chOff x="7642550" y="2045675"/>
            <a:chExt cx="534925" cy="1086950"/>
          </a:xfrm>
        </p:grpSpPr>
        <p:sp>
          <p:nvSpPr>
            <p:cNvPr id="1005" name="Google Shape;1005;p32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2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2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2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2" name="Google Shape;1012;p32"/>
          <p:cNvSpPr/>
          <p:nvPr/>
        </p:nvSpPr>
        <p:spPr>
          <a:xfrm rot="10800000">
            <a:off x="1107028" y="921608"/>
            <a:ext cx="123525" cy="9611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3" name="Google Shape;1013;p32"/>
          <p:cNvGrpSpPr/>
          <p:nvPr/>
        </p:nvGrpSpPr>
        <p:grpSpPr>
          <a:xfrm rot="10800000">
            <a:off x="8283909" y="3434185"/>
            <a:ext cx="293749" cy="434421"/>
            <a:chOff x="4510355" y="4299794"/>
            <a:chExt cx="138144" cy="204299"/>
          </a:xfrm>
        </p:grpSpPr>
        <p:sp>
          <p:nvSpPr>
            <p:cNvPr id="1014" name="Google Shape;1014;p32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2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6" name="Google Shape;1016;p32"/>
          <p:cNvGrpSpPr/>
          <p:nvPr/>
        </p:nvGrpSpPr>
        <p:grpSpPr>
          <a:xfrm rot="10800000">
            <a:off x="7738492" y="3982586"/>
            <a:ext cx="125150" cy="184835"/>
            <a:chOff x="4820760" y="3853535"/>
            <a:chExt cx="58855" cy="86924"/>
          </a:xfrm>
        </p:grpSpPr>
        <p:sp>
          <p:nvSpPr>
            <p:cNvPr id="1017" name="Google Shape;1017;p32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9" name="Google Shape;1019;p32"/>
          <p:cNvSpPr/>
          <p:nvPr/>
        </p:nvSpPr>
        <p:spPr>
          <a:xfrm rot="10800000">
            <a:off x="7513814" y="4373137"/>
            <a:ext cx="79168" cy="61438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0" name="Google Shape;1020;p32"/>
          <p:cNvGrpSpPr/>
          <p:nvPr/>
        </p:nvGrpSpPr>
        <p:grpSpPr>
          <a:xfrm>
            <a:off x="7863638" y="430763"/>
            <a:ext cx="735150" cy="424150"/>
            <a:chOff x="9589700" y="3420525"/>
            <a:chExt cx="735150" cy="424150"/>
          </a:xfrm>
        </p:grpSpPr>
        <p:sp>
          <p:nvSpPr>
            <p:cNvPr id="1021" name="Google Shape;1021;p32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2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2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</a:t>
            </a:r>
            <a:endParaRPr/>
          </a:p>
        </p:txBody>
      </p:sp>
      <p:sp>
        <p:nvSpPr>
          <p:cNvPr id="1033" name="Google Shape;1033;p33"/>
          <p:cNvSpPr txBox="1"/>
          <p:nvPr>
            <p:ph idx="4" type="subTitle"/>
          </p:nvPr>
        </p:nvSpPr>
        <p:spPr>
          <a:xfrm>
            <a:off x="940400" y="1247725"/>
            <a:ext cx="7637100" cy="33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Sentence-BERT model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Deep learning model that converts entire pieces of text into dense numerical vectors that represent their meaning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Converts text into vectors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Becomes a point in a high-dimensional space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Captures meaning not </a:t>
            </a:r>
            <a:r>
              <a:rPr lang="en"/>
              <a:t>just</a:t>
            </a:r>
            <a:r>
              <a:rPr lang="en"/>
              <a:t> exact matches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Learns semantic relationships between phrases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handle synonyms, context, meaning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3"/>
          <p:cNvSpPr/>
          <p:nvPr/>
        </p:nvSpPr>
        <p:spPr>
          <a:xfrm rot="-4283232">
            <a:off x="6673328" y="3132194"/>
            <a:ext cx="2047323" cy="3230054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5" name="Google Shape;1035;p33"/>
          <p:cNvGrpSpPr/>
          <p:nvPr/>
        </p:nvGrpSpPr>
        <p:grpSpPr>
          <a:xfrm>
            <a:off x="6832349" y="229368"/>
            <a:ext cx="406971" cy="826952"/>
            <a:chOff x="7642550" y="2045675"/>
            <a:chExt cx="534925" cy="1086950"/>
          </a:xfrm>
        </p:grpSpPr>
        <p:sp>
          <p:nvSpPr>
            <p:cNvPr id="1036" name="Google Shape;1036;p33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3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3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3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3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3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3" name="Google Shape;1043;p33"/>
          <p:cNvSpPr/>
          <p:nvPr/>
        </p:nvSpPr>
        <p:spPr>
          <a:xfrm rot="10800000">
            <a:off x="1107028" y="921608"/>
            <a:ext cx="123525" cy="9611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4" name="Google Shape;1044;p33"/>
          <p:cNvGrpSpPr/>
          <p:nvPr/>
        </p:nvGrpSpPr>
        <p:grpSpPr>
          <a:xfrm rot="10800000">
            <a:off x="8283909" y="3434185"/>
            <a:ext cx="293749" cy="434421"/>
            <a:chOff x="4510355" y="4299794"/>
            <a:chExt cx="138144" cy="204299"/>
          </a:xfrm>
        </p:grpSpPr>
        <p:sp>
          <p:nvSpPr>
            <p:cNvPr id="1045" name="Google Shape;1045;p33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3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7" name="Google Shape;1047;p33"/>
          <p:cNvGrpSpPr/>
          <p:nvPr/>
        </p:nvGrpSpPr>
        <p:grpSpPr>
          <a:xfrm rot="10800000">
            <a:off x="7738492" y="3982586"/>
            <a:ext cx="125150" cy="184835"/>
            <a:chOff x="4820760" y="3853535"/>
            <a:chExt cx="58855" cy="86924"/>
          </a:xfrm>
        </p:grpSpPr>
        <p:sp>
          <p:nvSpPr>
            <p:cNvPr id="1048" name="Google Shape;1048;p33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0" name="Google Shape;1050;p33"/>
          <p:cNvSpPr/>
          <p:nvPr/>
        </p:nvSpPr>
        <p:spPr>
          <a:xfrm rot="10800000">
            <a:off x="7513814" y="4373137"/>
            <a:ext cx="79168" cy="61438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1" name="Google Shape;1051;p33"/>
          <p:cNvGrpSpPr/>
          <p:nvPr/>
        </p:nvGrpSpPr>
        <p:grpSpPr>
          <a:xfrm>
            <a:off x="7863638" y="430763"/>
            <a:ext cx="735150" cy="424150"/>
            <a:chOff x="9589700" y="3420525"/>
            <a:chExt cx="735150" cy="424150"/>
          </a:xfrm>
        </p:grpSpPr>
        <p:sp>
          <p:nvSpPr>
            <p:cNvPr id="1052" name="Google Shape;1052;p33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3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3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3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3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3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75" y="1125763"/>
            <a:ext cx="4191299" cy="278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34" title="Product Embedding Sp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675" y="1350288"/>
            <a:ext cx="4191301" cy="24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Jaccard Similarity</a:t>
            </a:r>
            <a:endParaRPr/>
          </a:p>
        </p:txBody>
      </p:sp>
      <p:sp>
        <p:nvSpPr>
          <p:cNvPr id="1070" name="Google Shape;1070;p35"/>
          <p:cNvSpPr txBox="1"/>
          <p:nvPr>
            <p:ph idx="4" type="subTitle"/>
          </p:nvPr>
        </p:nvSpPr>
        <p:spPr>
          <a:xfrm>
            <a:off x="940400" y="1616200"/>
            <a:ext cx="7637100" cy="29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Measures overlap between sets to measure how </a:t>
            </a:r>
            <a:r>
              <a:rPr lang="en"/>
              <a:t>similar</a:t>
            </a:r>
            <a:r>
              <a:rPr lang="en"/>
              <a:t> the sets are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checks how many ingredients two products have in common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It compares the number of shared ingredients to the total number of unique ingredients across both products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5"/>
          <p:cNvSpPr/>
          <p:nvPr/>
        </p:nvSpPr>
        <p:spPr>
          <a:xfrm rot="-4283232">
            <a:off x="6673328" y="3132194"/>
            <a:ext cx="2047323" cy="3230054"/>
          </a:xfrm>
          <a:custGeom>
            <a:rect b="b" l="l" r="r" t="t"/>
            <a:pathLst>
              <a:path extrusionOk="0" h="37972" w="24068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2" name="Google Shape;1072;p35"/>
          <p:cNvGrpSpPr/>
          <p:nvPr/>
        </p:nvGrpSpPr>
        <p:grpSpPr>
          <a:xfrm>
            <a:off x="5139024" y="4179093"/>
            <a:ext cx="406971" cy="826952"/>
            <a:chOff x="7642550" y="2045675"/>
            <a:chExt cx="534925" cy="1086950"/>
          </a:xfrm>
        </p:grpSpPr>
        <p:sp>
          <p:nvSpPr>
            <p:cNvPr id="1073" name="Google Shape;1073;p35"/>
            <p:cNvSpPr/>
            <p:nvPr/>
          </p:nvSpPr>
          <p:spPr>
            <a:xfrm>
              <a:off x="7642550" y="2045675"/>
              <a:ext cx="534925" cy="1086950"/>
            </a:xfrm>
            <a:custGeom>
              <a:rect b="b" l="l" r="r" t="t"/>
              <a:pathLst>
                <a:path extrusionOk="0" h="43478" w="21397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7709175" y="2402375"/>
              <a:ext cx="401950" cy="33925"/>
            </a:xfrm>
            <a:custGeom>
              <a:rect b="b" l="l" r="r" t="t"/>
              <a:pathLst>
                <a:path extrusionOk="0" h="1357" w="16078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7730725" y="2596350"/>
              <a:ext cx="363200" cy="33250"/>
            </a:xfrm>
            <a:custGeom>
              <a:rect b="b" l="l" r="r" t="t"/>
              <a:pathLst>
                <a:path extrusionOk="0" h="1330" w="14528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5"/>
            <p:cNvSpPr/>
            <p:nvPr/>
          </p:nvSpPr>
          <p:spPr>
            <a:xfrm>
              <a:off x="7803225" y="2477575"/>
              <a:ext cx="191250" cy="49050"/>
            </a:xfrm>
            <a:custGeom>
              <a:rect b="b" l="l" r="r" t="t"/>
              <a:pathLst>
                <a:path extrusionOk="0" h="1962" w="765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5"/>
            <p:cNvSpPr/>
            <p:nvPr/>
          </p:nvSpPr>
          <p:spPr>
            <a:xfrm>
              <a:off x="7912300" y="2532550"/>
              <a:ext cx="113125" cy="30175"/>
            </a:xfrm>
            <a:custGeom>
              <a:rect b="b" l="l" r="r" t="t"/>
              <a:pathLst>
                <a:path extrusionOk="0" h="1207" w="4525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5"/>
            <p:cNvSpPr/>
            <p:nvPr/>
          </p:nvSpPr>
          <p:spPr>
            <a:xfrm>
              <a:off x="7777350" y="2209475"/>
              <a:ext cx="240625" cy="224800"/>
            </a:xfrm>
            <a:custGeom>
              <a:rect b="b" l="l" r="r" t="t"/>
              <a:pathLst>
                <a:path extrusionOk="0" h="8992" w="9625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5"/>
            <p:cNvSpPr/>
            <p:nvPr/>
          </p:nvSpPr>
          <p:spPr>
            <a:xfrm>
              <a:off x="7814200" y="2292100"/>
              <a:ext cx="137950" cy="140075"/>
            </a:xfrm>
            <a:custGeom>
              <a:rect b="b" l="l" r="r" t="t"/>
              <a:pathLst>
                <a:path extrusionOk="0" h="5603" w="5518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0" name="Google Shape;1080;p35"/>
          <p:cNvSpPr/>
          <p:nvPr/>
        </p:nvSpPr>
        <p:spPr>
          <a:xfrm rot="10800000">
            <a:off x="1107028" y="921608"/>
            <a:ext cx="123525" cy="96119"/>
          </a:xfrm>
          <a:custGeom>
            <a:rect b="b" l="l" r="r" t="t"/>
            <a:pathLst>
              <a:path extrusionOk="0" h="1480" w="1902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1" name="Google Shape;1081;p35"/>
          <p:cNvGrpSpPr/>
          <p:nvPr/>
        </p:nvGrpSpPr>
        <p:grpSpPr>
          <a:xfrm rot="10800000">
            <a:off x="8283909" y="3434185"/>
            <a:ext cx="293749" cy="434421"/>
            <a:chOff x="4510355" y="4299794"/>
            <a:chExt cx="138144" cy="204299"/>
          </a:xfrm>
        </p:grpSpPr>
        <p:sp>
          <p:nvSpPr>
            <p:cNvPr id="1082" name="Google Shape;1082;p35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5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4" name="Google Shape;1084;p35"/>
          <p:cNvGrpSpPr/>
          <p:nvPr/>
        </p:nvGrpSpPr>
        <p:grpSpPr>
          <a:xfrm rot="10800000">
            <a:off x="7738492" y="3982586"/>
            <a:ext cx="125150" cy="184835"/>
            <a:chOff x="4820760" y="3853535"/>
            <a:chExt cx="58855" cy="86924"/>
          </a:xfrm>
        </p:grpSpPr>
        <p:sp>
          <p:nvSpPr>
            <p:cNvPr id="1085" name="Google Shape;1085;p35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5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7" name="Google Shape;1087;p35"/>
          <p:cNvSpPr/>
          <p:nvPr/>
        </p:nvSpPr>
        <p:spPr>
          <a:xfrm rot="10800000">
            <a:off x="7513814" y="4373137"/>
            <a:ext cx="79168" cy="61438"/>
          </a:xfrm>
          <a:custGeom>
            <a:rect b="b" l="l" r="r" t="t"/>
            <a:pathLst>
              <a:path extrusionOk="0" h="946" w="1219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8" name="Google Shape;1088;p35"/>
          <p:cNvGrpSpPr/>
          <p:nvPr/>
        </p:nvGrpSpPr>
        <p:grpSpPr>
          <a:xfrm>
            <a:off x="7863638" y="430763"/>
            <a:ext cx="735150" cy="424150"/>
            <a:chOff x="9589700" y="3420525"/>
            <a:chExt cx="735150" cy="424150"/>
          </a:xfrm>
        </p:grpSpPr>
        <p:sp>
          <p:nvSpPr>
            <p:cNvPr id="1089" name="Google Shape;1089;p35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5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5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5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5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5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5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101" name="Google Shape;1101;p36"/>
          <p:cNvSpPr txBox="1"/>
          <p:nvPr/>
        </p:nvSpPr>
        <p:spPr>
          <a:xfrm>
            <a:off x="720000" y="1209225"/>
            <a:ext cx="72321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SemiBold"/>
              <a:buChar char="●"/>
            </a:pPr>
            <a:r>
              <a:rPr lang="en"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Cheaper recommendations with high similarity</a:t>
            </a:r>
            <a:endParaRPr sz="2400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SemiBold"/>
              <a:buChar char="●"/>
            </a:pPr>
            <a:r>
              <a:rPr lang="en"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 significant percentage (around 83%) of recommendations are cheaper than the original product</a:t>
            </a:r>
            <a:endParaRPr sz="2400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37"/>
          <p:cNvSpPr txBox="1"/>
          <p:nvPr>
            <p:ph type="title"/>
          </p:nvPr>
        </p:nvSpPr>
        <p:spPr>
          <a:xfrm>
            <a:off x="1849200" y="482663"/>
            <a:ext cx="5445600" cy="7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</a:t>
            </a:r>
            <a:endParaRPr/>
          </a:p>
        </p:txBody>
      </p:sp>
      <p:sp>
        <p:nvSpPr>
          <p:cNvPr id="1107" name="Google Shape;1107;p37"/>
          <p:cNvSpPr/>
          <p:nvPr/>
        </p:nvSpPr>
        <p:spPr>
          <a:xfrm>
            <a:off x="5944292" y="5765"/>
            <a:ext cx="3475860" cy="1229918"/>
          </a:xfrm>
          <a:custGeom>
            <a:rect b="b" l="l" r="r" t="t"/>
            <a:pathLst>
              <a:path extrusionOk="0" h="8631" w="24392">
                <a:moveTo>
                  <a:pt x="22701" y="1"/>
                </a:moveTo>
                <a:cubicBezTo>
                  <a:pt x="22453" y="150"/>
                  <a:pt x="22217" y="324"/>
                  <a:pt x="21993" y="498"/>
                </a:cubicBezTo>
                <a:cubicBezTo>
                  <a:pt x="20726" y="1554"/>
                  <a:pt x="20167" y="2859"/>
                  <a:pt x="19359" y="4226"/>
                </a:cubicBezTo>
                <a:cubicBezTo>
                  <a:pt x="18738" y="5294"/>
                  <a:pt x="18626" y="6748"/>
                  <a:pt x="17222" y="7071"/>
                </a:cubicBezTo>
                <a:cubicBezTo>
                  <a:pt x="17032" y="7114"/>
                  <a:pt x="16853" y="7134"/>
                  <a:pt x="16685" y="7134"/>
                </a:cubicBezTo>
                <a:cubicBezTo>
                  <a:pt x="15241" y="7134"/>
                  <a:pt x="14540" y="5663"/>
                  <a:pt x="14029" y="4462"/>
                </a:cubicBezTo>
                <a:cubicBezTo>
                  <a:pt x="13494" y="3219"/>
                  <a:pt x="12811" y="2188"/>
                  <a:pt x="11494" y="1716"/>
                </a:cubicBezTo>
                <a:cubicBezTo>
                  <a:pt x="11104" y="1579"/>
                  <a:pt x="10709" y="1520"/>
                  <a:pt x="10315" y="1520"/>
                </a:cubicBezTo>
                <a:cubicBezTo>
                  <a:pt x="9352" y="1520"/>
                  <a:pt x="8394" y="1869"/>
                  <a:pt x="7530" y="2275"/>
                </a:cubicBezTo>
                <a:cubicBezTo>
                  <a:pt x="6490" y="2744"/>
                  <a:pt x="5552" y="3234"/>
                  <a:pt x="4504" y="3234"/>
                </a:cubicBezTo>
                <a:cubicBezTo>
                  <a:pt x="4138" y="3234"/>
                  <a:pt x="3758" y="3174"/>
                  <a:pt x="3355" y="3033"/>
                </a:cubicBezTo>
                <a:cubicBezTo>
                  <a:pt x="1914" y="2536"/>
                  <a:pt x="895" y="1467"/>
                  <a:pt x="373" y="150"/>
                </a:cubicBezTo>
                <a:cubicBezTo>
                  <a:pt x="249" y="212"/>
                  <a:pt x="125" y="262"/>
                  <a:pt x="1" y="324"/>
                </a:cubicBezTo>
                <a:cubicBezTo>
                  <a:pt x="137" y="1157"/>
                  <a:pt x="423" y="1939"/>
                  <a:pt x="995" y="2648"/>
                </a:cubicBezTo>
                <a:cubicBezTo>
                  <a:pt x="1928" y="3827"/>
                  <a:pt x="3250" y="4609"/>
                  <a:pt x="4737" y="4609"/>
                </a:cubicBezTo>
                <a:cubicBezTo>
                  <a:pt x="4972" y="4609"/>
                  <a:pt x="5212" y="4589"/>
                  <a:pt x="5455" y="4549"/>
                </a:cubicBezTo>
                <a:cubicBezTo>
                  <a:pt x="6884" y="4300"/>
                  <a:pt x="8077" y="3418"/>
                  <a:pt x="9481" y="3058"/>
                </a:cubicBezTo>
                <a:cubicBezTo>
                  <a:pt x="9751" y="2987"/>
                  <a:pt x="9999" y="2954"/>
                  <a:pt x="10229" y="2954"/>
                </a:cubicBezTo>
                <a:cubicBezTo>
                  <a:pt x="11606" y="2954"/>
                  <a:pt x="12303" y="4142"/>
                  <a:pt x="12836" y="5431"/>
                </a:cubicBezTo>
                <a:cubicBezTo>
                  <a:pt x="13407" y="6773"/>
                  <a:pt x="14091" y="7891"/>
                  <a:pt x="15520" y="8400"/>
                </a:cubicBezTo>
                <a:cubicBezTo>
                  <a:pt x="15942" y="8554"/>
                  <a:pt x="16381" y="8631"/>
                  <a:pt x="16814" y="8631"/>
                </a:cubicBezTo>
                <a:cubicBezTo>
                  <a:pt x="17849" y="8631"/>
                  <a:pt x="18851" y="8197"/>
                  <a:pt x="19508" y="7357"/>
                </a:cubicBezTo>
                <a:cubicBezTo>
                  <a:pt x="19931" y="6835"/>
                  <a:pt x="20204" y="6226"/>
                  <a:pt x="20465" y="5605"/>
                </a:cubicBezTo>
                <a:cubicBezTo>
                  <a:pt x="20763" y="4872"/>
                  <a:pt x="20800" y="4089"/>
                  <a:pt x="21148" y="3368"/>
                </a:cubicBezTo>
                <a:cubicBezTo>
                  <a:pt x="21881" y="1865"/>
                  <a:pt x="23037" y="1219"/>
                  <a:pt x="24391" y="821"/>
                </a:cubicBezTo>
                <a:lnTo>
                  <a:pt x="227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7"/>
          <p:cNvSpPr/>
          <p:nvPr/>
        </p:nvSpPr>
        <p:spPr>
          <a:xfrm flipH="1">
            <a:off x="327803" y="4398105"/>
            <a:ext cx="1459444" cy="815428"/>
          </a:xfrm>
          <a:custGeom>
            <a:rect b="b" l="l" r="r" t="t"/>
            <a:pathLst>
              <a:path extrusionOk="0" h="4791" w="8575">
                <a:moveTo>
                  <a:pt x="5072" y="0"/>
                </a:moveTo>
                <a:cubicBezTo>
                  <a:pt x="4013" y="0"/>
                  <a:pt x="2828" y="567"/>
                  <a:pt x="2088" y="1175"/>
                </a:cubicBezTo>
                <a:cubicBezTo>
                  <a:pt x="1330" y="1796"/>
                  <a:pt x="597" y="2517"/>
                  <a:pt x="1" y="3337"/>
                </a:cubicBezTo>
                <a:lnTo>
                  <a:pt x="324" y="3436"/>
                </a:lnTo>
                <a:cubicBezTo>
                  <a:pt x="896" y="2703"/>
                  <a:pt x="1604" y="2082"/>
                  <a:pt x="2424" y="1597"/>
                </a:cubicBezTo>
                <a:cubicBezTo>
                  <a:pt x="3008" y="1251"/>
                  <a:pt x="4051" y="861"/>
                  <a:pt x="4954" y="861"/>
                </a:cubicBezTo>
                <a:cubicBezTo>
                  <a:pt x="5800" y="861"/>
                  <a:pt x="6521" y="1203"/>
                  <a:pt x="6624" y="2243"/>
                </a:cubicBezTo>
                <a:cubicBezTo>
                  <a:pt x="6698" y="2939"/>
                  <a:pt x="6549" y="3647"/>
                  <a:pt x="6710" y="4343"/>
                </a:cubicBezTo>
                <a:cubicBezTo>
                  <a:pt x="6735" y="4467"/>
                  <a:pt x="6773" y="4579"/>
                  <a:pt x="6810" y="4691"/>
                </a:cubicBezTo>
                <a:cubicBezTo>
                  <a:pt x="7394" y="4728"/>
                  <a:pt x="7978" y="4766"/>
                  <a:pt x="8574" y="4790"/>
                </a:cubicBezTo>
                <a:cubicBezTo>
                  <a:pt x="8214" y="4430"/>
                  <a:pt x="7990" y="3958"/>
                  <a:pt x="7941" y="3374"/>
                </a:cubicBezTo>
                <a:cubicBezTo>
                  <a:pt x="7829" y="1783"/>
                  <a:pt x="7406" y="578"/>
                  <a:pt x="5766" y="94"/>
                </a:cubicBezTo>
                <a:cubicBezTo>
                  <a:pt x="5546" y="29"/>
                  <a:pt x="5312" y="0"/>
                  <a:pt x="50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7"/>
          <p:cNvSpPr/>
          <p:nvPr/>
        </p:nvSpPr>
        <p:spPr>
          <a:xfrm rot="-5400000">
            <a:off x="1404711" y="-482666"/>
            <a:ext cx="999306" cy="1900928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7"/>
          <p:cNvSpPr/>
          <p:nvPr/>
        </p:nvSpPr>
        <p:spPr>
          <a:xfrm rot="-5400000">
            <a:off x="376531" y="-153262"/>
            <a:ext cx="897154" cy="2043168"/>
          </a:xfrm>
          <a:custGeom>
            <a:rect b="b" l="l" r="r" t="t"/>
            <a:pathLst>
              <a:path extrusionOk="0" h="16921" w="7430">
                <a:moveTo>
                  <a:pt x="234" y="1"/>
                </a:moveTo>
                <a:cubicBezTo>
                  <a:pt x="95" y="1"/>
                  <a:pt x="1" y="213"/>
                  <a:pt x="149" y="308"/>
                </a:cubicBezTo>
                <a:cubicBezTo>
                  <a:pt x="1341" y="1053"/>
                  <a:pt x="2683" y="1389"/>
                  <a:pt x="3963" y="1948"/>
                </a:cubicBezTo>
                <a:cubicBezTo>
                  <a:pt x="5877" y="2793"/>
                  <a:pt x="6784" y="4731"/>
                  <a:pt x="7020" y="6732"/>
                </a:cubicBezTo>
                <a:cubicBezTo>
                  <a:pt x="7231" y="8546"/>
                  <a:pt x="6809" y="10471"/>
                  <a:pt x="6262" y="12186"/>
                </a:cubicBezTo>
                <a:cubicBezTo>
                  <a:pt x="6013" y="12981"/>
                  <a:pt x="5504" y="13789"/>
                  <a:pt x="4994" y="14435"/>
                </a:cubicBezTo>
                <a:cubicBezTo>
                  <a:pt x="4497" y="15069"/>
                  <a:pt x="3715" y="15379"/>
                  <a:pt x="3131" y="15901"/>
                </a:cubicBezTo>
                <a:cubicBezTo>
                  <a:pt x="2757" y="16231"/>
                  <a:pt x="3064" y="16920"/>
                  <a:pt x="3518" y="16920"/>
                </a:cubicBezTo>
                <a:cubicBezTo>
                  <a:pt x="3577" y="16920"/>
                  <a:pt x="3639" y="16909"/>
                  <a:pt x="3702" y="16883"/>
                </a:cubicBezTo>
                <a:cubicBezTo>
                  <a:pt x="5156" y="16299"/>
                  <a:pt x="6125" y="14597"/>
                  <a:pt x="6498" y="13130"/>
                </a:cubicBezTo>
                <a:cubicBezTo>
                  <a:pt x="7020" y="11118"/>
                  <a:pt x="7430" y="9192"/>
                  <a:pt x="7330" y="7079"/>
                </a:cubicBezTo>
                <a:cubicBezTo>
                  <a:pt x="7256" y="5327"/>
                  <a:pt x="6796" y="3339"/>
                  <a:pt x="5280" y="2246"/>
                </a:cubicBezTo>
                <a:cubicBezTo>
                  <a:pt x="3789" y="1177"/>
                  <a:pt x="1876" y="966"/>
                  <a:pt x="310" y="22"/>
                </a:cubicBezTo>
                <a:cubicBezTo>
                  <a:pt x="284" y="7"/>
                  <a:pt x="259" y="1"/>
                  <a:pt x="2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1" name="Google Shape;1111;p37"/>
          <p:cNvGrpSpPr/>
          <p:nvPr/>
        </p:nvGrpSpPr>
        <p:grpSpPr>
          <a:xfrm>
            <a:off x="797013" y="875550"/>
            <a:ext cx="715575" cy="662550"/>
            <a:chOff x="6865500" y="2954725"/>
            <a:chExt cx="715575" cy="662550"/>
          </a:xfrm>
        </p:grpSpPr>
        <p:sp>
          <p:nvSpPr>
            <p:cNvPr id="1112" name="Google Shape;1112;p37"/>
            <p:cNvSpPr/>
            <p:nvPr/>
          </p:nvSpPr>
          <p:spPr>
            <a:xfrm>
              <a:off x="6865500" y="2954725"/>
              <a:ext cx="715575" cy="662550"/>
            </a:xfrm>
            <a:custGeom>
              <a:rect b="b" l="l" r="r" t="t"/>
              <a:pathLst>
                <a:path extrusionOk="0" h="26502" w="28623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6936825" y="3457675"/>
              <a:ext cx="56825" cy="50275"/>
            </a:xfrm>
            <a:custGeom>
              <a:rect b="b" l="l" r="r" t="t"/>
              <a:pathLst>
                <a:path extrusionOk="0" h="2011" w="2273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7093575" y="3448975"/>
              <a:ext cx="41550" cy="40225"/>
            </a:xfrm>
            <a:custGeom>
              <a:rect b="b" l="l" r="r" t="t"/>
              <a:pathLst>
                <a:path extrusionOk="0" h="1609" w="1662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7217000" y="3498975"/>
              <a:ext cx="45475" cy="47825"/>
            </a:xfrm>
            <a:custGeom>
              <a:rect b="b" l="l" r="r" t="t"/>
              <a:pathLst>
                <a:path extrusionOk="0" h="1913" w="1819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6912125" y="3363375"/>
              <a:ext cx="38050" cy="27800"/>
            </a:xfrm>
            <a:custGeom>
              <a:rect b="b" l="l" r="r" t="t"/>
              <a:pathLst>
                <a:path extrusionOk="0" h="1112" w="1522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7175475" y="3356250"/>
              <a:ext cx="23925" cy="24600"/>
            </a:xfrm>
            <a:custGeom>
              <a:rect b="b" l="l" r="r" t="t"/>
              <a:pathLst>
                <a:path extrusionOk="0" h="984" w="957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7342800" y="3370350"/>
              <a:ext cx="22350" cy="21275"/>
            </a:xfrm>
            <a:custGeom>
              <a:rect b="b" l="l" r="r" t="t"/>
              <a:pathLst>
                <a:path extrusionOk="0" h="851" w="894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7136275" y="2994975"/>
              <a:ext cx="20025" cy="18250"/>
            </a:xfrm>
            <a:custGeom>
              <a:rect b="b" l="l" r="r" t="t"/>
              <a:pathLst>
                <a:path extrusionOk="0" h="730" w="801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7237025" y="2983600"/>
              <a:ext cx="16050" cy="14975"/>
            </a:xfrm>
            <a:custGeom>
              <a:rect b="b" l="l" r="r" t="t"/>
              <a:pathLst>
                <a:path extrusionOk="0" h="599" w="642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7003825" y="2998150"/>
              <a:ext cx="9425" cy="7000"/>
            </a:xfrm>
            <a:custGeom>
              <a:rect b="b" l="l" r="r" t="t"/>
              <a:pathLst>
                <a:path extrusionOk="0" h="280" w="377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7152350" y="3141700"/>
              <a:ext cx="7075" cy="6900"/>
            </a:xfrm>
            <a:custGeom>
              <a:rect b="b" l="l" r="r" t="t"/>
              <a:pathLst>
                <a:path extrusionOk="0" h="276" w="283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3" name="Google Shape;1123;p37"/>
          <p:cNvGrpSpPr/>
          <p:nvPr/>
        </p:nvGrpSpPr>
        <p:grpSpPr>
          <a:xfrm>
            <a:off x="3905438" y="4218350"/>
            <a:ext cx="735150" cy="424150"/>
            <a:chOff x="9589700" y="3420525"/>
            <a:chExt cx="735150" cy="424150"/>
          </a:xfrm>
        </p:grpSpPr>
        <p:sp>
          <p:nvSpPr>
            <p:cNvPr id="1124" name="Google Shape;1124;p37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7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1" name="Google Shape;1131;p37"/>
          <p:cNvGrpSpPr/>
          <p:nvPr/>
        </p:nvGrpSpPr>
        <p:grpSpPr>
          <a:xfrm>
            <a:off x="7880325" y="1538088"/>
            <a:ext cx="483175" cy="1173525"/>
            <a:chOff x="6889800" y="1171275"/>
            <a:chExt cx="483175" cy="1173525"/>
          </a:xfrm>
        </p:grpSpPr>
        <p:sp>
          <p:nvSpPr>
            <p:cNvPr id="1132" name="Google Shape;1132;p37"/>
            <p:cNvSpPr/>
            <p:nvPr/>
          </p:nvSpPr>
          <p:spPr>
            <a:xfrm>
              <a:off x="6889800" y="1171275"/>
              <a:ext cx="483175" cy="1173525"/>
            </a:xfrm>
            <a:custGeom>
              <a:rect b="b" l="l" r="r" t="t"/>
              <a:pathLst>
                <a:path extrusionOk="0" h="46941" w="19327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6912550" y="1665350"/>
              <a:ext cx="426100" cy="30900"/>
            </a:xfrm>
            <a:custGeom>
              <a:rect b="b" l="l" r="r" t="t"/>
              <a:pathLst>
                <a:path extrusionOk="0" h="1236" w="17044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6899375" y="1913575"/>
              <a:ext cx="454050" cy="48350"/>
            </a:xfrm>
            <a:custGeom>
              <a:rect b="b" l="l" r="r" t="t"/>
              <a:pathLst>
                <a:path extrusionOk="0" h="1934" w="18162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7037325" y="1754975"/>
              <a:ext cx="249325" cy="30500"/>
            </a:xfrm>
            <a:custGeom>
              <a:rect b="b" l="l" r="r" t="t"/>
              <a:pathLst>
                <a:path extrusionOk="0" h="1220" w="9973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7127075" y="1826375"/>
              <a:ext cx="160875" cy="34600"/>
            </a:xfrm>
            <a:custGeom>
              <a:rect b="b" l="l" r="r" t="t"/>
              <a:pathLst>
                <a:path extrusionOk="0" h="1384" w="6435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7302825" y="1983100"/>
              <a:ext cx="27050" cy="253775"/>
            </a:xfrm>
            <a:custGeom>
              <a:rect b="b" l="l" r="r" t="t"/>
              <a:pathLst>
                <a:path extrusionOk="0" h="10151" w="1082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7272650" y="2157050"/>
              <a:ext cx="16100" cy="89475"/>
            </a:xfrm>
            <a:custGeom>
              <a:rect b="b" l="l" r="r" t="t"/>
              <a:pathLst>
                <a:path extrusionOk="0" h="3579" w="644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9" name="Google Shape;1139;p37"/>
          <p:cNvGrpSpPr/>
          <p:nvPr/>
        </p:nvGrpSpPr>
        <p:grpSpPr>
          <a:xfrm flipH="1">
            <a:off x="3603925" y="297027"/>
            <a:ext cx="230935" cy="341547"/>
            <a:chOff x="4510355" y="4299794"/>
            <a:chExt cx="138144" cy="204299"/>
          </a:xfrm>
        </p:grpSpPr>
        <p:sp>
          <p:nvSpPr>
            <p:cNvPr id="1140" name="Google Shape;1140;p37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7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2" name="Google Shape;1142;p37"/>
          <p:cNvGrpSpPr/>
          <p:nvPr/>
        </p:nvGrpSpPr>
        <p:grpSpPr>
          <a:xfrm flipH="1">
            <a:off x="4223818" y="466848"/>
            <a:ext cx="98389" cy="145319"/>
            <a:chOff x="4820760" y="3853535"/>
            <a:chExt cx="58855" cy="86924"/>
          </a:xfrm>
        </p:grpSpPr>
        <p:sp>
          <p:nvSpPr>
            <p:cNvPr id="1143" name="Google Shape;1143;p37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7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5" name="Google Shape;1145;p37"/>
          <p:cNvSpPr/>
          <p:nvPr/>
        </p:nvSpPr>
        <p:spPr>
          <a:xfrm flipH="1">
            <a:off x="4966400" y="619190"/>
            <a:ext cx="62188" cy="48252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6" name="Google Shape;1146;p37"/>
          <p:cNvGrpSpPr/>
          <p:nvPr/>
        </p:nvGrpSpPr>
        <p:grpSpPr>
          <a:xfrm>
            <a:off x="7294808" y="4424815"/>
            <a:ext cx="230935" cy="341547"/>
            <a:chOff x="4510355" y="4299794"/>
            <a:chExt cx="138144" cy="204299"/>
          </a:xfrm>
        </p:grpSpPr>
        <p:sp>
          <p:nvSpPr>
            <p:cNvPr id="1147" name="Google Shape;1147;p37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7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49" name="Google Shape;1149;p37" title="Distribution of Top-5 Re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959" y="1538100"/>
            <a:ext cx="6130788" cy="3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8"/>
          <p:cNvSpPr txBox="1"/>
          <p:nvPr>
            <p:ph type="title"/>
          </p:nvPr>
        </p:nvSpPr>
        <p:spPr>
          <a:xfrm>
            <a:off x="1849200" y="821163"/>
            <a:ext cx="5445600" cy="7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</p:txBody>
      </p:sp>
      <p:sp>
        <p:nvSpPr>
          <p:cNvPr id="1155" name="Google Shape;1155;p38"/>
          <p:cNvSpPr/>
          <p:nvPr/>
        </p:nvSpPr>
        <p:spPr>
          <a:xfrm>
            <a:off x="5944292" y="5765"/>
            <a:ext cx="3475860" cy="1229918"/>
          </a:xfrm>
          <a:custGeom>
            <a:rect b="b" l="l" r="r" t="t"/>
            <a:pathLst>
              <a:path extrusionOk="0" h="8631" w="24392">
                <a:moveTo>
                  <a:pt x="22701" y="1"/>
                </a:moveTo>
                <a:cubicBezTo>
                  <a:pt x="22453" y="150"/>
                  <a:pt x="22217" y="324"/>
                  <a:pt x="21993" y="498"/>
                </a:cubicBezTo>
                <a:cubicBezTo>
                  <a:pt x="20726" y="1554"/>
                  <a:pt x="20167" y="2859"/>
                  <a:pt x="19359" y="4226"/>
                </a:cubicBezTo>
                <a:cubicBezTo>
                  <a:pt x="18738" y="5294"/>
                  <a:pt x="18626" y="6748"/>
                  <a:pt x="17222" y="7071"/>
                </a:cubicBezTo>
                <a:cubicBezTo>
                  <a:pt x="17032" y="7114"/>
                  <a:pt x="16853" y="7134"/>
                  <a:pt x="16685" y="7134"/>
                </a:cubicBezTo>
                <a:cubicBezTo>
                  <a:pt x="15241" y="7134"/>
                  <a:pt x="14540" y="5663"/>
                  <a:pt x="14029" y="4462"/>
                </a:cubicBezTo>
                <a:cubicBezTo>
                  <a:pt x="13494" y="3219"/>
                  <a:pt x="12811" y="2188"/>
                  <a:pt x="11494" y="1716"/>
                </a:cubicBezTo>
                <a:cubicBezTo>
                  <a:pt x="11104" y="1579"/>
                  <a:pt x="10709" y="1520"/>
                  <a:pt x="10315" y="1520"/>
                </a:cubicBezTo>
                <a:cubicBezTo>
                  <a:pt x="9352" y="1520"/>
                  <a:pt x="8394" y="1869"/>
                  <a:pt x="7530" y="2275"/>
                </a:cubicBezTo>
                <a:cubicBezTo>
                  <a:pt x="6490" y="2744"/>
                  <a:pt x="5552" y="3234"/>
                  <a:pt x="4504" y="3234"/>
                </a:cubicBezTo>
                <a:cubicBezTo>
                  <a:pt x="4138" y="3234"/>
                  <a:pt x="3758" y="3174"/>
                  <a:pt x="3355" y="3033"/>
                </a:cubicBezTo>
                <a:cubicBezTo>
                  <a:pt x="1914" y="2536"/>
                  <a:pt x="895" y="1467"/>
                  <a:pt x="373" y="150"/>
                </a:cubicBezTo>
                <a:cubicBezTo>
                  <a:pt x="249" y="212"/>
                  <a:pt x="125" y="262"/>
                  <a:pt x="1" y="324"/>
                </a:cubicBezTo>
                <a:cubicBezTo>
                  <a:pt x="137" y="1157"/>
                  <a:pt x="423" y="1939"/>
                  <a:pt x="995" y="2648"/>
                </a:cubicBezTo>
                <a:cubicBezTo>
                  <a:pt x="1928" y="3827"/>
                  <a:pt x="3250" y="4609"/>
                  <a:pt x="4737" y="4609"/>
                </a:cubicBezTo>
                <a:cubicBezTo>
                  <a:pt x="4972" y="4609"/>
                  <a:pt x="5212" y="4589"/>
                  <a:pt x="5455" y="4549"/>
                </a:cubicBezTo>
                <a:cubicBezTo>
                  <a:pt x="6884" y="4300"/>
                  <a:pt x="8077" y="3418"/>
                  <a:pt x="9481" y="3058"/>
                </a:cubicBezTo>
                <a:cubicBezTo>
                  <a:pt x="9751" y="2987"/>
                  <a:pt x="9999" y="2954"/>
                  <a:pt x="10229" y="2954"/>
                </a:cubicBezTo>
                <a:cubicBezTo>
                  <a:pt x="11606" y="2954"/>
                  <a:pt x="12303" y="4142"/>
                  <a:pt x="12836" y="5431"/>
                </a:cubicBezTo>
                <a:cubicBezTo>
                  <a:pt x="13407" y="6773"/>
                  <a:pt x="14091" y="7891"/>
                  <a:pt x="15520" y="8400"/>
                </a:cubicBezTo>
                <a:cubicBezTo>
                  <a:pt x="15942" y="8554"/>
                  <a:pt x="16381" y="8631"/>
                  <a:pt x="16814" y="8631"/>
                </a:cubicBezTo>
                <a:cubicBezTo>
                  <a:pt x="17849" y="8631"/>
                  <a:pt x="18851" y="8197"/>
                  <a:pt x="19508" y="7357"/>
                </a:cubicBezTo>
                <a:cubicBezTo>
                  <a:pt x="19931" y="6835"/>
                  <a:pt x="20204" y="6226"/>
                  <a:pt x="20465" y="5605"/>
                </a:cubicBezTo>
                <a:cubicBezTo>
                  <a:pt x="20763" y="4872"/>
                  <a:pt x="20800" y="4089"/>
                  <a:pt x="21148" y="3368"/>
                </a:cubicBezTo>
                <a:cubicBezTo>
                  <a:pt x="21881" y="1865"/>
                  <a:pt x="23037" y="1219"/>
                  <a:pt x="24391" y="821"/>
                </a:cubicBezTo>
                <a:lnTo>
                  <a:pt x="227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8"/>
          <p:cNvSpPr/>
          <p:nvPr/>
        </p:nvSpPr>
        <p:spPr>
          <a:xfrm flipH="1">
            <a:off x="327803" y="4398105"/>
            <a:ext cx="1459444" cy="815428"/>
          </a:xfrm>
          <a:custGeom>
            <a:rect b="b" l="l" r="r" t="t"/>
            <a:pathLst>
              <a:path extrusionOk="0" h="4791" w="8575">
                <a:moveTo>
                  <a:pt x="5072" y="0"/>
                </a:moveTo>
                <a:cubicBezTo>
                  <a:pt x="4013" y="0"/>
                  <a:pt x="2828" y="567"/>
                  <a:pt x="2088" y="1175"/>
                </a:cubicBezTo>
                <a:cubicBezTo>
                  <a:pt x="1330" y="1796"/>
                  <a:pt x="597" y="2517"/>
                  <a:pt x="1" y="3337"/>
                </a:cubicBezTo>
                <a:lnTo>
                  <a:pt x="324" y="3436"/>
                </a:lnTo>
                <a:cubicBezTo>
                  <a:pt x="896" y="2703"/>
                  <a:pt x="1604" y="2082"/>
                  <a:pt x="2424" y="1597"/>
                </a:cubicBezTo>
                <a:cubicBezTo>
                  <a:pt x="3008" y="1251"/>
                  <a:pt x="4051" y="861"/>
                  <a:pt x="4954" y="861"/>
                </a:cubicBezTo>
                <a:cubicBezTo>
                  <a:pt x="5800" y="861"/>
                  <a:pt x="6521" y="1203"/>
                  <a:pt x="6624" y="2243"/>
                </a:cubicBezTo>
                <a:cubicBezTo>
                  <a:pt x="6698" y="2939"/>
                  <a:pt x="6549" y="3647"/>
                  <a:pt x="6710" y="4343"/>
                </a:cubicBezTo>
                <a:cubicBezTo>
                  <a:pt x="6735" y="4467"/>
                  <a:pt x="6773" y="4579"/>
                  <a:pt x="6810" y="4691"/>
                </a:cubicBezTo>
                <a:cubicBezTo>
                  <a:pt x="7394" y="4728"/>
                  <a:pt x="7978" y="4766"/>
                  <a:pt x="8574" y="4790"/>
                </a:cubicBezTo>
                <a:cubicBezTo>
                  <a:pt x="8214" y="4430"/>
                  <a:pt x="7990" y="3958"/>
                  <a:pt x="7941" y="3374"/>
                </a:cubicBezTo>
                <a:cubicBezTo>
                  <a:pt x="7829" y="1783"/>
                  <a:pt x="7406" y="578"/>
                  <a:pt x="5766" y="94"/>
                </a:cubicBezTo>
                <a:cubicBezTo>
                  <a:pt x="5546" y="29"/>
                  <a:pt x="5312" y="0"/>
                  <a:pt x="50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38"/>
          <p:cNvSpPr/>
          <p:nvPr/>
        </p:nvSpPr>
        <p:spPr>
          <a:xfrm rot="-5400000">
            <a:off x="1404711" y="-482666"/>
            <a:ext cx="999306" cy="1900928"/>
          </a:xfrm>
          <a:custGeom>
            <a:rect b="b" l="l" r="r" t="t"/>
            <a:pathLst>
              <a:path extrusionOk="0" h="15743" w="8276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38"/>
          <p:cNvSpPr/>
          <p:nvPr/>
        </p:nvSpPr>
        <p:spPr>
          <a:xfrm rot="-5400000">
            <a:off x="376531" y="-153262"/>
            <a:ext cx="897154" cy="2043168"/>
          </a:xfrm>
          <a:custGeom>
            <a:rect b="b" l="l" r="r" t="t"/>
            <a:pathLst>
              <a:path extrusionOk="0" h="16921" w="7430">
                <a:moveTo>
                  <a:pt x="234" y="1"/>
                </a:moveTo>
                <a:cubicBezTo>
                  <a:pt x="95" y="1"/>
                  <a:pt x="1" y="213"/>
                  <a:pt x="149" y="308"/>
                </a:cubicBezTo>
                <a:cubicBezTo>
                  <a:pt x="1341" y="1053"/>
                  <a:pt x="2683" y="1389"/>
                  <a:pt x="3963" y="1948"/>
                </a:cubicBezTo>
                <a:cubicBezTo>
                  <a:pt x="5877" y="2793"/>
                  <a:pt x="6784" y="4731"/>
                  <a:pt x="7020" y="6732"/>
                </a:cubicBezTo>
                <a:cubicBezTo>
                  <a:pt x="7231" y="8546"/>
                  <a:pt x="6809" y="10471"/>
                  <a:pt x="6262" y="12186"/>
                </a:cubicBezTo>
                <a:cubicBezTo>
                  <a:pt x="6013" y="12981"/>
                  <a:pt x="5504" y="13789"/>
                  <a:pt x="4994" y="14435"/>
                </a:cubicBezTo>
                <a:cubicBezTo>
                  <a:pt x="4497" y="15069"/>
                  <a:pt x="3715" y="15379"/>
                  <a:pt x="3131" y="15901"/>
                </a:cubicBezTo>
                <a:cubicBezTo>
                  <a:pt x="2757" y="16231"/>
                  <a:pt x="3064" y="16920"/>
                  <a:pt x="3518" y="16920"/>
                </a:cubicBezTo>
                <a:cubicBezTo>
                  <a:pt x="3577" y="16920"/>
                  <a:pt x="3639" y="16909"/>
                  <a:pt x="3702" y="16883"/>
                </a:cubicBezTo>
                <a:cubicBezTo>
                  <a:pt x="5156" y="16299"/>
                  <a:pt x="6125" y="14597"/>
                  <a:pt x="6498" y="13130"/>
                </a:cubicBezTo>
                <a:cubicBezTo>
                  <a:pt x="7020" y="11118"/>
                  <a:pt x="7430" y="9192"/>
                  <a:pt x="7330" y="7079"/>
                </a:cubicBezTo>
                <a:cubicBezTo>
                  <a:pt x="7256" y="5327"/>
                  <a:pt x="6796" y="3339"/>
                  <a:pt x="5280" y="2246"/>
                </a:cubicBezTo>
                <a:cubicBezTo>
                  <a:pt x="3789" y="1177"/>
                  <a:pt x="1876" y="966"/>
                  <a:pt x="310" y="22"/>
                </a:cubicBezTo>
                <a:cubicBezTo>
                  <a:pt x="284" y="7"/>
                  <a:pt x="259" y="1"/>
                  <a:pt x="2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9" name="Google Shape;1159;p38"/>
          <p:cNvGrpSpPr/>
          <p:nvPr/>
        </p:nvGrpSpPr>
        <p:grpSpPr>
          <a:xfrm>
            <a:off x="797013" y="875550"/>
            <a:ext cx="715575" cy="662550"/>
            <a:chOff x="6865500" y="2954725"/>
            <a:chExt cx="715575" cy="662550"/>
          </a:xfrm>
        </p:grpSpPr>
        <p:sp>
          <p:nvSpPr>
            <p:cNvPr id="1160" name="Google Shape;1160;p38"/>
            <p:cNvSpPr/>
            <p:nvPr/>
          </p:nvSpPr>
          <p:spPr>
            <a:xfrm>
              <a:off x="6865500" y="2954725"/>
              <a:ext cx="715575" cy="662550"/>
            </a:xfrm>
            <a:custGeom>
              <a:rect b="b" l="l" r="r" t="t"/>
              <a:pathLst>
                <a:path extrusionOk="0" h="26502" w="28623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6936825" y="3457675"/>
              <a:ext cx="56825" cy="50275"/>
            </a:xfrm>
            <a:custGeom>
              <a:rect b="b" l="l" r="r" t="t"/>
              <a:pathLst>
                <a:path extrusionOk="0" h="2011" w="2273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8"/>
            <p:cNvSpPr/>
            <p:nvPr/>
          </p:nvSpPr>
          <p:spPr>
            <a:xfrm>
              <a:off x="7093575" y="3448975"/>
              <a:ext cx="41550" cy="40225"/>
            </a:xfrm>
            <a:custGeom>
              <a:rect b="b" l="l" r="r" t="t"/>
              <a:pathLst>
                <a:path extrusionOk="0" h="1609" w="1662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8"/>
            <p:cNvSpPr/>
            <p:nvPr/>
          </p:nvSpPr>
          <p:spPr>
            <a:xfrm>
              <a:off x="7217000" y="3498975"/>
              <a:ext cx="45475" cy="47825"/>
            </a:xfrm>
            <a:custGeom>
              <a:rect b="b" l="l" r="r" t="t"/>
              <a:pathLst>
                <a:path extrusionOk="0" h="1913" w="1819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8"/>
            <p:cNvSpPr/>
            <p:nvPr/>
          </p:nvSpPr>
          <p:spPr>
            <a:xfrm>
              <a:off x="6912125" y="3363375"/>
              <a:ext cx="38050" cy="27800"/>
            </a:xfrm>
            <a:custGeom>
              <a:rect b="b" l="l" r="r" t="t"/>
              <a:pathLst>
                <a:path extrusionOk="0" h="1112" w="1522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8"/>
            <p:cNvSpPr/>
            <p:nvPr/>
          </p:nvSpPr>
          <p:spPr>
            <a:xfrm>
              <a:off x="7175475" y="3356250"/>
              <a:ext cx="23925" cy="24600"/>
            </a:xfrm>
            <a:custGeom>
              <a:rect b="b" l="l" r="r" t="t"/>
              <a:pathLst>
                <a:path extrusionOk="0" h="984" w="957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8"/>
            <p:cNvSpPr/>
            <p:nvPr/>
          </p:nvSpPr>
          <p:spPr>
            <a:xfrm>
              <a:off x="7342800" y="3370350"/>
              <a:ext cx="22350" cy="21275"/>
            </a:xfrm>
            <a:custGeom>
              <a:rect b="b" l="l" r="r" t="t"/>
              <a:pathLst>
                <a:path extrusionOk="0" h="851" w="894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8"/>
            <p:cNvSpPr/>
            <p:nvPr/>
          </p:nvSpPr>
          <p:spPr>
            <a:xfrm>
              <a:off x="7136275" y="2994975"/>
              <a:ext cx="20025" cy="18250"/>
            </a:xfrm>
            <a:custGeom>
              <a:rect b="b" l="l" r="r" t="t"/>
              <a:pathLst>
                <a:path extrusionOk="0" h="730" w="801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8"/>
            <p:cNvSpPr/>
            <p:nvPr/>
          </p:nvSpPr>
          <p:spPr>
            <a:xfrm>
              <a:off x="7237025" y="2983600"/>
              <a:ext cx="16050" cy="14975"/>
            </a:xfrm>
            <a:custGeom>
              <a:rect b="b" l="l" r="r" t="t"/>
              <a:pathLst>
                <a:path extrusionOk="0" h="599" w="642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8"/>
            <p:cNvSpPr/>
            <p:nvPr/>
          </p:nvSpPr>
          <p:spPr>
            <a:xfrm>
              <a:off x="7003825" y="2998150"/>
              <a:ext cx="9425" cy="7000"/>
            </a:xfrm>
            <a:custGeom>
              <a:rect b="b" l="l" r="r" t="t"/>
              <a:pathLst>
                <a:path extrusionOk="0" h="280" w="377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8"/>
            <p:cNvSpPr/>
            <p:nvPr/>
          </p:nvSpPr>
          <p:spPr>
            <a:xfrm>
              <a:off x="7152350" y="3141700"/>
              <a:ext cx="7075" cy="6900"/>
            </a:xfrm>
            <a:custGeom>
              <a:rect b="b" l="l" r="r" t="t"/>
              <a:pathLst>
                <a:path extrusionOk="0" h="276" w="283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38"/>
          <p:cNvGrpSpPr/>
          <p:nvPr/>
        </p:nvGrpSpPr>
        <p:grpSpPr>
          <a:xfrm>
            <a:off x="3905438" y="4218350"/>
            <a:ext cx="735150" cy="424150"/>
            <a:chOff x="9589700" y="3420525"/>
            <a:chExt cx="735150" cy="424150"/>
          </a:xfrm>
        </p:grpSpPr>
        <p:sp>
          <p:nvSpPr>
            <p:cNvPr id="1172" name="Google Shape;1172;p38"/>
            <p:cNvSpPr/>
            <p:nvPr/>
          </p:nvSpPr>
          <p:spPr>
            <a:xfrm>
              <a:off x="9589700" y="3420525"/>
              <a:ext cx="735150" cy="424150"/>
            </a:xfrm>
            <a:custGeom>
              <a:rect b="b" l="l" r="r" t="t"/>
              <a:pathLst>
                <a:path extrusionOk="0" h="16966" w="29406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8"/>
            <p:cNvSpPr/>
            <p:nvPr/>
          </p:nvSpPr>
          <p:spPr>
            <a:xfrm>
              <a:off x="10025050" y="3507475"/>
              <a:ext cx="107000" cy="155300"/>
            </a:xfrm>
            <a:custGeom>
              <a:rect b="b" l="l" r="r" t="t"/>
              <a:pathLst>
                <a:path extrusionOk="0" h="6212" w="428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8"/>
            <p:cNvSpPr/>
            <p:nvPr/>
          </p:nvSpPr>
          <p:spPr>
            <a:xfrm>
              <a:off x="9764075" y="3530325"/>
              <a:ext cx="119150" cy="158800"/>
            </a:xfrm>
            <a:custGeom>
              <a:rect b="b" l="l" r="r" t="t"/>
              <a:pathLst>
                <a:path extrusionOk="0" h="6352" w="4766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8"/>
            <p:cNvSpPr/>
            <p:nvPr/>
          </p:nvSpPr>
          <p:spPr>
            <a:xfrm>
              <a:off x="9932575" y="3520100"/>
              <a:ext cx="77225" cy="135250"/>
            </a:xfrm>
            <a:custGeom>
              <a:rect b="b" l="l" r="r" t="t"/>
              <a:pathLst>
                <a:path extrusionOk="0" h="5410" w="3089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8"/>
            <p:cNvSpPr/>
            <p:nvPr/>
          </p:nvSpPr>
          <p:spPr>
            <a:xfrm>
              <a:off x="9641425" y="3803025"/>
              <a:ext cx="196350" cy="7875"/>
            </a:xfrm>
            <a:custGeom>
              <a:rect b="b" l="l" r="r" t="t"/>
              <a:pathLst>
                <a:path extrusionOk="0" h="315" w="7854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8"/>
            <p:cNvSpPr/>
            <p:nvPr/>
          </p:nvSpPr>
          <p:spPr>
            <a:xfrm>
              <a:off x="9702950" y="3780250"/>
              <a:ext cx="183425" cy="13300"/>
            </a:xfrm>
            <a:custGeom>
              <a:rect b="b" l="l" r="r" t="t"/>
              <a:pathLst>
                <a:path extrusionOk="0" h="532" w="7337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8"/>
            <p:cNvSpPr/>
            <p:nvPr/>
          </p:nvSpPr>
          <p:spPr>
            <a:xfrm>
              <a:off x="10197075" y="3481625"/>
              <a:ext cx="51650" cy="87900"/>
            </a:xfrm>
            <a:custGeom>
              <a:rect b="b" l="l" r="r" t="t"/>
              <a:pathLst>
                <a:path extrusionOk="0" h="3516" w="2066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38"/>
          <p:cNvGrpSpPr/>
          <p:nvPr/>
        </p:nvGrpSpPr>
        <p:grpSpPr>
          <a:xfrm>
            <a:off x="7042575" y="620063"/>
            <a:ext cx="483175" cy="1173525"/>
            <a:chOff x="6889800" y="1171275"/>
            <a:chExt cx="483175" cy="1173525"/>
          </a:xfrm>
        </p:grpSpPr>
        <p:sp>
          <p:nvSpPr>
            <p:cNvPr id="1180" name="Google Shape;1180;p38"/>
            <p:cNvSpPr/>
            <p:nvPr/>
          </p:nvSpPr>
          <p:spPr>
            <a:xfrm>
              <a:off x="6889800" y="1171275"/>
              <a:ext cx="483175" cy="1173525"/>
            </a:xfrm>
            <a:custGeom>
              <a:rect b="b" l="l" r="r" t="t"/>
              <a:pathLst>
                <a:path extrusionOk="0" h="46941" w="19327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6912550" y="1665350"/>
              <a:ext cx="426100" cy="30900"/>
            </a:xfrm>
            <a:custGeom>
              <a:rect b="b" l="l" r="r" t="t"/>
              <a:pathLst>
                <a:path extrusionOk="0" h="1236" w="17044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6899375" y="1913575"/>
              <a:ext cx="454050" cy="48350"/>
            </a:xfrm>
            <a:custGeom>
              <a:rect b="b" l="l" r="r" t="t"/>
              <a:pathLst>
                <a:path extrusionOk="0" h="1934" w="18162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8"/>
            <p:cNvSpPr/>
            <p:nvPr/>
          </p:nvSpPr>
          <p:spPr>
            <a:xfrm>
              <a:off x="7037325" y="1754975"/>
              <a:ext cx="249325" cy="30500"/>
            </a:xfrm>
            <a:custGeom>
              <a:rect b="b" l="l" r="r" t="t"/>
              <a:pathLst>
                <a:path extrusionOk="0" h="1220" w="9973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8"/>
            <p:cNvSpPr/>
            <p:nvPr/>
          </p:nvSpPr>
          <p:spPr>
            <a:xfrm>
              <a:off x="7127075" y="1826375"/>
              <a:ext cx="160875" cy="34600"/>
            </a:xfrm>
            <a:custGeom>
              <a:rect b="b" l="l" r="r" t="t"/>
              <a:pathLst>
                <a:path extrusionOk="0" h="1384" w="6435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8"/>
            <p:cNvSpPr/>
            <p:nvPr/>
          </p:nvSpPr>
          <p:spPr>
            <a:xfrm>
              <a:off x="7302825" y="1983100"/>
              <a:ext cx="27050" cy="253775"/>
            </a:xfrm>
            <a:custGeom>
              <a:rect b="b" l="l" r="r" t="t"/>
              <a:pathLst>
                <a:path extrusionOk="0" h="10151" w="1082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8"/>
            <p:cNvSpPr/>
            <p:nvPr/>
          </p:nvSpPr>
          <p:spPr>
            <a:xfrm>
              <a:off x="7272650" y="2157050"/>
              <a:ext cx="16100" cy="89475"/>
            </a:xfrm>
            <a:custGeom>
              <a:rect b="b" l="l" r="r" t="t"/>
              <a:pathLst>
                <a:path extrusionOk="0" h="3579" w="644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7" name="Google Shape;1187;p38"/>
          <p:cNvGrpSpPr/>
          <p:nvPr/>
        </p:nvGrpSpPr>
        <p:grpSpPr>
          <a:xfrm flipH="1">
            <a:off x="3603925" y="297027"/>
            <a:ext cx="230935" cy="341547"/>
            <a:chOff x="4510355" y="4299794"/>
            <a:chExt cx="138144" cy="204299"/>
          </a:xfrm>
        </p:grpSpPr>
        <p:sp>
          <p:nvSpPr>
            <p:cNvPr id="1188" name="Google Shape;1188;p38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8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0" name="Google Shape;1190;p38"/>
          <p:cNvGrpSpPr/>
          <p:nvPr/>
        </p:nvGrpSpPr>
        <p:grpSpPr>
          <a:xfrm flipH="1">
            <a:off x="4223818" y="466848"/>
            <a:ext cx="98389" cy="145319"/>
            <a:chOff x="4820760" y="3853535"/>
            <a:chExt cx="58855" cy="86924"/>
          </a:xfrm>
        </p:grpSpPr>
        <p:sp>
          <p:nvSpPr>
            <p:cNvPr id="1191" name="Google Shape;1191;p38"/>
            <p:cNvSpPr/>
            <p:nvPr/>
          </p:nvSpPr>
          <p:spPr>
            <a:xfrm>
              <a:off x="4820760" y="3892905"/>
              <a:ext cx="58855" cy="11850"/>
            </a:xfrm>
            <a:custGeom>
              <a:rect b="b" l="l" r="r" t="t"/>
              <a:pathLst>
                <a:path extrusionOk="0" h="388" w="1927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4841254" y="3853535"/>
              <a:ext cx="19028" cy="86924"/>
            </a:xfrm>
            <a:custGeom>
              <a:rect b="b" l="l" r="r" t="t"/>
              <a:pathLst>
                <a:path extrusionOk="0" h="2846" w="623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3" name="Google Shape;1193;p38"/>
          <p:cNvSpPr/>
          <p:nvPr/>
        </p:nvSpPr>
        <p:spPr>
          <a:xfrm flipH="1">
            <a:off x="4966400" y="619190"/>
            <a:ext cx="62188" cy="48252"/>
          </a:xfrm>
          <a:custGeom>
            <a:rect b="b" l="l" r="r" t="t"/>
            <a:pathLst>
              <a:path extrusionOk="0" h="945" w="1218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4" name="Google Shape;1194;p38"/>
          <p:cNvGrpSpPr/>
          <p:nvPr/>
        </p:nvGrpSpPr>
        <p:grpSpPr>
          <a:xfrm>
            <a:off x="7294808" y="4424815"/>
            <a:ext cx="230935" cy="341547"/>
            <a:chOff x="4510355" y="4299794"/>
            <a:chExt cx="138144" cy="204299"/>
          </a:xfrm>
        </p:grpSpPr>
        <p:sp>
          <p:nvSpPr>
            <p:cNvPr id="1195" name="Google Shape;1195;p38"/>
            <p:cNvSpPr/>
            <p:nvPr/>
          </p:nvSpPr>
          <p:spPr>
            <a:xfrm>
              <a:off x="4510355" y="4392307"/>
              <a:ext cx="138144" cy="27946"/>
            </a:xfrm>
            <a:custGeom>
              <a:rect b="b" l="l" r="r" t="t"/>
              <a:pathLst>
                <a:path extrusionOk="0" h="915" w="4523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8"/>
            <p:cNvSpPr/>
            <p:nvPr/>
          </p:nvSpPr>
          <p:spPr>
            <a:xfrm>
              <a:off x="4557788" y="4299794"/>
              <a:ext cx="44806" cy="204299"/>
            </a:xfrm>
            <a:custGeom>
              <a:rect b="b" l="l" r="r" t="t"/>
              <a:pathLst>
                <a:path extrusionOk="0" h="6689" w="1467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97" name="Google Shape;1197;p38" title="Screenshot 2026-04-18 at 4.18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00" y="1903975"/>
            <a:ext cx="8178597" cy="218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203" name="Google Shape;1203;p39"/>
          <p:cNvSpPr txBox="1"/>
          <p:nvPr>
            <p:ph idx="7" type="subTitle"/>
          </p:nvPr>
        </p:nvSpPr>
        <p:spPr>
          <a:xfrm>
            <a:off x="720000" y="1259775"/>
            <a:ext cx="69870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Does not account for ingredient concentration data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Text-only representation (does not include reviews or lab results)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Approximate similarity evaluation using unsupervised model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Limited semantic understanding of niche cosmetic terms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Category-based filtering constraints</a:t>
            </a:r>
            <a:endParaRPr/>
          </a:p>
        </p:txBody>
      </p:sp>
      <p:sp>
        <p:nvSpPr>
          <p:cNvPr id="1204" name="Google Shape;1204;p39"/>
          <p:cNvSpPr/>
          <p:nvPr/>
        </p:nvSpPr>
        <p:spPr>
          <a:xfrm>
            <a:off x="7390266" y="202215"/>
            <a:ext cx="2126444" cy="801485"/>
          </a:xfrm>
          <a:custGeom>
            <a:rect b="b" l="l" r="r" t="t"/>
            <a:pathLst>
              <a:path extrusionOk="0" h="7954" w="21103">
                <a:moveTo>
                  <a:pt x="12532" y="0"/>
                </a:moveTo>
                <a:cubicBezTo>
                  <a:pt x="12401" y="0"/>
                  <a:pt x="12266" y="16"/>
                  <a:pt x="12128" y="49"/>
                </a:cubicBezTo>
                <a:cubicBezTo>
                  <a:pt x="11196" y="273"/>
                  <a:pt x="10599" y="1093"/>
                  <a:pt x="10040" y="1801"/>
                </a:cubicBezTo>
                <a:cubicBezTo>
                  <a:pt x="9548" y="2428"/>
                  <a:pt x="9065" y="3145"/>
                  <a:pt x="8257" y="3145"/>
                </a:cubicBezTo>
                <a:cubicBezTo>
                  <a:pt x="8168" y="3145"/>
                  <a:pt x="8075" y="3137"/>
                  <a:pt x="7978" y="3118"/>
                </a:cubicBezTo>
                <a:cubicBezTo>
                  <a:pt x="6897" y="2907"/>
                  <a:pt x="6474" y="1540"/>
                  <a:pt x="5344" y="1490"/>
                </a:cubicBezTo>
                <a:cubicBezTo>
                  <a:pt x="5312" y="1489"/>
                  <a:pt x="5281" y="1488"/>
                  <a:pt x="5250" y="1488"/>
                </a:cubicBezTo>
                <a:cubicBezTo>
                  <a:pt x="3868" y="1488"/>
                  <a:pt x="2567" y="2817"/>
                  <a:pt x="1765" y="3789"/>
                </a:cubicBezTo>
                <a:cubicBezTo>
                  <a:pt x="796" y="4945"/>
                  <a:pt x="1" y="6311"/>
                  <a:pt x="249" y="7852"/>
                </a:cubicBezTo>
                <a:cubicBezTo>
                  <a:pt x="260" y="7923"/>
                  <a:pt x="312" y="7953"/>
                  <a:pt x="366" y="7953"/>
                </a:cubicBezTo>
                <a:cubicBezTo>
                  <a:pt x="436" y="7953"/>
                  <a:pt x="510" y="7904"/>
                  <a:pt x="510" y="7827"/>
                </a:cubicBezTo>
                <a:cubicBezTo>
                  <a:pt x="597" y="6038"/>
                  <a:pt x="2175" y="4535"/>
                  <a:pt x="3455" y="3466"/>
                </a:cubicBezTo>
                <a:cubicBezTo>
                  <a:pt x="3765" y="3204"/>
                  <a:pt x="4432" y="2662"/>
                  <a:pt x="4946" y="2662"/>
                </a:cubicBezTo>
                <a:cubicBezTo>
                  <a:pt x="5090" y="2662"/>
                  <a:pt x="5222" y="2704"/>
                  <a:pt x="5331" y="2808"/>
                </a:cubicBezTo>
                <a:cubicBezTo>
                  <a:pt x="5691" y="3143"/>
                  <a:pt x="5903" y="3565"/>
                  <a:pt x="6288" y="3889"/>
                </a:cubicBezTo>
                <a:cubicBezTo>
                  <a:pt x="6853" y="4361"/>
                  <a:pt x="7625" y="4667"/>
                  <a:pt x="8377" y="4667"/>
                </a:cubicBezTo>
                <a:cubicBezTo>
                  <a:pt x="8733" y="4667"/>
                  <a:pt x="9084" y="4599"/>
                  <a:pt x="9407" y="4448"/>
                </a:cubicBezTo>
                <a:cubicBezTo>
                  <a:pt x="10289" y="4038"/>
                  <a:pt x="10860" y="3218"/>
                  <a:pt x="11432" y="2472"/>
                </a:cubicBezTo>
                <a:cubicBezTo>
                  <a:pt x="11749" y="2049"/>
                  <a:pt x="12082" y="1529"/>
                  <a:pt x="12538" y="1529"/>
                </a:cubicBezTo>
                <a:cubicBezTo>
                  <a:pt x="12672" y="1529"/>
                  <a:pt x="12815" y="1573"/>
                  <a:pt x="12973" y="1677"/>
                </a:cubicBezTo>
                <a:cubicBezTo>
                  <a:pt x="13867" y="2273"/>
                  <a:pt x="14538" y="3590"/>
                  <a:pt x="15184" y="4435"/>
                </a:cubicBezTo>
                <a:cubicBezTo>
                  <a:pt x="15967" y="5454"/>
                  <a:pt x="16874" y="6510"/>
                  <a:pt x="18067" y="7082"/>
                </a:cubicBezTo>
                <a:cubicBezTo>
                  <a:pt x="18436" y="7259"/>
                  <a:pt x="18871" y="7365"/>
                  <a:pt x="19295" y="7365"/>
                </a:cubicBezTo>
                <a:cubicBezTo>
                  <a:pt x="19967" y="7365"/>
                  <a:pt x="20612" y="7099"/>
                  <a:pt x="20925" y="6436"/>
                </a:cubicBezTo>
                <a:cubicBezTo>
                  <a:pt x="21102" y="6069"/>
                  <a:pt x="20863" y="5633"/>
                  <a:pt x="20474" y="5633"/>
                </a:cubicBezTo>
                <a:cubicBezTo>
                  <a:pt x="20427" y="5633"/>
                  <a:pt x="20379" y="5640"/>
                  <a:pt x="20328" y="5653"/>
                </a:cubicBezTo>
                <a:cubicBezTo>
                  <a:pt x="19908" y="5762"/>
                  <a:pt x="19589" y="5926"/>
                  <a:pt x="19217" y="5926"/>
                </a:cubicBezTo>
                <a:cubicBezTo>
                  <a:pt x="19083" y="5926"/>
                  <a:pt x="18942" y="5904"/>
                  <a:pt x="18788" y="5852"/>
                </a:cubicBezTo>
                <a:cubicBezTo>
                  <a:pt x="18179" y="5665"/>
                  <a:pt x="17669" y="5119"/>
                  <a:pt x="17234" y="4671"/>
                </a:cubicBezTo>
                <a:cubicBezTo>
                  <a:pt x="16327" y="3739"/>
                  <a:pt x="15632" y="2634"/>
                  <a:pt x="14836" y="1615"/>
                </a:cubicBezTo>
                <a:cubicBezTo>
                  <a:pt x="14277" y="880"/>
                  <a:pt x="13515" y="0"/>
                  <a:pt x="125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9"/>
          <p:cNvSpPr/>
          <p:nvPr/>
        </p:nvSpPr>
        <p:spPr>
          <a:xfrm>
            <a:off x="7241347" y="-7"/>
            <a:ext cx="2378860" cy="737398"/>
          </a:xfrm>
          <a:custGeom>
            <a:rect b="b" l="l" r="r" t="t"/>
            <a:pathLst>
              <a:path extrusionOk="0" h="7318" w="23608">
                <a:moveTo>
                  <a:pt x="13475" y="0"/>
                </a:moveTo>
                <a:cubicBezTo>
                  <a:pt x="12756" y="0"/>
                  <a:pt x="12032" y="211"/>
                  <a:pt x="11332" y="714"/>
                </a:cubicBezTo>
                <a:cubicBezTo>
                  <a:pt x="10860" y="1050"/>
                  <a:pt x="10586" y="1596"/>
                  <a:pt x="10102" y="1919"/>
                </a:cubicBezTo>
                <a:cubicBezTo>
                  <a:pt x="9998" y="1988"/>
                  <a:pt x="9890" y="2017"/>
                  <a:pt x="9777" y="2017"/>
                </a:cubicBezTo>
                <a:cubicBezTo>
                  <a:pt x="9134" y="2017"/>
                  <a:pt x="8380" y="1045"/>
                  <a:pt x="7915" y="801"/>
                </a:cubicBezTo>
                <a:cubicBezTo>
                  <a:pt x="7487" y="580"/>
                  <a:pt x="7054" y="491"/>
                  <a:pt x="6623" y="491"/>
                </a:cubicBezTo>
                <a:cubicBezTo>
                  <a:pt x="5916" y="491"/>
                  <a:pt x="5216" y="731"/>
                  <a:pt x="4560" y="1025"/>
                </a:cubicBezTo>
                <a:cubicBezTo>
                  <a:pt x="2175" y="2093"/>
                  <a:pt x="758" y="4827"/>
                  <a:pt x="25" y="7175"/>
                </a:cubicBezTo>
                <a:cubicBezTo>
                  <a:pt x="1" y="7257"/>
                  <a:pt x="73" y="7317"/>
                  <a:pt x="139" y="7317"/>
                </a:cubicBezTo>
                <a:cubicBezTo>
                  <a:pt x="174" y="7317"/>
                  <a:pt x="207" y="7301"/>
                  <a:pt x="224" y="7262"/>
                </a:cubicBezTo>
                <a:cubicBezTo>
                  <a:pt x="795" y="6007"/>
                  <a:pt x="1640" y="4728"/>
                  <a:pt x="2485" y="3634"/>
                </a:cubicBezTo>
                <a:cubicBezTo>
                  <a:pt x="3454" y="2392"/>
                  <a:pt x="4647" y="1398"/>
                  <a:pt x="6275" y="1360"/>
                </a:cubicBezTo>
                <a:cubicBezTo>
                  <a:pt x="6290" y="1360"/>
                  <a:pt x="6304" y="1360"/>
                  <a:pt x="6319" y="1360"/>
                </a:cubicBezTo>
                <a:cubicBezTo>
                  <a:pt x="7733" y="1360"/>
                  <a:pt x="8300" y="3113"/>
                  <a:pt x="9720" y="3113"/>
                </a:cubicBezTo>
                <a:cubicBezTo>
                  <a:pt x="9739" y="3113"/>
                  <a:pt x="9759" y="3113"/>
                  <a:pt x="9779" y="3112"/>
                </a:cubicBezTo>
                <a:cubicBezTo>
                  <a:pt x="10388" y="3087"/>
                  <a:pt x="10835" y="2851"/>
                  <a:pt x="11270" y="2416"/>
                </a:cubicBezTo>
                <a:cubicBezTo>
                  <a:pt x="12003" y="1721"/>
                  <a:pt x="12537" y="1261"/>
                  <a:pt x="13618" y="1211"/>
                </a:cubicBezTo>
                <a:cubicBezTo>
                  <a:pt x="13673" y="1208"/>
                  <a:pt x="13727" y="1207"/>
                  <a:pt x="13780" y="1207"/>
                </a:cubicBezTo>
                <a:cubicBezTo>
                  <a:pt x="16274" y="1207"/>
                  <a:pt x="17942" y="4261"/>
                  <a:pt x="19694" y="5659"/>
                </a:cubicBezTo>
                <a:cubicBezTo>
                  <a:pt x="20307" y="6145"/>
                  <a:pt x="21059" y="6738"/>
                  <a:pt x="21872" y="6738"/>
                </a:cubicBezTo>
                <a:cubicBezTo>
                  <a:pt x="21932" y="6738"/>
                  <a:pt x="21993" y="6735"/>
                  <a:pt x="22055" y="6728"/>
                </a:cubicBezTo>
                <a:cubicBezTo>
                  <a:pt x="22937" y="6616"/>
                  <a:pt x="23608" y="5622"/>
                  <a:pt x="22875" y="4889"/>
                </a:cubicBezTo>
                <a:cubicBezTo>
                  <a:pt x="22807" y="4829"/>
                  <a:pt x="22721" y="4796"/>
                  <a:pt x="22634" y="4796"/>
                </a:cubicBezTo>
                <a:cubicBezTo>
                  <a:pt x="22576" y="4796"/>
                  <a:pt x="22519" y="4810"/>
                  <a:pt x="22465" y="4839"/>
                </a:cubicBezTo>
                <a:cubicBezTo>
                  <a:pt x="22278" y="4939"/>
                  <a:pt x="21930" y="5324"/>
                  <a:pt x="21868" y="5336"/>
                </a:cubicBezTo>
                <a:cubicBezTo>
                  <a:pt x="21839" y="5347"/>
                  <a:pt x="21806" y="5351"/>
                  <a:pt x="21771" y="5351"/>
                </a:cubicBezTo>
                <a:cubicBezTo>
                  <a:pt x="21466" y="5351"/>
                  <a:pt x="20975" y="4999"/>
                  <a:pt x="20775" y="4877"/>
                </a:cubicBezTo>
                <a:cubicBezTo>
                  <a:pt x="19942" y="4380"/>
                  <a:pt x="19147" y="3659"/>
                  <a:pt x="18514" y="2926"/>
                </a:cubicBezTo>
                <a:cubicBezTo>
                  <a:pt x="17274" y="1506"/>
                  <a:pt x="15397" y="0"/>
                  <a:pt x="134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6" name="Google Shape;1206;p39"/>
          <p:cNvGrpSpPr/>
          <p:nvPr/>
        </p:nvGrpSpPr>
        <p:grpSpPr>
          <a:xfrm>
            <a:off x="1716955" y="627531"/>
            <a:ext cx="205068" cy="303697"/>
            <a:chOff x="4176768" y="2163337"/>
            <a:chExt cx="85030" cy="125927"/>
          </a:xfrm>
        </p:grpSpPr>
        <p:sp>
          <p:nvSpPr>
            <p:cNvPr id="1207" name="Google Shape;1207;p39"/>
            <p:cNvSpPr/>
            <p:nvPr/>
          </p:nvSpPr>
          <p:spPr>
            <a:xfrm>
              <a:off x="4176768" y="2220422"/>
              <a:ext cx="85030" cy="17165"/>
            </a:xfrm>
            <a:custGeom>
              <a:rect b="b" l="l" r="r" t="t"/>
              <a:pathLst>
                <a:path extrusionOk="0" h="562" w="2784">
                  <a:moveTo>
                    <a:pt x="1300" y="0"/>
                  </a:moveTo>
                  <a:cubicBezTo>
                    <a:pt x="980" y="0"/>
                    <a:pt x="659" y="12"/>
                    <a:pt x="336" y="17"/>
                  </a:cubicBezTo>
                  <a:cubicBezTo>
                    <a:pt x="0" y="17"/>
                    <a:pt x="0" y="539"/>
                    <a:pt x="336" y="539"/>
                  </a:cubicBezTo>
                  <a:cubicBezTo>
                    <a:pt x="649" y="549"/>
                    <a:pt x="961" y="561"/>
                    <a:pt x="1272" y="561"/>
                  </a:cubicBezTo>
                  <a:cubicBezTo>
                    <a:pt x="1725" y="561"/>
                    <a:pt x="2178" y="535"/>
                    <a:pt x="2635" y="440"/>
                  </a:cubicBezTo>
                  <a:cubicBezTo>
                    <a:pt x="2784" y="402"/>
                    <a:pt x="2784" y="154"/>
                    <a:pt x="2635" y="116"/>
                  </a:cubicBezTo>
                  <a:cubicBezTo>
                    <a:pt x="2187" y="23"/>
                    <a:pt x="1744" y="0"/>
                    <a:pt x="1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9"/>
            <p:cNvSpPr/>
            <p:nvPr/>
          </p:nvSpPr>
          <p:spPr>
            <a:xfrm>
              <a:off x="4205998" y="2163337"/>
              <a:ext cx="27733" cy="125927"/>
            </a:xfrm>
            <a:custGeom>
              <a:rect b="b" l="l" r="r" t="t"/>
              <a:pathLst>
                <a:path extrusionOk="0" h="4123" w="908">
                  <a:moveTo>
                    <a:pt x="447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8" y="4011"/>
                  </a:cubicBezTo>
                  <a:cubicBezTo>
                    <a:pt x="311" y="4085"/>
                    <a:pt x="379" y="4123"/>
                    <a:pt x="447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5" y="2719"/>
                    <a:pt x="907" y="1464"/>
                    <a:pt x="659" y="159"/>
                  </a:cubicBezTo>
                  <a:cubicBezTo>
                    <a:pt x="640" y="53"/>
                    <a:pt x="544" y="1"/>
                    <a:pt x="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9" name="Google Shape;1209;p39"/>
          <p:cNvGrpSpPr/>
          <p:nvPr/>
        </p:nvGrpSpPr>
        <p:grpSpPr>
          <a:xfrm>
            <a:off x="7833000" y="889825"/>
            <a:ext cx="925200" cy="369950"/>
            <a:chOff x="8704100" y="2958950"/>
            <a:chExt cx="925200" cy="369950"/>
          </a:xfrm>
        </p:grpSpPr>
        <p:sp>
          <p:nvSpPr>
            <p:cNvPr id="1210" name="Google Shape;1210;p39"/>
            <p:cNvSpPr/>
            <p:nvPr/>
          </p:nvSpPr>
          <p:spPr>
            <a:xfrm>
              <a:off x="8704100" y="3016350"/>
              <a:ext cx="558025" cy="278850"/>
            </a:xfrm>
            <a:custGeom>
              <a:rect b="b" l="l" r="r" t="t"/>
              <a:pathLst>
                <a:path extrusionOk="0" h="11154" w="22321">
                  <a:moveTo>
                    <a:pt x="13653" y="556"/>
                  </a:moveTo>
                  <a:cubicBezTo>
                    <a:pt x="14130" y="673"/>
                    <a:pt x="14615" y="737"/>
                    <a:pt x="15109" y="737"/>
                  </a:cubicBezTo>
                  <a:cubicBezTo>
                    <a:pt x="15281" y="737"/>
                    <a:pt x="15454" y="729"/>
                    <a:pt x="15628" y="713"/>
                  </a:cubicBezTo>
                  <a:cubicBezTo>
                    <a:pt x="15637" y="712"/>
                    <a:pt x="15646" y="712"/>
                    <a:pt x="15655" y="712"/>
                  </a:cubicBezTo>
                  <a:cubicBezTo>
                    <a:pt x="15785" y="712"/>
                    <a:pt x="15898" y="816"/>
                    <a:pt x="15957" y="948"/>
                  </a:cubicBezTo>
                  <a:cubicBezTo>
                    <a:pt x="16020" y="1058"/>
                    <a:pt x="16004" y="1230"/>
                    <a:pt x="15910" y="1246"/>
                  </a:cubicBezTo>
                  <a:cubicBezTo>
                    <a:pt x="15205" y="1340"/>
                    <a:pt x="14609" y="1732"/>
                    <a:pt x="13966" y="1983"/>
                  </a:cubicBezTo>
                  <a:cubicBezTo>
                    <a:pt x="13852" y="2029"/>
                    <a:pt x="13740" y="2050"/>
                    <a:pt x="13632" y="2050"/>
                  </a:cubicBezTo>
                  <a:cubicBezTo>
                    <a:pt x="13342" y="2050"/>
                    <a:pt x="13074" y="1903"/>
                    <a:pt x="12822" y="1732"/>
                  </a:cubicBezTo>
                  <a:cubicBezTo>
                    <a:pt x="12634" y="1622"/>
                    <a:pt x="12571" y="1168"/>
                    <a:pt x="12666" y="901"/>
                  </a:cubicBezTo>
                  <a:cubicBezTo>
                    <a:pt x="12744" y="713"/>
                    <a:pt x="12901" y="635"/>
                    <a:pt x="13089" y="603"/>
                  </a:cubicBezTo>
                  <a:cubicBezTo>
                    <a:pt x="13277" y="572"/>
                    <a:pt x="13465" y="572"/>
                    <a:pt x="13653" y="556"/>
                  </a:cubicBezTo>
                  <a:close/>
                  <a:moveTo>
                    <a:pt x="18429" y="3571"/>
                  </a:moveTo>
                  <a:cubicBezTo>
                    <a:pt x="18486" y="3571"/>
                    <a:pt x="18545" y="3574"/>
                    <a:pt x="18606" y="3581"/>
                  </a:cubicBezTo>
                  <a:cubicBezTo>
                    <a:pt x="18779" y="3597"/>
                    <a:pt x="18857" y="3738"/>
                    <a:pt x="18904" y="3958"/>
                  </a:cubicBezTo>
                  <a:cubicBezTo>
                    <a:pt x="18873" y="4036"/>
                    <a:pt x="18857" y="4193"/>
                    <a:pt x="18779" y="4318"/>
                  </a:cubicBezTo>
                  <a:cubicBezTo>
                    <a:pt x="18418" y="4929"/>
                    <a:pt x="18057" y="5541"/>
                    <a:pt x="17681" y="6136"/>
                  </a:cubicBezTo>
                  <a:cubicBezTo>
                    <a:pt x="17405" y="6575"/>
                    <a:pt x="17105" y="6788"/>
                    <a:pt x="16750" y="6788"/>
                  </a:cubicBezTo>
                  <a:cubicBezTo>
                    <a:pt x="16521" y="6788"/>
                    <a:pt x="16271" y="6700"/>
                    <a:pt x="15988" y="6528"/>
                  </a:cubicBezTo>
                  <a:cubicBezTo>
                    <a:pt x="15628" y="6309"/>
                    <a:pt x="15393" y="5980"/>
                    <a:pt x="15126" y="5666"/>
                  </a:cubicBezTo>
                  <a:cubicBezTo>
                    <a:pt x="15026" y="5543"/>
                    <a:pt x="14907" y="5484"/>
                    <a:pt x="14791" y="5484"/>
                  </a:cubicBezTo>
                  <a:cubicBezTo>
                    <a:pt x="14672" y="5484"/>
                    <a:pt x="14556" y="5547"/>
                    <a:pt x="14468" y="5666"/>
                  </a:cubicBezTo>
                  <a:cubicBezTo>
                    <a:pt x="14233" y="5948"/>
                    <a:pt x="14014" y="6246"/>
                    <a:pt x="13778" y="6544"/>
                  </a:cubicBezTo>
                  <a:cubicBezTo>
                    <a:pt x="13738" y="6605"/>
                    <a:pt x="13677" y="6646"/>
                    <a:pt x="13610" y="6646"/>
                  </a:cubicBezTo>
                  <a:cubicBezTo>
                    <a:pt x="13573" y="6646"/>
                    <a:pt x="13535" y="6634"/>
                    <a:pt x="13496" y="6607"/>
                  </a:cubicBezTo>
                  <a:cubicBezTo>
                    <a:pt x="13418" y="6544"/>
                    <a:pt x="13277" y="6434"/>
                    <a:pt x="13292" y="6356"/>
                  </a:cubicBezTo>
                  <a:cubicBezTo>
                    <a:pt x="13324" y="5964"/>
                    <a:pt x="13261" y="5541"/>
                    <a:pt x="13481" y="5196"/>
                  </a:cubicBezTo>
                  <a:cubicBezTo>
                    <a:pt x="13841" y="4616"/>
                    <a:pt x="14358" y="4177"/>
                    <a:pt x="15032" y="3989"/>
                  </a:cubicBezTo>
                  <a:cubicBezTo>
                    <a:pt x="15339" y="3901"/>
                    <a:pt x="15653" y="3875"/>
                    <a:pt x="15967" y="3875"/>
                  </a:cubicBezTo>
                  <a:cubicBezTo>
                    <a:pt x="16327" y="3875"/>
                    <a:pt x="16687" y="3910"/>
                    <a:pt x="17039" y="3926"/>
                  </a:cubicBezTo>
                  <a:cubicBezTo>
                    <a:pt x="17164" y="3926"/>
                    <a:pt x="17274" y="4083"/>
                    <a:pt x="17399" y="4177"/>
                  </a:cubicBezTo>
                  <a:cubicBezTo>
                    <a:pt x="17456" y="4217"/>
                    <a:pt x="17509" y="4236"/>
                    <a:pt x="17555" y="4236"/>
                  </a:cubicBezTo>
                  <a:cubicBezTo>
                    <a:pt x="17637" y="4236"/>
                    <a:pt x="17698" y="4177"/>
                    <a:pt x="17728" y="4067"/>
                  </a:cubicBezTo>
                  <a:cubicBezTo>
                    <a:pt x="17862" y="3694"/>
                    <a:pt x="18108" y="3571"/>
                    <a:pt x="18429" y="3571"/>
                  </a:cubicBezTo>
                  <a:close/>
                  <a:moveTo>
                    <a:pt x="19632" y="4310"/>
                  </a:moveTo>
                  <a:cubicBezTo>
                    <a:pt x="19735" y="4310"/>
                    <a:pt x="19841" y="4361"/>
                    <a:pt x="19970" y="4459"/>
                  </a:cubicBezTo>
                  <a:cubicBezTo>
                    <a:pt x="20628" y="4977"/>
                    <a:pt x="20863" y="5729"/>
                    <a:pt x="21036" y="6497"/>
                  </a:cubicBezTo>
                  <a:cubicBezTo>
                    <a:pt x="21067" y="6622"/>
                    <a:pt x="21036" y="6795"/>
                    <a:pt x="20957" y="6920"/>
                  </a:cubicBezTo>
                  <a:cubicBezTo>
                    <a:pt x="20800" y="7140"/>
                    <a:pt x="20659" y="7343"/>
                    <a:pt x="20942" y="7578"/>
                  </a:cubicBezTo>
                  <a:cubicBezTo>
                    <a:pt x="21098" y="7704"/>
                    <a:pt x="20957" y="7861"/>
                    <a:pt x="20879" y="7970"/>
                  </a:cubicBezTo>
                  <a:cubicBezTo>
                    <a:pt x="20518" y="8503"/>
                    <a:pt x="20111" y="8973"/>
                    <a:pt x="19594" y="9350"/>
                  </a:cubicBezTo>
                  <a:cubicBezTo>
                    <a:pt x="19343" y="9522"/>
                    <a:pt x="19108" y="9710"/>
                    <a:pt x="18888" y="9898"/>
                  </a:cubicBezTo>
                  <a:cubicBezTo>
                    <a:pt x="18689" y="10084"/>
                    <a:pt x="18468" y="10191"/>
                    <a:pt x="18214" y="10191"/>
                  </a:cubicBezTo>
                  <a:cubicBezTo>
                    <a:pt x="18168" y="10191"/>
                    <a:pt x="18121" y="10188"/>
                    <a:pt x="18073" y="10180"/>
                  </a:cubicBezTo>
                  <a:cubicBezTo>
                    <a:pt x="17807" y="10133"/>
                    <a:pt x="17556" y="10102"/>
                    <a:pt x="17305" y="10024"/>
                  </a:cubicBezTo>
                  <a:cubicBezTo>
                    <a:pt x="16443" y="9757"/>
                    <a:pt x="15550" y="9663"/>
                    <a:pt x="14656" y="9600"/>
                  </a:cubicBezTo>
                  <a:cubicBezTo>
                    <a:pt x="13935" y="9553"/>
                    <a:pt x="13261" y="9365"/>
                    <a:pt x="12603" y="9115"/>
                  </a:cubicBezTo>
                  <a:cubicBezTo>
                    <a:pt x="12336" y="9005"/>
                    <a:pt x="12289" y="8817"/>
                    <a:pt x="12540" y="8613"/>
                  </a:cubicBezTo>
                  <a:cubicBezTo>
                    <a:pt x="12885" y="8315"/>
                    <a:pt x="13120" y="7970"/>
                    <a:pt x="13355" y="7578"/>
                  </a:cubicBezTo>
                  <a:cubicBezTo>
                    <a:pt x="13622" y="7093"/>
                    <a:pt x="14170" y="6842"/>
                    <a:pt x="14640" y="6528"/>
                  </a:cubicBezTo>
                  <a:cubicBezTo>
                    <a:pt x="14685" y="6498"/>
                    <a:pt x="14734" y="6486"/>
                    <a:pt x="14781" y="6486"/>
                  </a:cubicBezTo>
                  <a:cubicBezTo>
                    <a:pt x="14884" y="6486"/>
                    <a:pt x="14984" y="6543"/>
                    <a:pt x="15048" y="6607"/>
                  </a:cubicBezTo>
                  <a:cubicBezTo>
                    <a:pt x="15471" y="7046"/>
                    <a:pt x="16098" y="7171"/>
                    <a:pt x="16568" y="7531"/>
                  </a:cubicBezTo>
                  <a:cubicBezTo>
                    <a:pt x="16672" y="7615"/>
                    <a:pt x="16765" y="7654"/>
                    <a:pt x="16854" y="7654"/>
                  </a:cubicBezTo>
                  <a:cubicBezTo>
                    <a:pt x="16982" y="7654"/>
                    <a:pt x="17104" y="7576"/>
                    <a:pt x="17242" y="7437"/>
                  </a:cubicBezTo>
                  <a:cubicBezTo>
                    <a:pt x="17540" y="7140"/>
                    <a:pt x="17760" y="6795"/>
                    <a:pt x="17963" y="6434"/>
                  </a:cubicBezTo>
                  <a:cubicBezTo>
                    <a:pt x="18355" y="5760"/>
                    <a:pt x="18731" y="5055"/>
                    <a:pt x="19296" y="4491"/>
                  </a:cubicBezTo>
                  <a:cubicBezTo>
                    <a:pt x="19418" y="4369"/>
                    <a:pt x="19522" y="4310"/>
                    <a:pt x="19632" y="4310"/>
                  </a:cubicBezTo>
                  <a:close/>
                  <a:moveTo>
                    <a:pt x="12648" y="0"/>
                  </a:moveTo>
                  <a:cubicBezTo>
                    <a:pt x="12293" y="0"/>
                    <a:pt x="12028" y="190"/>
                    <a:pt x="11819" y="478"/>
                  </a:cubicBezTo>
                  <a:cubicBezTo>
                    <a:pt x="11365" y="1089"/>
                    <a:pt x="10800" y="1575"/>
                    <a:pt x="10283" y="2124"/>
                  </a:cubicBezTo>
                  <a:cubicBezTo>
                    <a:pt x="10079" y="2328"/>
                    <a:pt x="9891" y="2563"/>
                    <a:pt x="9703" y="2798"/>
                  </a:cubicBezTo>
                  <a:cubicBezTo>
                    <a:pt x="9814" y="2818"/>
                    <a:pt x="9918" y="2833"/>
                    <a:pt x="10017" y="2833"/>
                  </a:cubicBezTo>
                  <a:cubicBezTo>
                    <a:pt x="10226" y="2833"/>
                    <a:pt x="10411" y="2765"/>
                    <a:pt x="10581" y="2531"/>
                  </a:cubicBezTo>
                  <a:cubicBezTo>
                    <a:pt x="10926" y="2045"/>
                    <a:pt x="11349" y="1622"/>
                    <a:pt x="11835" y="1309"/>
                  </a:cubicBezTo>
                  <a:cubicBezTo>
                    <a:pt x="11944" y="1387"/>
                    <a:pt x="12007" y="1418"/>
                    <a:pt x="12054" y="1465"/>
                  </a:cubicBezTo>
                  <a:cubicBezTo>
                    <a:pt x="12242" y="1763"/>
                    <a:pt x="12227" y="2233"/>
                    <a:pt x="12681" y="2328"/>
                  </a:cubicBezTo>
                  <a:cubicBezTo>
                    <a:pt x="13045" y="2406"/>
                    <a:pt x="13403" y="2540"/>
                    <a:pt x="13766" y="2540"/>
                  </a:cubicBezTo>
                  <a:cubicBezTo>
                    <a:pt x="13982" y="2540"/>
                    <a:pt x="14199" y="2493"/>
                    <a:pt x="14421" y="2359"/>
                  </a:cubicBezTo>
                  <a:cubicBezTo>
                    <a:pt x="14609" y="2233"/>
                    <a:pt x="14844" y="2202"/>
                    <a:pt x="15064" y="2139"/>
                  </a:cubicBezTo>
                  <a:cubicBezTo>
                    <a:pt x="15214" y="2100"/>
                    <a:pt x="15349" y="2079"/>
                    <a:pt x="15469" y="2079"/>
                  </a:cubicBezTo>
                  <a:cubicBezTo>
                    <a:pt x="15875" y="2079"/>
                    <a:pt x="16124" y="2313"/>
                    <a:pt x="16318" y="2845"/>
                  </a:cubicBezTo>
                  <a:cubicBezTo>
                    <a:pt x="16365" y="2955"/>
                    <a:pt x="16380" y="3064"/>
                    <a:pt x="16412" y="3158"/>
                  </a:cubicBezTo>
                  <a:cubicBezTo>
                    <a:pt x="16259" y="3321"/>
                    <a:pt x="16082" y="3343"/>
                    <a:pt x="15904" y="3343"/>
                  </a:cubicBezTo>
                  <a:cubicBezTo>
                    <a:pt x="15836" y="3343"/>
                    <a:pt x="15767" y="3340"/>
                    <a:pt x="15699" y="3340"/>
                  </a:cubicBezTo>
                  <a:cubicBezTo>
                    <a:pt x="15654" y="3340"/>
                    <a:pt x="15609" y="3342"/>
                    <a:pt x="15565" y="3346"/>
                  </a:cubicBezTo>
                  <a:cubicBezTo>
                    <a:pt x="14296" y="3503"/>
                    <a:pt x="13434" y="4193"/>
                    <a:pt x="12807" y="5243"/>
                  </a:cubicBezTo>
                  <a:cubicBezTo>
                    <a:pt x="12571" y="5635"/>
                    <a:pt x="12603" y="6074"/>
                    <a:pt x="12681" y="6434"/>
                  </a:cubicBezTo>
                  <a:cubicBezTo>
                    <a:pt x="12822" y="7046"/>
                    <a:pt x="12571" y="7453"/>
                    <a:pt x="12227" y="7861"/>
                  </a:cubicBezTo>
                  <a:cubicBezTo>
                    <a:pt x="12039" y="8080"/>
                    <a:pt x="11819" y="8284"/>
                    <a:pt x="11553" y="8441"/>
                  </a:cubicBezTo>
                  <a:cubicBezTo>
                    <a:pt x="11035" y="8738"/>
                    <a:pt x="10581" y="9115"/>
                    <a:pt x="10252" y="9647"/>
                  </a:cubicBezTo>
                  <a:cubicBezTo>
                    <a:pt x="9889" y="10205"/>
                    <a:pt x="9386" y="10483"/>
                    <a:pt x="8798" y="10483"/>
                  </a:cubicBezTo>
                  <a:cubicBezTo>
                    <a:pt x="8675" y="10483"/>
                    <a:pt x="8548" y="10471"/>
                    <a:pt x="8418" y="10447"/>
                  </a:cubicBezTo>
                  <a:cubicBezTo>
                    <a:pt x="8210" y="10409"/>
                    <a:pt x="8006" y="10394"/>
                    <a:pt x="7803" y="10394"/>
                  </a:cubicBezTo>
                  <a:cubicBezTo>
                    <a:pt x="7332" y="10394"/>
                    <a:pt x="6872" y="10475"/>
                    <a:pt x="6411" y="10541"/>
                  </a:cubicBezTo>
                  <a:cubicBezTo>
                    <a:pt x="6160" y="10580"/>
                    <a:pt x="5908" y="10606"/>
                    <a:pt x="5656" y="10606"/>
                  </a:cubicBezTo>
                  <a:cubicBezTo>
                    <a:pt x="5500" y="10606"/>
                    <a:pt x="5345" y="10596"/>
                    <a:pt x="5189" y="10572"/>
                  </a:cubicBezTo>
                  <a:cubicBezTo>
                    <a:pt x="4750" y="10494"/>
                    <a:pt x="4295" y="10478"/>
                    <a:pt x="3841" y="10463"/>
                  </a:cubicBezTo>
                  <a:cubicBezTo>
                    <a:pt x="3230" y="10431"/>
                    <a:pt x="2665" y="10274"/>
                    <a:pt x="2101" y="10055"/>
                  </a:cubicBezTo>
                  <a:cubicBezTo>
                    <a:pt x="1490" y="9789"/>
                    <a:pt x="1114" y="9162"/>
                    <a:pt x="1145" y="8535"/>
                  </a:cubicBezTo>
                  <a:cubicBezTo>
                    <a:pt x="1161" y="8190"/>
                    <a:pt x="1270" y="7876"/>
                    <a:pt x="1537" y="7641"/>
                  </a:cubicBezTo>
                  <a:cubicBezTo>
                    <a:pt x="1646" y="7531"/>
                    <a:pt x="1756" y="7422"/>
                    <a:pt x="1882" y="7343"/>
                  </a:cubicBezTo>
                  <a:cubicBezTo>
                    <a:pt x="3621" y="6121"/>
                    <a:pt x="5236" y="4710"/>
                    <a:pt x="7321" y="4052"/>
                  </a:cubicBezTo>
                  <a:cubicBezTo>
                    <a:pt x="7759" y="3926"/>
                    <a:pt x="8151" y="3707"/>
                    <a:pt x="8575" y="3534"/>
                  </a:cubicBezTo>
                  <a:cubicBezTo>
                    <a:pt x="8720" y="3472"/>
                    <a:pt x="8865" y="3434"/>
                    <a:pt x="9006" y="3434"/>
                  </a:cubicBezTo>
                  <a:cubicBezTo>
                    <a:pt x="9185" y="3434"/>
                    <a:pt x="9357" y="3495"/>
                    <a:pt x="9515" y="3644"/>
                  </a:cubicBezTo>
                  <a:cubicBezTo>
                    <a:pt x="9923" y="4052"/>
                    <a:pt x="10502" y="4161"/>
                    <a:pt x="10957" y="4506"/>
                  </a:cubicBezTo>
                  <a:cubicBezTo>
                    <a:pt x="11161" y="4663"/>
                    <a:pt x="11192" y="4835"/>
                    <a:pt x="10973" y="5039"/>
                  </a:cubicBezTo>
                  <a:cubicBezTo>
                    <a:pt x="10706" y="5306"/>
                    <a:pt x="10534" y="5635"/>
                    <a:pt x="10330" y="5964"/>
                  </a:cubicBezTo>
                  <a:cubicBezTo>
                    <a:pt x="10220" y="6152"/>
                    <a:pt x="10095" y="6340"/>
                    <a:pt x="9938" y="6497"/>
                  </a:cubicBezTo>
                  <a:cubicBezTo>
                    <a:pt x="9812" y="6634"/>
                    <a:pt x="9657" y="6714"/>
                    <a:pt x="9489" y="6714"/>
                  </a:cubicBezTo>
                  <a:cubicBezTo>
                    <a:pt x="9406" y="6714"/>
                    <a:pt x="9320" y="6695"/>
                    <a:pt x="9233" y="6654"/>
                  </a:cubicBezTo>
                  <a:cubicBezTo>
                    <a:pt x="9123" y="6591"/>
                    <a:pt x="9045" y="6513"/>
                    <a:pt x="8935" y="6466"/>
                  </a:cubicBezTo>
                  <a:cubicBezTo>
                    <a:pt x="8563" y="6320"/>
                    <a:pt x="8204" y="6211"/>
                    <a:pt x="7856" y="6211"/>
                  </a:cubicBezTo>
                  <a:cubicBezTo>
                    <a:pt x="7456" y="6211"/>
                    <a:pt x="7071" y="6354"/>
                    <a:pt x="6694" y="6748"/>
                  </a:cubicBezTo>
                  <a:cubicBezTo>
                    <a:pt x="6255" y="7202"/>
                    <a:pt x="5690" y="7516"/>
                    <a:pt x="5189" y="7923"/>
                  </a:cubicBezTo>
                  <a:cubicBezTo>
                    <a:pt x="5063" y="8017"/>
                    <a:pt x="5016" y="8174"/>
                    <a:pt x="5158" y="8299"/>
                  </a:cubicBezTo>
                  <a:cubicBezTo>
                    <a:pt x="5218" y="8360"/>
                    <a:pt x="5286" y="8388"/>
                    <a:pt x="5354" y="8388"/>
                  </a:cubicBezTo>
                  <a:cubicBezTo>
                    <a:pt x="5427" y="8388"/>
                    <a:pt x="5500" y="8356"/>
                    <a:pt x="5565" y="8299"/>
                  </a:cubicBezTo>
                  <a:cubicBezTo>
                    <a:pt x="5926" y="7970"/>
                    <a:pt x="6255" y="7625"/>
                    <a:pt x="6615" y="7312"/>
                  </a:cubicBezTo>
                  <a:cubicBezTo>
                    <a:pt x="7015" y="6973"/>
                    <a:pt x="7420" y="6808"/>
                    <a:pt x="7840" y="6808"/>
                  </a:cubicBezTo>
                  <a:cubicBezTo>
                    <a:pt x="8177" y="6808"/>
                    <a:pt x="8525" y="6914"/>
                    <a:pt x="8888" y="7124"/>
                  </a:cubicBezTo>
                  <a:cubicBezTo>
                    <a:pt x="8982" y="7171"/>
                    <a:pt x="9060" y="7265"/>
                    <a:pt x="9170" y="7312"/>
                  </a:cubicBezTo>
                  <a:cubicBezTo>
                    <a:pt x="9305" y="7385"/>
                    <a:pt x="9429" y="7423"/>
                    <a:pt x="9548" y="7423"/>
                  </a:cubicBezTo>
                  <a:cubicBezTo>
                    <a:pt x="9733" y="7423"/>
                    <a:pt x="9901" y="7331"/>
                    <a:pt x="10064" y="7140"/>
                  </a:cubicBezTo>
                  <a:cubicBezTo>
                    <a:pt x="10283" y="6889"/>
                    <a:pt x="10518" y="6622"/>
                    <a:pt x="10691" y="6340"/>
                  </a:cubicBezTo>
                  <a:cubicBezTo>
                    <a:pt x="11004" y="5823"/>
                    <a:pt x="11396" y="5525"/>
                    <a:pt x="12039" y="5509"/>
                  </a:cubicBezTo>
                  <a:cubicBezTo>
                    <a:pt x="12399" y="5509"/>
                    <a:pt x="12509" y="5133"/>
                    <a:pt x="12258" y="4867"/>
                  </a:cubicBezTo>
                  <a:cubicBezTo>
                    <a:pt x="11803" y="4412"/>
                    <a:pt x="11286" y="4067"/>
                    <a:pt x="10706" y="3770"/>
                  </a:cubicBezTo>
                  <a:cubicBezTo>
                    <a:pt x="10283" y="3550"/>
                    <a:pt x="9828" y="3346"/>
                    <a:pt x="9687" y="2813"/>
                  </a:cubicBezTo>
                  <a:cubicBezTo>
                    <a:pt x="9547" y="2789"/>
                    <a:pt x="9410" y="2776"/>
                    <a:pt x="9276" y="2776"/>
                  </a:cubicBezTo>
                  <a:cubicBezTo>
                    <a:pt x="8900" y="2776"/>
                    <a:pt x="8545" y="2876"/>
                    <a:pt x="8198" y="3096"/>
                  </a:cubicBezTo>
                  <a:cubicBezTo>
                    <a:pt x="7885" y="3284"/>
                    <a:pt x="7509" y="3393"/>
                    <a:pt x="7164" y="3534"/>
                  </a:cubicBezTo>
                  <a:cubicBezTo>
                    <a:pt x="5737" y="4099"/>
                    <a:pt x="4327" y="4710"/>
                    <a:pt x="3214" y="5807"/>
                  </a:cubicBezTo>
                  <a:cubicBezTo>
                    <a:pt x="3057" y="5964"/>
                    <a:pt x="2838" y="6058"/>
                    <a:pt x="2650" y="6168"/>
                  </a:cubicBezTo>
                  <a:cubicBezTo>
                    <a:pt x="2258" y="6403"/>
                    <a:pt x="1850" y="6607"/>
                    <a:pt x="1490" y="6857"/>
                  </a:cubicBezTo>
                  <a:cubicBezTo>
                    <a:pt x="330" y="7704"/>
                    <a:pt x="1" y="9350"/>
                    <a:pt x="1302" y="10384"/>
                  </a:cubicBezTo>
                  <a:cubicBezTo>
                    <a:pt x="1631" y="10651"/>
                    <a:pt x="1991" y="10823"/>
                    <a:pt x="2399" y="10917"/>
                  </a:cubicBezTo>
                  <a:cubicBezTo>
                    <a:pt x="3258" y="11086"/>
                    <a:pt x="4126" y="11153"/>
                    <a:pt x="4989" y="11153"/>
                  </a:cubicBezTo>
                  <a:cubicBezTo>
                    <a:pt x="5244" y="11153"/>
                    <a:pt x="5499" y="11147"/>
                    <a:pt x="5753" y="11137"/>
                  </a:cubicBezTo>
                  <a:cubicBezTo>
                    <a:pt x="6437" y="11107"/>
                    <a:pt x="7120" y="11058"/>
                    <a:pt x="7800" y="11058"/>
                  </a:cubicBezTo>
                  <a:cubicBezTo>
                    <a:pt x="8196" y="11058"/>
                    <a:pt x="8590" y="11075"/>
                    <a:pt x="8982" y="11121"/>
                  </a:cubicBezTo>
                  <a:cubicBezTo>
                    <a:pt x="9053" y="11130"/>
                    <a:pt x="9122" y="11134"/>
                    <a:pt x="9188" y="11134"/>
                  </a:cubicBezTo>
                  <a:cubicBezTo>
                    <a:pt x="9717" y="11134"/>
                    <a:pt x="10084" y="10860"/>
                    <a:pt x="10377" y="10400"/>
                  </a:cubicBezTo>
                  <a:cubicBezTo>
                    <a:pt x="10581" y="10086"/>
                    <a:pt x="10816" y="9789"/>
                    <a:pt x="11051" y="9506"/>
                  </a:cubicBezTo>
                  <a:cubicBezTo>
                    <a:pt x="11190" y="9335"/>
                    <a:pt x="11344" y="9237"/>
                    <a:pt x="11538" y="9237"/>
                  </a:cubicBezTo>
                  <a:cubicBezTo>
                    <a:pt x="11627" y="9237"/>
                    <a:pt x="11726" y="9258"/>
                    <a:pt x="11835" y="9303"/>
                  </a:cubicBezTo>
                  <a:cubicBezTo>
                    <a:pt x="12634" y="9632"/>
                    <a:pt x="13465" y="9898"/>
                    <a:pt x="14311" y="9977"/>
                  </a:cubicBezTo>
                  <a:cubicBezTo>
                    <a:pt x="15706" y="10118"/>
                    <a:pt x="17039" y="10415"/>
                    <a:pt x="18355" y="10870"/>
                  </a:cubicBezTo>
                  <a:cubicBezTo>
                    <a:pt x="18437" y="10901"/>
                    <a:pt x="18513" y="10917"/>
                    <a:pt x="18583" y="10917"/>
                  </a:cubicBezTo>
                  <a:cubicBezTo>
                    <a:pt x="18726" y="10917"/>
                    <a:pt x="18845" y="10850"/>
                    <a:pt x="18951" y="10713"/>
                  </a:cubicBezTo>
                  <a:cubicBezTo>
                    <a:pt x="19735" y="9757"/>
                    <a:pt x="20691" y="8989"/>
                    <a:pt x="21725" y="8284"/>
                  </a:cubicBezTo>
                  <a:cubicBezTo>
                    <a:pt x="22227" y="7939"/>
                    <a:pt x="22321" y="7406"/>
                    <a:pt x="21976" y="6920"/>
                  </a:cubicBezTo>
                  <a:cubicBezTo>
                    <a:pt x="21663" y="6497"/>
                    <a:pt x="21443" y="6027"/>
                    <a:pt x="21349" y="5494"/>
                  </a:cubicBezTo>
                  <a:cubicBezTo>
                    <a:pt x="21271" y="5118"/>
                    <a:pt x="21067" y="4804"/>
                    <a:pt x="20800" y="4522"/>
                  </a:cubicBezTo>
                  <a:cubicBezTo>
                    <a:pt x="20440" y="4146"/>
                    <a:pt x="20126" y="3738"/>
                    <a:pt x="19907" y="3252"/>
                  </a:cubicBezTo>
                  <a:cubicBezTo>
                    <a:pt x="19768" y="2951"/>
                    <a:pt x="19594" y="2838"/>
                    <a:pt x="19310" y="2838"/>
                  </a:cubicBezTo>
                  <a:cubicBezTo>
                    <a:pt x="19210" y="2838"/>
                    <a:pt x="19097" y="2852"/>
                    <a:pt x="18967" y="2876"/>
                  </a:cubicBezTo>
                  <a:cubicBezTo>
                    <a:pt x="18559" y="2955"/>
                    <a:pt x="18152" y="3049"/>
                    <a:pt x="17760" y="3127"/>
                  </a:cubicBezTo>
                  <a:cubicBezTo>
                    <a:pt x="17706" y="3137"/>
                    <a:pt x="17654" y="3142"/>
                    <a:pt x="17604" y="3142"/>
                  </a:cubicBezTo>
                  <a:cubicBezTo>
                    <a:pt x="17335" y="3142"/>
                    <a:pt x="17129" y="3002"/>
                    <a:pt x="17023" y="2751"/>
                  </a:cubicBezTo>
                  <a:cubicBezTo>
                    <a:pt x="16882" y="2453"/>
                    <a:pt x="16772" y="2124"/>
                    <a:pt x="16709" y="1795"/>
                  </a:cubicBezTo>
                  <a:cubicBezTo>
                    <a:pt x="16647" y="1544"/>
                    <a:pt x="16662" y="1277"/>
                    <a:pt x="16631" y="1011"/>
                  </a:cubicBezTo>
                  <a:cubicBezTo>
                    <a:pt x="16578" y="375"/>
                    <a:pt x="16436" y="142"/>
                    <a:pt x="15957" y="142"/>
                  </a:cubicBezTo>
                  <a:cubicBezTo>
                    <a:pt x="15870" y="142"/>
                    <a:pt x="15771" y="150"/>
                    <a:pt x="15659" y="164"/>
                  </a:cubicBezTo>
                  <a:cubicBezTo>
                    <a:pt x="15461" y="192"/>
                    <a:pt x="15265" y="204"/>
                    <a:pt x="15070" y="204"/>
                  </a:cubicBezTo>
                  <a:cubicBezTo>
                    <a:pt x="14708" y="204"/>
                    <a:pt x="14348" y="163"/>
                    <a:pt x="13982" y="102"/>
                  </a:cubicBezTo>
                  <a:cubicBezTo>
                    <a:pt x="13622" y="39"/>
                    <a:pt x="13230" y="102"/>
                    <a:pt x="12869" y="23"/>
                  </a:cubicBezTo>
                  <a:cubicBezTo>
                    <a:pt x="12792" y="8"/>
                    <a:pt x="12718" y="0"/>
                    <a:pt x="12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9"/>
            <p:cNvSpPr/>
            <p:nvPr/>
          </p:nvSpPr>
          <p:spPr>
            <a:xfrm>
              <a:off x="9287200" y="2958950"/>
              <a:ext cx="282925" cy="195800"/>
            </a:xfrm>
            <a:custGeom>
              <a:rect b="b" l="l" r="r" t="t"/>
              <a:pathLst>
                <a:path extrusionOk="0" h="7832" w="11317">
                  <a:moveTo>
                    <a:pt x="4514" y="944"/>
                  </a:moveTo>
                  <a:cubicBezTo>
                    <a:pt x="4624" y="944"/>
                    <a:pt x="4734" y="964"/>
                    <a:pt x="4843" y="987"/>
                  </a:cubicBezTo>
                  <a:cubicBezTo>
                    <a:pt x="6050" y="1222"/>
                    <a:pt x="7273" y="1473"/>
                    <a:pt x="8480" y="1724"/>
                  </a:cubicBezTo>
                  <a:cubicBezTo>
                    <a:pt x="8558" y="1739"/>
                    <a:pt x="8621" y="1755"/>
                    <a:pt x="8699" y="1786"/>
                  </a:cubicBezTo>
                  <a:cubicBezTo>
                    <a:pt x="8950" y="1912"/>
                    <a:pt x="9342" y="1959"/>
                    <a:pt x="9342" y="2304"/>
                  </a:cubicBezTo>
                  <a:cubicBezTo>
                    <a:pt x="9342" y="2602"/>
                    <a:pt x="8966" y="2649"/>
                    <a:pt x="8731" y="2743"/>
                  </a:cubicBezTo>
                  <a:cubicBezTo>
                    <a:pt x="8354" y="2899"/>
                    <a:pt x="8119" y="3150"/>
                    <a:pt x="8010" y="3526"/>
                  </a:cubicBezTo>
                  <a:cubicBezTo>
                    <a:pt x="7978" y="3683"/>
                    <a:pt x="7916" y="3808"/>
                    <a:pt x="7869" y="3950"/>
                  </a:cubicBezTo>
                  <a:cubicBezTo>
                    <a:pt x="7712" y="4404"/>
                    <a:pt x="7398" y="4608"/>
                    <a:pt x="6928" y="4608"/>
                  </a:cubicBezTo>
                  <a:cubicBezTo>
                    <a:pt x="6599" y="4608"/>
                    <a:pt x="6254" y="4608"/>
                    <a:pt x="5925" y="4655"/>
                  </a:cubicBezTo>
                  <a:cubicBezTo>
                    <a:pt x="5392" y="4718"/>
                    <a:pt x="5063" y="5062"/>
                    <a:pt x="4875" y="5548"/>
                  </a:cubicBezTo>
                  <a:cubicBezTo>
                    <a:pt x="4828" y="5658"/>
                    <a:pt x="4859" y="5783"/>
                    <a:pt x="4953" y="5846"/>
                  </a:cubicBezTo>
                  <a:cubicBezTo>
                    <a:pt x="5013" y="5881"/>
                    <a:pt x="5083" y="5905"/>
                    <a:pt x="5144" y="5905"/>
                  </a:cubicBezTo>
                  <a:cubicBezTo>
                    <a:pt x="5194" y="5905"/>
                    <a:pt x="5238" y="5889"/>
                    <a:pt x="5267" y="5846"/>
                  </a:cubicBezTo>
                  <a:cubicBezTo>
                    <a:pt x="5711" y="5187"/>
                    <a:pt x="6339" y="5070"/>
                    <a:pt x="7014" y="5070"/>
                  </a:cubicBezTo>
                  <a:cubicBezTo>
                    <a:pt x="7125" y="5070"/>
                    <a:pt x="7238" y="5074"/>
                    <a:pt x="7351" y="5078"/>
                  </a:cubicBezTo>
                  <a:cubicBezTo>
                    <a:pt x="7508" y="5078"/>
                    <a:pt x="7665" y="5062"/>
                    <a:pt x="7806" y="5047"/>
                  </a:cubicBezTo>
                  <a:cubicBezTo>
                    <a:pt x="8119" y="5031"/>
                    <a:pt x="8323" y="4890"/>
                    <a:pt x="8323" y="4577"/>
                  </a:cubicBezTo>
                  <a:cubicBezTo>
                    <a:pt x="8323" y="3573"/>
                    <a:pt x="9028" y="3150"/>
                    <a:pt x="9812" y="2821"/>
                  </a:cubicBezTo>
                  <a:cubicBezTo>
                    <a:pt x="9894" y="2788"/>
                    <a:pt x="9975" y="2772"/>
                    <a:pt x="10053" y="2772"/>
                  </a:cubicBezTo>
                  <a:cubicBezTo>
                    <a:pt x="10307" y="2772"/>
                    <a:pt x="10528" y="2937"/>
                    <a:pt x="10612" y="3213"/>
                  </a:cubicBezTo>
                  <a:cubicBezTo>
                    <a:pt x="10659" y="3354"/>
                    <a:pt x="10706" y="3511"/>
                    <a:pt x="10690" y="3652"/>
                  </a:cubicBezTo>
                  <a:cubicBezTo>
                    <a:pt x="10612" y="4498"/>
                    <a:pt x="10502" y="5360"/>
                    <a:pt x="10408" y="6207"/>
                  </a:cubicBezTo>
                  <a:cubicBezTo>
                    <a:pt x="10376" y="6410"/>
                    <a:pt x="10282" y="6583"/>
                    <a:pt x="10063" y="6614"/>
                  </a:cubicBezTo>
                  <a:cubicBezTo>
                    <a:pt x="8637" y="6834"/>
                    <a:pt x="7195" y="7053"/>
                    <a:pt x="5737" y="7100"/>
                  </a:cubicBezTo>
                  <a:cubicBezTo>
                    <a:pt x="5617" y="7089"/>
                    <a:pt x="5499" y="7084"/>
                    <a:pt x="5382" y="7084"/>
                  </a:cubicBezTo>
                  <a:cubicBezTo>
                    <a:pt x="5010" y="7084"/>
                    <a:pt x="4649" y="7134"/>
                    <a:pt x="4279" y="7194"/>
                  </a:cubicBezTo>
                  <a:cubicBezTo>
                    <a:pt x="4060" y="7241"/>
                    <a:pt x="3840" y="7288"/>
                    <a:pt x="3621" y="7304"/>
                  </a:cubicBezTo>
                  <a:cubicBezTo>
                    <a:pt x="3602" y="7305"/>
                    <a:pt x="3583" y="7306"/>
                    <a:pt x="3564" y="7306"/>
                  </a:cubicBezTo>
                  <a:cubicBezTo>
                    <a:pt x="3348" y="7306"/>
                    <a:pt x="3142" y="7222"/>
                    <a:pt x="3041" y="7006"/>
                  </a:cubicBezTo>
                  <a:cubicBezTo>
                    <a:pt x="2586" y="6050"/>
                    <a:pt x="1850" y="5298"/>
                    <a:pt x="1301" y="4404"/>
                  </a:cubicBezTo>
                  <a:cubicBezTo>
                    <a:pt x="1144" y="4153"/>
                    <a:pt x="1207" y="3997"/>
                    <a:pt x="1473" y="3871"/>
                  </a:cubicBezTo>
                  <a:cubicBezTo>
                    <a:pt x="1740" y="3730"/>
                    <a:pt x="2038" y="3714"/>
                    <a:pt x="2336" y="3683"/>
                  </a:cubicBezTo>
                  <a:cubicBezTo>
                    <a:pt x="2680" y="3636"/>
                    <a:pt x="3010" y="3620"/>
                    <a:pt x="3339" y="3558"/>
                  </a:cubicBezTo>
                  <a:cubicBezTo>
                    <a:pt x="3715" y="3495"/>
                    <a:pt x="4013" y="3056"/>
                    <a:pt x="3966" y="2617"/>
                  </a:cubicBezTo>
                  <a:cubicBezTo>
                    <a:pt x="3966" y="2555"/>
                    <a:pt x="3809" y="2476"/>
                    <a:pt x="3715" y="2460"/>
                  </a:cubicBezTo>
                  <a:cubicBezTo>
                    <a:pt x="3621" y="2460"/>
                    <a:pt x="3464" y="2508"/>
                    <a:pt x="3417" y="2586"/>
                  </a:cubicBezTo>
                  <a:cubicBezTo>
                    <a:pt x="2963" y="3401"/>
                    <a:pt x="2163" y="3276"/>
                    <a:pt x="1442" y="3307"/>
                  </a:cubicBezTo>
                  <a:cubicBezTo>
                    <a:pt x="1437" y="3308"/>
                    <a:pt x="1433" y="3309"/>
                    <a:pt x="1428" y="3309"/>
                  </a:cubicBezTo>
                  <a:cubicBezTo>
                    <a:pt x="1368" y="3309"/>
                    <a:pt x="1300" y="3225"/>
                    <a:pt x="1285" y="3182"/>
                  </a:cubicBezTo>
                  <a:cubicBezTo>
                    <a:pt x="1270" y="3119"/>
                    <a:pt x="1285" y="3025"/>
                    <a:pt x="1332" y="2978"/>
                  </a:cubicBezTo>
                  <a:cubicBezTo>
                    <a:pt x="2163" y="2147"/>
                    <a:pt x="3135" y="1520"/>
                    <a:pt x="4185" y="1018"/>
                  </a:cubicBezTo>
                  <a:cubicBezTo>
                    <a:pt x="4295" y="964"/>
                    <a:pt x="4405" y="944"/>
                    <a:pt x="4514" y="944"/>
                  </a:cubicBezTo>
                  <a:close/>
                  <a:moveTo>
                    <a:pt x="4884" y="1"/>
                  </a:moveTo>
                  <a:cubicBezTo>
                    <a:pt x="4825" y="1"/>
                    <a:pt x="4762" y="21"/>
                    <a:pt x="4702" y="62"/>
                  </a:cubicBezTo>
                  <a:cubicBezTo>
                    <a:pt x="3558" y="783"/>
                    <a:pt x="2414" y="1473"/>
                    <a:pt x="1379" y="2335"/>
                  </a:cubicBezTo>
                  <a:cubicBezTo>
                    <a:pt x="1238" y="2460"/>
                    <a:pt x="1097" y="2586"/>
                    <a:pt x="972" y="2727"/>
                  </a:cubicBezTo>
                  <a:cubicBezTo>
                    <a:pt x="0" y="3918"/>
                    <a:pt x="172" y="3871"/>
                    <a:pt x="925" y="4780"/>
                  </a:cubicBezTo>
                  <a:cubicBezTo>
                    <a:pt x="1003" y="4874"/>
                    <a:pt x="1082" y="4953"/>
                    <a:pt x="1144" y="5047"/>
                  </a:cubicBezTo>
                  <a:cubicBezTo>
                    <a:pt x="1662" y="5815"/>
                    <a:pt x="2367" y="6457"/>
                    <a:pt x="2571" y="7429"/>
                  </a:cubicBezTo>
                  <a:cubicBezTo>
                    <a:pt x="2618" y="7680"/>
                    <a:pt x="2821" y="7774"/>
                    <a:pt x="3057" y="7805"/>
                  </a:cubicBezTo>
                  <a:cubicBezTo>
                    <a:pt x="3186" y="7823"/>
                    <a:pt x="3313" y="7832"/>
                    <a:pt x="3439" y="7832"/>
                  </a:cubicBezTo>
                  <a:cubicBezTo>
                    <a:pt x="3648" y="7832"/>
                    <a:pt x="3854" y="7807"/>
                    <a:pt x="4060" y="7758"/>
                  </a:cubicBezTo>
                  <a:cubicBezTo>
                    <a:pt x="4485" y="7637"/>
                    <a:pt x="4920" y="7591"/>
                    <a:pt x="5430" y="7591"/>
                  </a:cubicBezTo>
                  <a:cubicBezTo>
                    <a:pt x="5577" y="7591"/>
                    <a:pt x="5732" y="7595"/>
                    <a:pt x="5894" y="7602"/>
                  </a:cubicBezTo>
                  <a:cubicBezTo>
                    <a:pt x="7179" y="7508"/>
                    <a:pt x="8637" y="7398"/>
                    <a:pt x="10079" y="7273"/>
                  </a:cubicBezTo>
                  <a:cubicBezTo>
                    <a:pt x="10533" y="7241"/>
                    <a:pt x="11003" y="6802"/>
                    <a:pt x="10972" y="6410"/>
                  </a:cubicBezTo>
                  <a:cubicBezTo>
                    <a:pt x="10894" y="5580"/>
                    <a:pt x="11129" y="4780"/>
                    <a:pt x="11239" y="3981"/>
                  </a:cubicBezTo>
                  <a:cubicBezTo>
                    <a:pt x="11317" y="3417"/>
                    <a:pt x="11129" y="2946"/>
                    <a:pt x="10941" y="2460"/>
                  </a:cubicBezTo>
                  <a:cubicBezTo>
                    <a:pt x="10800" y="2053"/>
                    <a:pt x="10392" y="2131"/>
                    <a:pt x="10110" y="1975"/>
                  </a:cubicBezTo>
                  <a:cubicBezTo>
                    <a:pt x="10047" y="1943"/>
                    <a:pt x="9985" y="1912"/>
                    <a:pt x="9922" y="1865"/>
                  </a:cubicBezTo>
                  <a:cubicBezTo>
                    <a:pt x="9201" y="1332"/>
                    <a:pt x="8370" y="1191"/>
                    <a:pt x="7524" y="1034"/>
                  </a:cubicBezTo>
                  <a:cubicBezTo>
                    <a:pt x="6881" y="909"/>
                    <a:pt x="6254" y="877"/>
                    <a:pt x="5627" y="799"/>
                  </a:cubicBezTo>
                  <a:cubicBezTo>
                    <a:pt x="5361" y="768"/>
                    <a:pt x="5157" y="689"/>
                    <a:pt x="5141" y="313"/>
                  </a:cubicBezTo>
                  <a:cubicBezTo>
                    <a:pt x="5141" y="114"/>
                    <a:pt x="5024" y="1"/>
                    <a:pt x="4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9"/>
            <p:cNvSpPr/>
            <p:nvPr/>
          </p:nvSpPr>
          <p:spPr>
            <a:xfrm>
              <a:off x="9379675" y="3194300"/>
              <a:ext cx="249625" cy="134600"/>
            </a:xfrm>
            <a:custGeom>
              <a:rect b="b" l="l" r="r" t="t"/>
              <a:pathLst>
                <a:path extrusionOk="0" h="5384" w="9985">
                  <a:moveTo>
                    <a:pt x="6254" y="586"/>
                  </a:moveTo>
                  <a:cubicBezTo>
                    <a:pt x="6317" y="586"/>
                    <a:pt x="6427" y="649"/>
                    <a:pt x="6442" y="696"/>
                  </a:cubicBezTo>
                  <a:cubicBezTo>
                    <a:pt x="6458" y="790"/>
                    <a:pt x="6458" y="915"/>
                    <a:pt x="6395" y="993"/>
                  </a:cubicBezTo>
                  <a:cubicBezTo>
                    <a:pt x="6286" y="1134"/>
                    <a:pt x="6160" y="1276"/>
                    <a:pt x="6003" y="1370"/>
                  </a:cubicBezTo>
                  <a:cubicBezTo>
                    <a:pt x="5580" y="1605"/>
                    <a:pt x="5267" y="1840"/>
                    <a:pt x="5424" y="2420"/>
                  </a:cubicBezTo>
                  <a:cubicBezTo>
                    <a:pt x="5486" y="2655"/>
                    <a:pt x="5251" y="2890"/>
                    <a:pt x="5032" y="3047"/>
                  </a:cubicBezTo>
                  <a:cubicBezTo>
                    <a:pt x="4915" y="3133"/>
                    <a:pt x="4785" y="3173"/>
                    <a:pt x="4658" y="3173"/>
                  </a:cubicBezTo>
                  <a:cubicBezTo>
                    <a:pt x="4394" y="3173"/>
                    <a:pt x="4145" y="2998"/>
                    <a:pt x="4060" y="2702"/>
                  </a:cubicBezTo>
                  <a:cubicBezTo>
                    <a:pt x="4028" y="2639"/>
                    <a:pt x="4013" y="2561"/>
                    <a:pt x="4013" y="2482"/>
                  </a:cubicBezTo>
                  <a:cubicBezTo>
                    <a:pt x="3997" y="2263"/>
                    <a:pt x="4013" y="2044"/>
                    <a:pt x="4013" y="1824"/>
                  </a:cubicBezTo>
                  <a:lnTo>
                    <a:pt x="4028" y="1824"/>
                  </a:lnTo>
                  <a:cubicBezTo>
                    <a:pt x="4028" y="1667"/>
                    <a:pt x="4028" y="1526"/>
                    <a:pt x="3997" y="1370"/>
                  </a:cubicBezTo>
                  <a:cubicBezTo>
                    <a:pt x="3981" y="1197"/>
                    <a:pt x="4044" y="1056"/>
                    <a:pt x="4201" y="1009"/>
                  </a:cubicBezTo>
                  <a:cubicBezTo>
                    <a:pt x="4859" y="790"/>
                    <a:pt x="5549" y="617"/>
                    <a:pt x="6254" y="586"/>
                  </a:cubicBezTo>
                  <a:close/>
                  <a:moveTo>
                    <a:pt x="8006" y="3664"/>
                  </a:moveTo>
                  <a:cubicBezTo>
                    <a:pt x="8047" y="3664"/>
                    <a:pt x="8090" y="3671"/>
                    <a:pt x="8135" y="3689"/>
                  </a:cubicBezTo>
                  <a:cubicBezTo>
                    <a:pt x="8276" y="3752"/>
                    <a:pt x="8229" y="4081"/>
                    <a:pt x="8041" y="4395"/>
                  </a:cubicBezTo>
                  <a:cubicBezTo>
                    <a:pt x="7954" y="4560"/>
                    <a:pt x="7842" y="4641"/>
                    <a:pt x="7702" y="4641"/>
                  </a:cubicBezTo>
                  <a:cubicBezTo>
                    <a:pt x="7617" y="4641"/>
                    <a:pt x="7521" y="4611"/>
                    <a:pt x="7414" y="4551"/>
                  </a:cubicBezTo>
                  <a:cubicBezTo>
                    <a:pt x="7289" y="4489"/>
                    <a:pt x="7179" y="4379"/>
                    <a:pt x="6944" y="4191"/>
                  </a:cubicBezTo>
                  <a:cubicBezTo>
                    <a:pt x="7226" y="4034"/>
                    <a:pt x="7367" y="3940"/>
                    <a:pt x="7540" y="3862"/>
                  </a:cubicBezTo>
                  <a:cubicBezTo>
                    <a:pt x="7691" y="3798"/>
                    <a:pt x="7833" y="3664"/>
                    <a:pt x="8006" y="3664"/>
                  </a:cubicBezTo>
                  <a:close/>
                  <a:moveTo>
                    <a:pt x="7533" y="1239"/>
                  </a:moveTo>
                  <a:cubicBezTo>
                    <a:pt x="7761" y="1239"/>
                    <a:pt x="7989" y="1307"/>
                    <a:pt x="8214" y="1495"/>
                  </a:cubicBezTo>
                  <a:cubicBezTo>
                    <a:pt x="8323" y="1589"/>
                    <a:pt x="8480" y="1620"/>
                    <a:pt x="8605" y="1683"/>
                  </a:cubicBezTo>
                  <a:cubicBezTo>
                    <a:pt x="8856" y="1793"/>
                    <a:pt x="9123" y="1902"/>
                    <a:pt x="9076" y="2232"/>
                  </a:cubicBezTo>
                  <a:cubicBezTo>
                    <a:pt x="9013" y="2529"/>
                    <a:pt x="8841" y="2780"/>
                    <a:pt x="8527" y="2874"/>
                  </a:cubicBezTo>
                  <a:cubicBezTo>
                    <a:pt x="8276" y="2953"/>
                    <a:pt x="8010" y="3047"/>
                    <a:pt x="7759" y="3047"/>
                  </a:cubicBezTo>
                  <a:cubicBezTo>
                    <a:pt x="6928" y="3062"/>
                    <a:pt x="6615" y="3658"/>
                    <a:pt x="6317" y="4269"/>
                  </a:cubicBezTo>
                  <a:cubicBezTo>
                    <a:pt x="6085" y="4774"/>
                    <a:pt x="6019" y="4887"/>
                    <a:pt x="5551" y="4887"/>
                  </a:cubicBezTo>
                  <a:cubicBezTo>
                    <a:pt x="5481" y="4887"/>
                    <a:pt x="5403" y="4885"/>
                    <a:pt x="5314" y="4881"/>
                  </a:cubicBezTo>
                  <a:cubicBezTo>
                    <a:pt x="4985" y="4834"/>
                    <a:pt x="4499" y="4787"/>
                    <a:pt x="4028" y="4645"/>
                  </a:cubicBezTo>
                  <a:cubicBezTo>
                    <a:pt x="3104" y="4348"/>
                    <a:pt x="2195" y="4019"/>
                    <a:pt x="1270" y="3689"/>
                  </a:cubicBezTo>
                  <a:cubicBezTo>
                    <a:pt x="1144" y="3627"/>
                    <a:pt x="1003" y="3548"/>
                    <a:pt x="894" y="3454"/>
                  </a:cubicBezTo>
                  <a:cubicBezTo>
                    <a:pt x="737" y="3329"/>
                    <a:pt x="659" y="3141"/>
                    <a:pt x="784" y="2968"/>
                  </a:cubicBezTo>
                  <a:cubicBezTo>
                    <a:pt x="1270" y="2279"/>
                    <a:pt x="1912" y="1777"/>
                    <a:pt x="2743" y="1558"/>
                  </a:cubicBezTo>
                  <a:cubicBezTo>
                    <a:pt x="2784" y="1547"/>
                    <a:pt x="2825" y="1542"/>
                    <a:pt x="2865" y="1542"/>
                  </a:cubicBezTo>
                  <a:cubicBezTo>
                    <a:pt x="3130" y="1542"/>
                    <a:pt x="3357" y="1758"/>
                    <a:pt x="3370" y="2044"/>
                  </a:cubicBezTo>
                  <a:cubicBezTo>
                    <a:pt x="3370" y="2310"/>
                    <a:pt x="3323" y="2561"/>
                    <a:pt x="3307" y="2827"/>
                  </a:cubicBezTo>
                  <a:cubicBezTo>
                    <a:pt x="3229" y="3564"/>
                    <a:pt x="3386" y="3721"/>
                    <a:pt x="4154" y="3783"/>
                  </a:cubicBezTo>
                  <a:cubicBezTo>
                    <a:pt x="4224" y="3790"/>
                    <a:pt x="4292" y="3793"/>
                    <a:pt x="4359" y="3793"/>
                  </a:cubicBezTo>
                  <a:cubicBezTo>
                    <a:pt x="4789" y="3793"/>
                    <a:pt x="5165" y="3661"/>
                    <a:pt x="5518" y="3376"/>
                  </a:cubicBezTo>
                  <a:cubicBezTo>
                    <a:pt x="5878" y="3094"/>
                    <a:pt x="6207" y="2812"/>
                    <a:pt x="6145" y="2279"/>
                  </a:cubicBezTo>
                  <a:cubicBezTo>
                    <a:pt x="6082" y="1824"/>
                    <a:pt x="6364" y="1589"/>
                    <a:pt x="6740" y="1432"/>
                  </a:cubicBezTo>
                  <a:cubicBezTo>
                    <a:pt x="7002" y="1331"/>
                    <a:pt x="7268" y="1239"/>
                    <a:pt x="7533" y="1239"/>
                  </a:cubicBezTo>
                  <a:close/>
                  <a:moveTo>
                    <a:pt x="6189" y="0"/>
                  </a:moveTo>
                  <a:cubicBezTo>
                    <a:pt x="5980" y="0"/>
                    <a:pt x="5768" y="48"/>
                    <a:pt x="5549" y="147"/>
                  </a:cubicBezTo>
                  <a:cubicBezTo>
                    <a:pt x="5251" y="288"/>
                    <a:pt x="4906" y="366"/>
                    <a:pt x="4577" y="413"/>
                  </a:cubicBezTo>
                  <a:cubicBezTo>
                    <a:pt x="3386" y="617"/>
                    <a:pt x="2336" y="1197"/>
                    <a:pt x="1301" y="1793"/>
                  </a:cubicBezTo>
                  <a:cubicBezTo>
                    <a:pt x="878" y="2028"/>
                    <a:pt x="533" y="2388"/>
                    <a:pt x="235" y="2780"/>
                  </a:cubicBezTo>
                  <a:cubicBezTo>
                    <a:pt x="0" y="3125"/>
                    <a:pt x="63" y="3517"/>
                    <a:pt x="408" y="3768"/>
                  </a:cubicBezTo>
                  <a:cubicBezTo>
                    <a:pt x="611" y="3909"/>
                    <a:pt x="862" y="4019"/>
                    <a:pt x="1097" y="4113"/>
                  </a:cubicBezTo>
                  <a:cubicBezTo>
                    <a:pt x="1615" y="4316"/>
                    <a:pt x="2148" y="4489"/>
                    <a:pt x="2665" y="4708"/>
                  </a:cubicBezTo>
                  <a:cubicBezTo>
                    <a:pt x="3633" y="5144"/>
                    <a:pt x="4629" y="5383"/>
                    <a:pt x="5704" y="5383"/>
                  </a:cubicBezTo>
                  <a:cubicBezTo>
                    <a:pt x="6021" y="5383"/>
                    <a:pt x="6345" y="5362"/>
                    <a:pt x="6677" y="5319"/>
                  </a:cubicBezTo>
                  <a:lnTo>
                    <a:pt x="7947" y="5319"/>
                  </a:lnTo>
                  <a:cubicBezTo>
                    <a:pt x="8182" y="5319"/>
                    <a:pt x="8402" y="5241"/>
                    <a:pt x="8464" y="4990"/>
                  </a:cubicBezTo>
                  <a:cubicBezTo>
                    <a:pt x="8731" y="4050"/>
                    <a:pt x="9232" y="3203"/>
                    <a:pt x="9703" y="2357"/>
                  </a:cubicBezTo>
                  <a:cubicBezTo>
                    <a:pt x="9985" y="1855"/>
                    <a:pt x="9781" y="1573"/>
                    <a:pt x="9358" y="1401"/>
                  </a:cubicBezTo>
                  <a:cubicBezTo>
                    <a:pt x="8872" y="1197"/>
                    <a:pt x="8386" y="993"/>
                    <a:pt x="7947" y="727"/>
                  </a:cubicBezTo>
                  <a:cubicBezTo>
                    <a:pt x="7618" y="523"/>
                    <a:pt x="7273" y="398"/>
                    <a:pt x="6944" y="210"/>
                  </a:cubicBezTo>
                  <a:cubicBezTo>
                    <a:pt x="6694" y="72"/>
                    <a:pt x="6444" y="0"/>
                    <a:pt x="6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9"/>
            <p:cNvSpPr/>
            <p:nvPr/>
          </p:nvSpPr>
          <p:spPr>
            <a:xfrm>
              <a:off x="9167675" y="3201225"/>
              <a:ext cx="41175" cy="17525"/>
            </a:xfrm>
            <a:custGeom>
              <a:rect b="b" l="l" r="r" t="t"/>
              <a:pathLst>
                <a:path extrusionOk="0" h="701" w="1647">
                  <a:moveTo>
                    <a:pt x="995" y="1"/>
                  </a:moveTo>
                  <a:cubicBezTo>
                    <a:pt x="680" y="1"/>
                    <a:pt x="374" y="45"/>
                    <a:pt x="110" y="309"/>
                  </a:cubicBezTo>
                  <a:cubicBezTo>
                    <a:pt x="32" y="387"/>
                    <a:pt x="0" y="497"/>
                    <a:pt x="63" y="607"/>
                  </a:cubicBezTo>
                  <a:cubicBezTo>
                    <a:pt x="94" y="654"/>
                    <a:pt x="204" y="701"/>
                    <a:pt x="251" y="701"/>
                  </a:cubicBezTo>
                  <a:cubicBezTo>
                    <a:pt x="706" y="560"/>
                    <a:pt x="1145" y="403"/>
                    <a:pt x="1599" y="262"/>
                  </a:cubicBezTo>
                  <a:cubicBezTo>
                    <a:pt x="1615" y="246"/>
                    <a:pt x="1631" y="199"/>
                    <a:pt x="1646" y="168"/>
                  </a:cubicBezTo>
                  <a:cubicBezTo>
                    <a:pt x="1646" y="136"/>
                    <a:pt x="1646" y="89"/>
                    <a:pt x="1631" y="74"/>
                  </a:cubicBezTo>
                  <a:cubicBezTo>
                    <a:pt x="1631" y="42"/>
                    <a:pt x="1583" y="11"/>
                    <a:pt x="1568" y="11"/>
                  </a:cubicBezTo>
                  <a:cubicBezTo>
                    <a:pt x="1539" y="12"/>
                    <a:pt x="1510" y="12"/>
                    <a:pt x="1481" y="12"/>
                  </a:cubicBezTo>
                  <a:cubicBezTo>
                    <a:pt x="1320" y="12"/>
                    <a:pt x="1156" y="1"/>
                    <a:pt x="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9"/>
            <p:cNvSpPr/>
            <p:nvPr/>
          </p:nvSpPr>
          <p:spPr>
            <a:xfrm>
              <a:off x="9399250" y="3004700"/>
              <a:ext cx="19625" cy="13825"/>
            </a:xfrm>
            <a:custGeom>
              <a:rect b="b" l="l" r="r" t="t"/>
              <a:pathLst>
                <a:path extrusionOk="0" h="553" w="785">
                  <a:moveTo>
                    <a:pt x="432" y="0"/>
                  </a:moveTo>
                  <a:cubicBezTo>
                    <a:pt x="374" y="0"/>
                    <a:pt x="313" y="17"/>
                    <a:pt x="252" y="51"/>
                  </a:cubicBezTo>
                  <a:cubicBezTo>
                    <a:pt x="111" y="113"/>
                    <a:pt x="1" y="207"/>
                    <a:pt x="17" y="364"/>
                  </a:cubicBezTo>
                  <a:cubicBezTo>
                    <a:pt x="48" y="552"/>
                    <a:pt x="189" y="552"/>
                    <a:pt x="361" y="552"/>
                  </a:cubicBezTo>
                  <a:cubicBezTo>
                    <a:pt x="455" y="536"/>
                    <a:pt x="565" y="536"/>
                    <a:pt x="659" y="489"/>
                  </a:cubicBezTo>
                  <a:cubicBezTo>
                    <a:pt x="706" y="474"/>
                    <a:pt x="785" y="395"/>
                    <a:pt x="785" y="348"/>
                  </a:cubicBezTo>
                  <a:cubicBezTo>
                    <a:pt x="769" y="254"/>
                    <a:pt x="722" y="145"/>
                    <a:pt x="644" y="82"/>
                  </a:cubicBezTo>
                  <a:cubicBezTo>
                    <a:pt x="581" y="28"/>
                    <a:pt x="509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20" name="Google Shape;1220;p40"/>
          <p:cNvSpPr txBox="1"/>
          <p:nvPr>
            <p:ph idx="7" type="subTitle"/>
          </p:nvPr>
        </p:nvSpPr>
        <p:spPr>
          <a:xfrm>
            <a:off x="720000" y="1347425"/>
            <a:ext cx="69363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NLP system works well in identifying lower-cost beauty product alternatives with high similarity to original products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combination of the similarity metrics provides a robust representation of product similarity.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Future improvements: reducing unique ingredients further &amp; include ingredient concentration </a:t>
            </a:r>
            <a:endParaRPr/>
          </a:p>
        </p:txBody>
      </p:sp>
      <p:sp>
        <p:nvSpPr>
          <p:cNvPr id="1221" name="Google Shape;1221;p40"/>
          <p:cNvSpPr/>
          <p:nvPr/>
        </p:nvSpPr>
        <p:spPr>
          <a:xfrm>
            <a:off x="7390266" y="202215"/>
            <a:ext cx="2126444" cy="801485"/>
          </a:xfrm>
          <a:custGeom>
            <a:rect b="b" l="l" r="r" t="t"/>
            <a:pathLst>
              <a:path extrusionOk="0" h="7954" w="21103">
                <a:moveTo>
                  <a:pt x="12532" y="0"/>
                </a:moveTo>
                <a:cubicBezTo>
                  <a:pt x="12401" y="0"/>
                  <a:pt x="12266" y="16"/>
                  <a:pt x="12128" y="49"/>
                </a:cubicBezTo>
                <a:cubicBezTo>
                  <a:pt x="11196" y="273"/>
                  <a:pt x="10599" y="1093"/>
                  <a:pt x="10040" y="1801"/>
                </a:cubicBezTo>
                <a:cubicBezTo>
                  <a:pt x="9548" y="2428"/>
                  <a:pt x="9065" y="3145"/>
                  <a:pt x="8257" y="3145"/>
                </a:cubicBezTo>
                <a:cubicBezTo>
                  <a:pt x="8168" y="3145"/>
                  <a:pt x="8075" y="3137"/>
                  <a:pt x="7978" y="3118"/>
                </a:cubicBezTo>
                <a:cubicBezTo>
                  <a:pt x="6897" y="2907"/>
                  <a:pt x="6474" y="1540"/>
                  <a:pt x="5344" y="1490"/>
                </a:cubicBezTo>
                <a:cubicBezTo>
                  <a:pt x="5312" y="1489"/>
                  <a:pt x="5281" y="1488"/>
                  <a:pt x="5250" y="1488"/>
                </a:cubicBezTo>
                <a:cubicBezTo>
                  <a:pt x="3868" y="1488"/>
                  <a:pt x="2567" y="2817"/>
                  <a:pt x="1765" y="3789"/>
                </a:cubicBezTo>
                <a:cubicBezTo>
                  <a:pt x="796" y="4945"/>
                  <a:pt x="1" y="6311"/>
                  <a:pt x="249" y="7852"/>
                </a:cubicBezTo>
                <a:cubicBezTo>
                  <a:pt x="260" y="7923"/>
                  <a:pt x="312" y="7953"/>
                  <a:pt x="366" y="7953"/>
                </a:cubicBezTo>
                <a:cubicBezTo>
                  <a:pt x="436" y="7953"/>
                  <a:pt x="510" y="7904"/>
                  <a:pt x="510" y="7827"/>
                </a:cubicBezTo>
                <a:cubicBezTo>
                  <a:pt x="597" y="6038"/>
                  <a:pt x="2175" y="4535"/>
                  <a:pt x="3455" y="3466"/>
                </a:cubicBezTo>
                <a:cubicBezTo>
                  <a:pt x="3765" y="3204"/>
                  <a:pt x="4432" y="2662"/>
                  <a:pt x="4946" y="2662"/>
                </a:cubicBezTo>
                <a:cubicBezTo>
                  <a:pt x="5090" y="2662"/>
                  <a:pt x="5222" y="2704"/>
                  <a:pt x="5331" y="2808"/>
                </a:cubicBezTo>
                <a:cubicBezTo>
                  <a:pt x="5691" y="3143"/>
                  <a:pt x="5903" y="3565"/>
                  <a:pt x="6288" y="3889"/>
                </a:cubicBezTo>
                <a:cubicBezTo>
                  <a:pt x="6853" y="4361"/>
                  <a:pt x="7625" y="4667"/>
                  <a:pt x="8377" y="4667"/>
                </a:cubicBezTo>
                <a:cubicBezTo>
                  <a:pt x="8733" y="4667"/>
                  <a:pt x="9084" y="4599"/>
                  <a:pt x="9407" y="4448"/>
                </a:cubicBezTo>
                <a:cubicBezTo>
                  <a:pt x="10289" y="4038"/>
                  <a:pt x="10860" y="3218"/>
                  <a:pt x="11432" y="2472"/>
                </a:cubicBezTo>
                <a:cubicBezTo>
                  <a:pt x="11749" y="2049"/>
                  <a:pt x="12082" y="1529"/>
                  <a:pt x="12538" y="1529"/>
                </a:cubicBezTo>
                <a:cubicBezTo>
                  <a:pt x="12672" y="1529"/>
                  <a:pt x="12815" y="1573"/>
                  <a:pt x="12973" y="1677"/>
                </a:cubicBezTo>
                <a:cubicBezTo>
                  <a:pt x="13867" y="2273"/>
                  <a:pt x="14538" y="3590"/>
                  <a:pt x="15184" y="4435"/>
                </a:cubicBezTo>
                <a:cubicBezTo>
                  <a:pt x="15967" y="5454"/>
                  <a:pt x="16874" y="6510"/>
                  <a:pt x="18067" y="7082"/>
                </a:cubicBezTo>
                <a:cubicBezTo>
                  <a:pt x="18436" y="7259"/>
                  <a:pt x="18871" y="7365"/>
                  <a:pt x="19295" y="7365"/>
                </a:cubicBezTo>
                <a:cubicBezTo>
                  <a:pt x="19967" y="7365"/>
                  <a:pt x="20612" y="7099"/>
                  <a:pt x="20925" y="6436"/>
                </a:cubicBezTo>
                <a:cubicBezTo>
                  <a:pt x="21102" y="6069"/>
                  <a:pt x="20863" y="5633"/>
                  <a:pt x="20474" y="5633"/>
                </a:cubicBezTo>
                <a:cubicBezTo>
                  <a:pt x="20427" y="5633"/>
                  <a:pt x="20379" y="5640"/>
                  <a:pt x="20328" y="5653"/>
                </a:cubicBezTo>
                <a:cubicBezTo>
                  <a:pt x="19908" y="5762"/>
                  <a:pt x="19589" y="5926"/>
                  <a:pt x="19217" y="5926"/>
                </a:cubicBezTo>
                <a:cubicBezTo>
                  <a:pt x="19083" y="5926"/>
                  <a:pt x="18942" y="5904"/>
                  <a:pt x="18788" y="5852"/>
                </a:cubicBezTo>
                <a:cubicBezTo>
                  <a:pt x="18179" y="5665"/>
                  <a:pt x="17669" y="5119"/>
                  <a:pt x="17234" y="4671"/>
                </a:cubicBezTo>
                <a:cubicBezTo>
                  <a:pt x="16327" y="3739"/>
                  <a:pt x="15632" y="2634"/>
                  <a:pt x="14836" y="1615"/>
                </a:cubicBezTo>
                <a:cubicBezTo>
                  <a:pt x="14277" y="880"/>
                  <a:pt x="13515" y="0"/>
                  <a:pt x="125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40"/>
          <p:cNvSpPr/>
          <p:nvPr/>
        </p:nvSpPr>
        <p:spPr>
          <a:xfrm>
            <a:off x="7241347" y="-7"/>
            <a:ext cx="2378860" cy="737398"/>
          </a:xfrm>
          <a:custGeom>
            <a:rect b="b" l="l" r="r" t="t"/>
            <a:pathLst>
              <a:path extrusionOk="0" h="7318" w="23608">
                <a:moveTo>
                  <a:pt x="13475" y="0"/>
                </a:moveTo>
                <a:cubicBezTo>
                  <a:pt x="12756" y="0"/>
                  <a:pt x="12032" y="211"/>
                  <a:pt x="11332" y="714"/>
                </a:cubicBezTo>
                <a:cubicBezTo>
                  <a:pt x="10860" y="1050"/>
                  <a:pt x="10586" y="1596"/>
                  <a:pt x="10102" y="1919"/>
                </a:cubicBezTo>
                <a:cubicBezTo>
                  <a:pt x="9998" y="1988"/>
                  <a:pt x="9890" y="2017"/>
                  <a:pt x="9777" y="2017"/>
                </a:cubicBezTo>
                <a:cubicBezTo>
                  <a:pt x="9134" y="2017"/>
                  <a:pt x="8380" y="1045"/>
                  <a:pt x="7915" y="801"/>
                </a:cubicBezTo>
                <a:cubicBezTo>
                  <a:pt x="7487" y="580"/>
                  <a:pt x="7054" y="491"/>
                  <a:pt x="6623" y="491"/>
                </a:cubicBezTo>
                <a:cubicBezTo>
                  <a:pt x="5916" y="491"/>
                  <a:pt x="5216" y="731"/>
                  <a:pt x="4560" y="1025"/>
                </a:cubicBezTo>
                <a:cubicBezTo>
                  <a:pt x="2175" y="2093"/>
                  <a:pt x="758" y="4827"/>
                  <a:pt x="25" y="7175"/>
                </a:cubicBezTo>
                <a:cubicBezTo>
                  <a:pt x="1" y="7257"/>
                  <a:pt x="73" y="7317"/>
                  <a:pt x="139" y="7317"/>
                </a:cubicBezTo>
                <a:cubicBezTo>
                  <a:pt x="174" y="7317"/>
                  <a:pt x="207" y="7301"/>
                  <a:pt x="224" y="7262"/>
                </a:cubicBezTo>
                <a:cubicBezTo>
                  <a:pt x="795" y="6007"/>
                  <a:pt x="1640" y="4728"/>
                  <a:pt x="2485" y="3634"/>
                </a:cubicBezTo>
                <a:cubicBezTo>
                  <a:pt x="3454" y="2392"/>
                  <a:pt x="4647" y="1398"/>
                  <a:pt x="6275" y="1360"/>
                </a:cubicBezTo>
                <a:cubicBezTo>
                  <a:pt x="6290" y="1360"/>
                  <a:pt x="6304" y="1360"/>
                  <a:pt x="6319" y="1360"/>
                </a:cubicBezTo>
                <a:cubicBezTo>
                  <a:pt x="7733" y="1360"/>
                  <a:pt x="8300" y="3113"/>
                  <a:pt x="9720" y="3113"/>
                </a:cubicBezTo>
                <a:cubicBezTo>
                  <a:pt x="9739" y="3113"/>
                  <a:pt x="9759" y="3113"/>
                  <a:pt x="9779" y="3112"/>
                </a:cubicBezTo>
                <a:cubicBezTo>
                  <a:pt x="10388" y="3087"/>
                  <a:pt x="10835" y="2851"/>
                  <a:pt x="11270" y="2416"/>
                </a:cubicBezTo>
                <a:cubicBezTo>
                  <a:pt x="12003" y="1721"/>
                  <a:pt x="12537" y="1261"/>
                  <a:pt x="13618" y="1211"/>
                </a:cubicBezTo>
                <a:cubicBezTo>
                  <a:pt x="13673" y="1208"/>
                  <a:pt x="13727" y="1207"/>
                  <a:pt x="13780" y="1207"/>
                </a:cubicBezTo>
                <a:cubicBezTo>
                  <a:pt x="16274" y="1207"/>
                  <a:pt x="17942" y="4261"/>
                  <a:pt x="19694" y="5659"/>
                </a:cubicBezTo>
                <a:cubicBezTo>
                  <a:pt x="20307" y="6145"/>
                  <a:pt x="21059" y="6738"/>
                  <a:pt x="21872" y="6738"/>
                </a:cubicBezTo>
                <a:cubicBezTo>
                  <a:pt x="21932" y="6738"/>
                  <a:pt x="21993" y="6735"/>
                  <a:pt x="22055" y="6728"/>
                </a:cubicBezTo>
                <a:cubicBezTo>
                  <a:pt x="22937" y="6616"/>
                  <a:pt x="23608" y="5622"/>
                  <a:pt x="22875" y="4889"/>
                </a:cubicBezTo>
                <a:cubicBezTo>
                  <a:pt x="22807" y="4829"/>
                  <a:pt x="22721" y="4796"/>
                  <a:pt x="22634" y="4796"/>
                </a:cubicBezTo>
                <a:cubicBezTo>
                  <a:pt x="22576" y="4796"/>
                  <a:pt x="22519" y="4810"/>
                  <a:pt x="22465" y="4839"/>
                </a:cubicBezTo>
                <a:cubicBezTo>
                  <a:pt x="22278" y="4939"/>
                  <a:pt x="21930" y="5324"/>
                  <a:pt x="21868" y="5336"/>
                </a:cubicBezTo>
                <a:cubicBezTo>
                  <a:pt x="21839" y="5347"/>
                  <a:pt x="21806" y="5351"/>
                  <a:pt x="21771" y="5351"/>
                </a:cubicBezTo>
                <a:cubicBezTo>
                  <a:pt x="21466" y="5351"/>
                  <a:pt x="20975" y="4999"/>
                  <a:pt x="20775" y="4877"/>
                </a:cubicBezTo>
                <a:cubicBezTo>
                  <a:pt x="19942" y="4380"/>
                  <a:pt x="19147" y="3659"/>
                  <a:pt x="18514" y="2926"/>
                </a:cubicBezTo>
                <a:cubicBezTo>
                  <a:pt x="17274" y="1506"/>
                  <a:pt x="15397" y="0"/>
                  <a:pt x="134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3" name="Google Shape;1223;p40"/>
          <p:cNvGrpSpPr/>
          <p:nvPr/>
        </p:nvGrpSpPr>
        <p:grpSpPr>
          <a:xfrm>
            <a:off x="1716955" y="627531"/>
            <a:ext cx="205068" cy="303697"/>
            <a:chOff x="4176768" y="2163337"/>
            <a:chExt cx="85030" cy="125927"/>
          </a:xfrm>
        </p:grpSpPr>
        <p:sp>
          <p:nvSpPr>
            <p:cNvPr id="1224" name="Google Shape;1224;p40"/>
            <p:cNvSpPr/>
            <p:nvPr/>
          </p:nvSpPr>
          <p:spPr>
            <a:xfrm>
              <a:off x="4176768" y="2220422"/>
              <a:ext cx="85030" cy="17165"/>
            </a:xfrm>
            <a:custGeom>
              <a:rect b="b" l="l" r="r" t="t"/>
              <a:pathLst>
                <a:path extrusionOk="0" h="562" w="2784">
                  <a:moveTo>
                    <a:pt x="1300" y="0"/>
                  </a:moveTo>
                  <a:cubicBezTo>
                    <a:pt x="980" y="0"/>
                    <a:pt x="659" y="12"/>
                    <a:pt x="336" y="17"/>
                  </a:cubicBezTo>
                  <a:cubicBezTo>
                    <a:pt x="0" y="17"/>
                    <a:pt x="0" y="539"/>
                    <a:pt x="336" y="539"/>
                  </a:cubicBezTo>
                  <a:cubicBezTo>
                    <a:pt x="649" y="549"/>
                    <a:pt x="961" y="561"/>
                    <a:pt x="1272" y="561"/>
                  </a:cubicBezTo>
                  <a:cubicBezTo>
                    <a:pt x="1725" y="561"/>
                    <a:pt x="2178" y="535"/>
                    <a:pt x="2635" y="440"/>
                  </a:cubicBezTo>
                  <a:cubicBezTo>
                    <a:pt x="2784" y="402"/>
                    <a:pt x="2784" y="154"/>
                    <a:pt x="2635" y="116"/>
                  </a:cubicBezTo>
                  <a:cubicBezTo>
                    <a:pt x="2187" y="23"/>
                    <a:pt x="1744" y="0"/>
                    <a:pt x="1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0"/>
            <p:cNvSpPr/>
            <p:nvPr/>
          </p:nvSpPr>
          <p:spPr>
            <a:xfrm>
              <a:off x="4205998" y="2163337"/>
              <a:ext cx="27733" cy="125927"/>
            </a:xfrm>
            <a:custGeom>
              <a:rect b="b" l="l" r="r" t="t"/>
              <a:pathLst>
                <a:path extrusionOk="0" h="4123" w="908">
                  <a:moveTo>
                    <a:pt x="447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8" y="4011"/>
                  </a:cubicBezTo>
                  <a:cubicBezTo>
                    <a:pt x="311" y="4085"/>
                    <a:pt x="379" y="4123"/>
                    <a:pt x="447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5" y="2719"/>
                    <a:pt x="907" y="1464"/>
                    <a:pt x="659" y="159"/>
                  </a:cubicBezTo>
                  <a:cubicBezTo>
                    <a:pt x="640" y="53"/>
                    <a:pt x="544" y="1"/>
                    <a:pt x="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6" name="Google Shape;1226;p40"/>
          <p:cNvGrpSpPr/>
          <p:nvPr/>
        </p:nvGrpSpPr>
        <p:grpSpPr>
          <a:xfrm>
            <a:off x="7833000" y="889825"/>
            <a:ext cx="925200" cy="369950"/>
            <a:chOff x="8704100" y="2958950"/>
            <a:chExt cx="925200" cy="369950"/>
          </a:xfrm>
        </p:grpSpPr>
        <p:sp>
          <p:nvSpPr>
            <p:cNvPr id="1227" name="Google Shape;1227;p40"/>
            <p:cNvSpPr/>
            <p:nvPr/>
          </p:nvSpPr>
          <p:spPr>
            <a:xfrm>
              <a:off x="8704100" y="3016350"/>
              <a:ext cx="558025" cy="278850"/>
            </a:xfrm>
            <a:custGeom>
              <a:rect b="b" l="l" r="r" t="t"/>
              <a:pathLst>
                <a:path extrusionOk="0" h="11154" w="22321">
                  <a:moveTo>
                    <a:pt x="13653" y="556"/>
                  </a:moveTo>
                  <a:cubicBezTo>
                    <a:pt x="14130" y="673"/>
                    <a:pt x="14615" y="737"/>
                    <a:pt x="15109" y="737"/>
                  </a:cubicBezTo>
                  <a:cubicBezTo>
                    <a:pt x="15281" y="737"/>
                    <a:pt x="15454" y="729"/>
                    <a:pt x="15628" y="713"/>
                  </a:cubicBezTo>
                  <a:cubicBezTo>
                    <a:pt x="15637" y="712"/>
                    <a:pt x="15646" y="712"/>
                    <a:pt x="15655" y="712"/>
                  </a:cubicBezTo>
                  <a:cubicBezTo>
                    <a:pt x="15785" y="712"/>
                    <a:pt x="15898" y="816"/>
                    <a:pt x="15957" y="948"/>
                  </a:cubicBezTo>
                  <a:cubicBezTo>
                    <a:pt x="16020" y="1058"/>
                    <a:pt x="16004" y="1230"/>
                    <a:pt x="15910" y="1246"/>
                  </a:cubicBezTo>
                  <a:cubicBezTo>
                    <a:pt x="15205" y="1340"/>
                    <a:pt x="14609" y="1732"/>
                    <a:pt x="13966" y="1983"/>
                  </a:cubicBezTo>
                  <a:cubicBezTo>
                    <a:pt x="13852" y="2029"/>
                    <a:pt x="13740" y="2050"/>
                    <a:pt x="13632" y="2050"/>
                  </a:cubicBezTo>
                  <a:cubicBezTo>
                    <a:pt x="13342" y="2050"/>
                    <a:pt x="13074" y="1903"/>
                    <a:pt x="12822" y="1732"/>
                  </a:cubicBezTo>
                  <a:cubicBezTo>
                    <a:pt x="12634" y="1622"/>
                    <a:pt x="12571" y="1168"/>
                    <a:pt x="12666" y="901"/>
                  </a:cubicBezTo>
                  <a:cubicBezTo>
                    <a:pt x="12744" y="713"/>
                    <a:pt x="12901" y="635"/>
                    <a:pt x="13089" y="603"/>
                  </a:cubicBezTo>
                  <a:cubicBezTo>
                    <a:pt x="13277" y="572"/>
                    <a:pt x="13465" y="572"/>
                    <a:pt x="13653" y="556"/>
                  </a:cubicBezTo>
                  <a:close/>
                  <a:moveTo>
                    <a:pt x="18429" y="3571"/>
                  </a:moveTo>
                  <a:cubicBezTo>
                    <a:pt x="18486" y="3571"/>
                    <a:pt x="18545" y="3574"/>
                    <a:pt x="18606" y="3581"/>
                  </a:cubicBezTo>
                  <a:cubicBezTo>
                    <a:pt x="18779" y="3597"/>
                    <a:pt x="18857" y="3738"/>
                    <a:pt x="18904" y="3958"/>
                  </a:cubicBezTo>
                  <a:cubicBezTo>
                    <a:pt x="18873" y="4036"/>
                    <a:pt x="18857" y="4193"/>
                    <a:pt x="18779" y="4318"/>
                  </a:cubicBezTo>
                  <a:cubicBezTo>
                    <a:pt x="18418" y="4929"/>
                    <a:pt x="18057" y="5541"/>
                    <a:pt x="17681" y="6136"/>
                  </a:cubicBezTo>
                  <a:cubicBezTo>
                    <a:pt x="17405" y="6575"/>
                    <a:pt x="17105" y="6788"/>
                    <a:pt x="16750" y="6788"/>
                  </a:cubicBezTo>
                  <a:cubicBezTo>
                    <a:pt x="16521" y="6788"/>
                    <a:pt x="16271" y="6700"/>
                    <a:pt x="15988" y="6528"/>
                  </a:cubicBezTo>
                  <a:cubicBezTo>
                    <a:pt x="15628" y="6309"/>
                    <a:pt x="15393" y="5980"/>
                    <a:pt x="15126" y="5666"/>
                  </a:cubicBezTo>
                  <a:cubicBezTo>
                    <a:pt x="15026" y="5543"/>
                    <a:pt x="14907" y="5484"/>
                    <a:pt x="14791" y="5484"/>
                  </a:cubicBezTo>
                  <a:cubicBezTo>
                    <a:pt x="14672" y="5484"/>
                    <a:pt x="14556" y="5547"/>
                    <a:pt x="14468" y="5666"/>
                  </a:cubicBezTo>
                  <a:cubicBezTo>
                    <a:pt x="14233" y="5948"/>
                    <a:pt x="14014" y="6246"/>
                    <a:pt x="13778" y="6544"/>
                  </a:cubicBezTo>
                  <a:cubicBezTo>
                    <a:pt x="13738" y="6605"/>
                    <a:pt x="13677" y="6646"/>
                    <a:pt x="13610" y="6646"/>
                  </a:cubicBezTo>
                  <a:cubicBezTo>
                    <a:pt x="13573" y="6646"/>
                    <a:pt x="13535" y="6634"/>
                    <a:pt x="13496" y="6607"/>
                  </a:cubicBezTo>
                  <a:cubicBezTo>
                    <a:pt x="13418" y="6544"/>
                    <a:pt x="13277" y="6434"/>
                    <a:pt x="13292" y="6356"/>
                  </a:cubicBezTo>
                  <a:cubicBezTo>
                    <a:pt x="13324" y="5964"/>
                    <a:pt x="13261" y="5541"/>
                    <a:pt x="13481" y="5196"/>
                  </a:cubicBezTo>
                  <a:cubicBezTo>
                    <a:pt x="13841" y="4616"/>
                    <a:pt x="14358" y="4177"/>
                    <a:pt x="15032" y="3989"/>
                  </a:cubicBezTo>
                  <a:cubicBezTo>
                    <a:pt x="15339" y="3901"/>
                    <a:pt x="15653" y="3875"/>
                    <a:pt x="15967" y="3875"/>
                  </a:cubicBezTo>
                  <a:cubicBezTo>
                    <a:pt x="16327" y="3875"/>
                    <a:pt x="16687" y="3910"/>
                    <a:pt x="17039" y="3926"/>
                  </a:cubicBezTo>
                  <a:cubicBezTo>
                    <a:pt x="17164" y="3926"/>
                    <a:pt x="17274" y="4083"/>
                    <a:pt x="17399" y="4177"/>
                  </a:cubicBezTo>
                  <a:cubicBezTo>
                    <a:pt x="17456" y="4217"/>
                    <a:pt x="17509" y="4236"/>
                    <a:pt x="17555" y="4236"/>
                  </a:cubicBezTo>
                  <a:cubicBezTo>
                    <a:pt x="17637" y="4236"/>
                    <a:pt x="17698" y="4177"/>
                    <a:pt x="17728" y="4067"/>
                  </a:cubicBezTo>
                  <a:cubicBezTo>
                    <a:pt x="17862" y="3694"/>
                    <a:pt x="18108" y="3571"/>
                    <a:pt x="18429" y="3571"/>
                  </a:cubicBezTo>
                  <a:close/>
                  <a:moveTo>
                    <a:pt x="19632" y="4310"/>
                  </a:moveTo>
                  <a:cubicBezTo>
                    <a:pt x="19735" y="4310"/>
                    <a:pt x="19841" y="4361"/>
                    <a:pt x="19970" y="4459"/>
                  </a:cubicBezTo>
                  <a:cubicBezTo>
                    <a:pt x="20628" y="4977"/>
                    <a:pt x="20863" y="5729"/>
                    <a:pt x="21036" y="6497"/>
                  </a:cubicBezTo>
                  <a:cubicBezTo>
                    <a:pt x="21067" y="6622"/>
                    <a:pt x="21036" y="6795"/>
                    <a:pt x="20957" y="6920"/>
                  </a:cubicBezTo>
                  <a:cubicBezTo>
                    <a:pt x="20800" y="7140"/>
                    <a:pt x="20659" y="7343"/>
                    <a:pt x="20942" y="7578"/>
                  </a:cubicBezTo>
                  <a:cubicBezTo>
                    <a:pt x="21098" y="7704"/>
                    <a:pt x="20957" y="7861"/>
                    <a:pt x="20879" y="7970"/>
                  </a:cubicBezTo>
                  <a:cubicBezTo>
                    <a:pt x="20518" y="8503"/>
                    <a:pt x="20111" y="8973"/>
                    <a:pt x="19594" y="9350"/>
                  </a:cubicBezTo>
                  <a:cubicBezTo>
                    <a:pt x="19343" y="9522"/>
                    <a:pt x="19108" y="9710"/>
                    <a:pt x="18888" y="9898"/>
                  </a:cubicBezTo>
                  <a:cubicBezTo>
                    <a:pt x="18689" y="10084"/>
                    <a:pt x="18468" y="10191"/>
                    <a:pt x="18214" y="10191"/>
                  </a:cubicBezTo>
                  <a:cubicBezTo>
                    <a:pt x="18168" y="10191"/>
                    <a:pt x="18121" y="10188"/>
                    <a:pt x="18073" y="10180"/>
                  </a:cubicBezTo>
                  <a:cubicBezTo>
                    <a:pt x="17807" y="10133"/>
                    <a:pt x="17556" y="10102"/>
                    <a:pt x="17305" y="10024"/>
                  </a:cubicBezTo>
                  <a:cubicBezTo>
                    <a:pt x="16443" y="9757"/>
                    <a:pt x="15550" y="9663"/>
                    <a:pt x="14656" y="9600"/>
                  </a:cubicBezTo>
                  <a:cubicBezTo>
                    <a:pt x="13935" y="9553"/>
                    <a:pt x="13261" y="9365"/>
                    <a:pt x="12603" y="9115"/>
                  </a:cubicBezTo>
                  <a:cubicBezTo>
                    <a:pt x="12336" y="9005"/>
                    <a:pt x="12289" y="8817"/>
                    <a:pt x="12540" y="8613"/>
                  </a:cubicBezTo>
                  <a:cubicBezTo>
                    <a:pt x="12885" y="8315"/>
                    <a:pt x="13120" y="7970"/>
                    <a:pt x="13355" y="7578"/>
                  </a:cubicBezTo>
                  <a:cubicBezTo>
                    <a:pt x="13622" y="7093"/>
                    <a:pt x="14170" y="6842"/>
                    <a:pt x="14640" y="6528"/>
                  </a:cubicBezTo>
                  <a:cubicBezTo>
                    <a:pt x="14685" y="6498"/>
                    <a:pt x="14734" y="6486"/>
                    <a:pt x="14781" y="6486"/>
                  </a:cubicBezTo>
                  <a:cubicBezTo>
                    <a:pt x="14884" y="6486"/>
                    <a:pt x="14984" y="6543"/>
                    <a:pt x="15048" y="6607"/>
                  </a:cubicBezTo>
                  <a:cubicBezTo>
                    <a:pt x="15471" y="7046"/>
                    <a:pt x="16098" y="7171"/>
                    <a:pt x="16568" y="7531"/>
                  </a:cubicBezTo>
                  <a:cubicBezTo>
                    <a:pt x="16672" y="7615"/>
                    <a:pt x="16765" y="7654"/>
                    <a:pt x="16854" y="7654"/>
                  </a:cubicBezTo>
                  <a:cubicBezTo>
                    <a:pt x="16982" y="7654"/>
                    <a:pt x="17104" y="7576"/>
                    <a:pt x="17242" y="7437"/>
                  </a:cubicBezTo>
                  <a:cubicBezTo>
                    <a:pt x="17540" y="7140"/>
                    <a:pt x="17760" y="6795"/>
                    <a:pt x="17963" y="6434"/>
                  </a:cubicBezTo>
                  <a:cubicBezTo>
                    <a:pt x="18355" y="5760"/>
                    <a:pt x="18731" y="5055"/>
                    <a:pt x="19296" y="4491"/>
                  </a:cubicBezTo>
                  <a:cubicBezTo>
                    <a:pt x="19418" y="4369"/>
                    <a:pt x="19522" y="4310"/>
                    <a:pt x="19632" y="4310"/>
                  </a:cubicBezTo>
                  <a:close/>
                  <a:moveTo>
                    <a:pt x="12648" y="0"/>
                  </a:moveTo>
                  <a:cubicBezTo>
                    <a:pt x="12293" y="0"/>
                    <a:pt x="12028" y="190"/>
                    <a:pt x="11819" y="478"/>
                  </a:cubicBezTo>
                  <a:cubicBezTo>
                    <a:pt x="11365" y="1089"/>
                    <a:pt x="10800" y="1575"/>
                    <a:pt x="10283" y="2124"/>
                  </a:cubicBezTo>
                  <a:cubicBezTo>
                    <a:pt x="10079" y="2328"/>
                    <a:pt x="9891" y="2563"/>
                    <a:pt x="9703" y="2798"/>
                  </a:cubicBezTo>
                  <a:cubicBezTo>
                    <a:pt x="9814" y="2818"/>
                    <a:pt x="9918" y="2833"/>
                    <a:pt x="10017" y="2833"/>
                  </a:cubicBezTo>
                  <a:cubicBezTo>
                    <a:pt x="10226" y="2833"/>
                    <a:pt x="10411" y="2765"/>
                    <a:pt x="10581" y="2531"/>
                  </a:cubicBezTo>
                  <a:cubicBezTo>
                    <a:pt x="10926" y="2045"/>
                    <a:pt x="11349" y="1622"/>
                    <a:pt x="11835" y="1309"/>
                  </a:cubicBezTo>
                  <a:cubicBezTo>
                    <a:pt x="11944" y="1387"/>
                    <a:pt x="12007" y="1418"/>
                    <a:pt x="12054" y="1465"/>
                  </a:cubicBezTo>
                  <a:cubicBezTo>
                    <a:pt x="12242" y="1763"/>
                    <a:pt x="12227" y="2233"/>
                    <a:pt x="12681" y="2328"/>
                  </a:cubicBezTo>
                  <a:cubicBezTo>
                    <a:pt x="13045" y="2406"/>
                    <a:pt x="13403" y="2540"/>
                    <a:pt x="13766" y="2540"/>
                  </a:cubicBezTo>
                  <a:cubicBezTo>
                    <a:pt x="13982" y="2540"/>
                    <a:pt x="14199" y="2493"/>
                    <a:pt x="14421" y="2359"/>
                  </a:cubicBezTo>
                  <a:cubicBezTo>
                    <a:pt x="14609" y="2233"/>
                    <a:pt x="14844" y="2202"/>
                    <a:pt x="15064" y="2139"/>
                  </a:cubicBezTo>
                  <a:cubicBezTo>
                    <a:pt x="15214" y="2100"/>
                    <a:pt x="15349" y="2079"/>
                    <a:pt x="15469" y="2079"/>
                  </a:cubicBezTo>
                  <a:cubicBezTo>
                    <a:pt x="15875" y="2079"/>
                    <a:pt x="16124" y="2313"/>
                    <a:pt x="16318" y="2845"/>
                  </a:cubicBezTo>
                  <a:cubicBezTo>
                    <a:pt x="16365" y="2955"/>
                    <a:pt x="16380" y="3064"/>
                    <a:pt x="16412" y="3158"/>
                  </a:cubicBezTo>
                  <a:cubicBezTo>
                    <a:pt x="16259" y="3321"/>
                    <a:pt x="16082" y="3343"/>
                    <a:pt x="15904" y="3343"/>
                  </a:cubicBezTo>
                  <a:cubicBezTo>
                    <a:pt x="15836" y="3343"/>
                    <a:pt x="15767" y="3340"/>
                    <a:pt x="15699" y="3340"/>
                  </a:cubicBezTo>
                  <a:cubicBezTo>
                    <a:pt x="15654" y="3340"/>
                    <a:pt x="15609" y="3342"/>
                    <a:pt x="15565" y="3346"/>
                  </a:cubicBezTo>
                  <a:cubicBezTo>
                    <a:pt x="14296" y="3503"/>
                    <a:pt x="13434" y="4193"/>
                    <a:pt x="12807" y="5243"/>
                  </a:cubicBezTo>
                  <a:cubicBezTo>
                    <a:pt x="12571" y="5635"/>
                    <a:pt x="12603" y="6074"/>
                    <a:pt x="12681" y="6434"/>
                  </a:cubicBezTo>
                  <a:cubicBezTo>
                    <a:pt x="12822" y="7046"/>
                    <a:pt x="12571" y="7453"/>
                    <a:pt x="12227" y="7861"/>
                  </a:cubicBezTo>
                  <a:cubicBezTo>
                    <a:pt x="12039" y="8080"/>
                    <a:pt x="11819" y="8284"/>
                    <a:pt x="11553" y="8441"/>
                  </a:cubicBezTo>
                  <a:cubicBezTo>
                    <a:pt x="11035" y="8738"/>
                    <a:pt x="10581" y="9115"/>
                    <a:pt x="10252" y="9647"/>
                  </a:cubicBezTo>
                  <a:cubicBezTo>
                    <a:pt x="9889" y="10205"/>
                    <a:pt x="9386" y="10483"/>
                    <a:pt x="8798" y="10483"/>
                  </a:cubicBezTo>
                  <a:cubicBezTo>
                    <a:pt x="8675" y="10483"/>
                    <a:pt x="8548" y="10471"/>
                    <a:pt x="8418" y="10447"/>
                  </a:cubicBezTo>
                  <a:cubicBezTo>
                    <a:pt x="8210" y="10409"/>
                    <a:pt x="8006" y="10394"/>
                    <a:pt x="7803" y="10394"/>
                  </a:cubicBezTo>
                  <a:cubicBezTo>
                    <a:pt x="7332" y="10394"/>
                    <a:pt x="6872" y="10475"/>
                    <a:pt x="6411" y="10541"/>
                  </a:cubicBezTo>
                  <a:cubicBezTo>
                    <a:pt x="6160" y="10580"/>
                    <a:pt x="5908" y="10606"/>
                    <a:pt x="5656" y="10606"/>
                  </a:cubicBezTo>
                  <a:cubicBezTo>
                    <a:pt x="5500" y="10606"/>
                    <a:pt x="5345" y="10596"/>
                    <a:pt x="5189" y="10572"/>
                  </a:cubicBezTo>
                  <a:cubicBezTo>
                    <a:pt x="4750" y="10494"/>
                    <a:pt x="4295" y="10478"/>
                    <a:pt x="3841" y="10463"/>
                  </a:cubicBezTo>
                  <a:cubicBezTo>
                    <a:pt x="3230" y="10431"/>
                    <a:pt x="2665" y="10274"/>
                    <a:pt x="2101" y="10055"/>
                  </a:cubicBezTo>
                  <a:cubicBezTo>
                    <a:pt x="1490" y="9789"/>
                    <a:pt x="1114" y="9162"/>
                    <a:pt x="1145" y="8535"/>
                  </a:cubicBezTo>
                  <a:cubicBezTo>
                    <a:pt x="1161" y="8190"/>
                    <a:pt x="1270" y="7876"/>
                    <a:pt x="1537" y="7641"/>
                  </a:cubicBezTo>
                  <a:cubicBezTo>
                    <a:pt x="1646" y="7531"/>
                    <a:pt x="1756" y="7422"/>
                    <a:pt x="1882" y="7343"/>
                  </a:cubicBezTo>
                  <a:cubicBezTo>
                    <a:pt x="3621" y="6121"/>
                    <a:pt x="5236" y="4710"/>
                    <a:pt x="7321" y="4052"/>
                  </a:cubicBezTo>
                  <a:cubicBezTo>
                    <a:pt x="7759" y="3926"/>
                    <a:pt x="8151" y="3707"/>
                    <a:pt x="8575" y="3534"/>
                  </a:cubicBezTo>
                  <a:cubicBezTo>
                    <a:pt x="8720" y="3472"/>
                    <a:pt x="8865" y="3434"/>
                    <a:pt x="9006" y="3434"/>
                  </a:cubicBezTo>
                  <a:cubicBezTo>
                    <a:pt x="9185" y="3434"/>
                    <a:pt x="9357" y="3495"/>
                    <a:pt x="9515" y="3644"/>
                  </a:cubicBezTo>
                  <a:cubicBezTo>
                    <a:pt x="9923" y="4052"/>
                    <a:pt x="10502" y="4161"/>
                    <a:pt x="10957" y="4506"/>
                  </a:cubicBezTo>
                  <a:cubicBezTo>
                    <a:pt x="11161" y="4663"/>
                    <a:pt x="11192" y="4835"/>
                    <a:pt x="10973" y="5039"/>
                  </a:cubicBezTo>
                  <a:cubicBezTo>
                    <a:pt x="10706" y="5306"/>
                    <a:pt x="10534" y="5635"/>
                    <a:pt x="10330" y="5964"/>
                  </a:cubicBezTo>
                  <a:cubicBezTo>
                    <a:pt x="10220" y="6152"/>
                    <a:pt x="10095" y="6340"/>
                    <a:pt x="9938" y="6497"/>
                  </a:cubicBezTo>
                  <a:cubicBezTo>
                    <a:pt x="9812" y="6634"/>
                    <a:pt x="9657" y="6714"/>
                    <a:pt x="9489" y="6714"/>
                  </a:cubicBezTo>
                  <a:cubicBezTo>
                    <a:pt x="9406" y="6714"/>
                    <a:pt x="9320" y="6695"/>
                    <a:pt x="9233" y="6654"/>
                  </a:cubicBezTo>
                  <a:cubicBezTo>
                    <a:pt x="9123" y="6591"/>
                    <a:pt x="9045" y="6513"/>
                    <a:pt x="8935" y="6466"/>
                  </a:cubicBezTo>
                  <a:cubicBezTo>
                    <a:pt x="8563" y="6320"/>
                    <a:pt x="8204" y="6211"/>
                    <a:pt x="7856" y="6211"/>
                  </a:cubicBezTo>
                  <a:cubicBezTo>
                    <a:pt x="7456" y="6211"/>
                    <a:pt x="7071" y="6354"/>
                    <a:pt x="6694" y="6748"/>
                  </a:cubicBezTo>
                  <a:cubicBezTo>
                    <a:pt x="6255" y="7202"/>
                    <a:pt x="5690" y="7516"/>
                    <a:pt x="5189" y="7923"/>
                  </a:cubicBezTo>
                  <a:cubicBezTo>
                    <a:pt x="5063" y="8017"/>
                    <a:pt x="5016" y="8174"/>
                    <a:pt x="5158" y="8299"/>
                  </a:cubicBezTo>
                  <a:cubicBezTo>
                    <a:pt x="5218" y="8360"/>
                    <a:pt x="5286" y="8388"/>
                    <a:pt x="5354" y="8388"/>
                  </a:cubicBezTo>
                  <a:cubicBezTo>
                    <a:pt x="5427" y="8388"/>
                    <a:pt x="5500" y="8356"/>
                    <a:pt x="5565" y="8299"/>
                  </a:cubicBezTo>
                  <a:cubicBezTo>
                    <a:pt x="5926" y="7970"/>
                    <a:pt x="6255" y="7625"/>
                    <a:pt x="6615" y="7312"/>
                  </a:cubicBezTo>
                  <a:cubicBezTo>
                    <a:pt x="7015" y="6973"/>
                    <a:pt x="7420" y="6808"/>
                    <a:pt x="7840" y="6808"/>
                  </a:cubicBezTo>
                  <a:cubicBezTo>
                    <a:pt x="8177" y="6808"/>
                    <a:pt x="8525" y="6914"/>
                    <a:pt x="8888" y="7124"/>
                  </a:cubicBezTo>
                  <a:cubicBezTo>
                    <a:pt x="8982" y="7171"/>
                    <a:pt x="9060" y="7265"/>
                    <a:pt x="9170" y="7312"/>
                  </a:cubicBezTo>
                  <a:cubicBezTo>
                    <a:pt x="9305" y="7385"/>
                    <a:pt x="9429" y="7423"/>
                    <a:pt x="9548" y="7423"/>
                  </a:cubicBezTo>
                  <a:cubicBezTo>
                    <a:pt x="9733" y="7423"/>
                    <a:pt x="9901" y="7331"/>
                    <a:pt x="10064" y="7140"/>
                  </a:cubicBezTo>
                  <a:cubicBezTo>
                    <a:pt x="10283" y="6889"/>
                    <a:pt x="10518" y="6622"/>
                    <a:pt x="10691" y="6340"/>
                  </a:cubicBezTo>
                  <a:cubicBezTo>
                    <a:pt x="11004" y="5823"/>
                    <a:pt x="11396" y="5525"/>
                    <a:pt x="12039" y="5509"/>
                  </a:cubicBezTo>
                  <a:cubicBezTo>
                    <a:pt x="12399" y="5509"/>
                    <a:pt x="12509" y="5133"/>
                    <a:pt x="12258" y="4867"/>
                  </a:cubicBezTo>
                  <a:cubicBezTo>
                    <a:pt x="11803" y="4412"/>
                    <a:pt x="11286" y="4067"/>
                    <a:pt x="10706" y="3770"/>
                  </a:cubicBezTo>
                  <a:cubicBezTo>
                    <a:pt x="10283" y="3550"/>
                    <a:pt x="9828" y="3346"/>
                    <a:pt x="9687" y="2813"/>
                  </a:cubicBezTo>
                  <a:cubicBezTo>
                    <a:pt x="9547" y="2789"/>
                    <a:pt x="9410" y="2776"/>
                    <a:pt x="9276" y="2776"/>
                  </a:cubicBezTo>
                  <a:cubicBezTo>
                    <a:pt x="8900" y="2776"/>
                    <a:pt x="8545" y="2876"/>
                    <a:pt x="8198" y="3096"/>
                  </a:cubicBezTo>
                  <a:cubicBezTo>
                    <a:pt x="7885" y="3284"/>
                    <a:pt x="7509" y="3393"/>
                    <a:pt x="7164" y="3534"/>
                  </a:cubicBezTo>
                  <a:cubicBezTo>
                    <a:pt x="5737" y="4099"/>
                    <a:pt x="4327" y="4710"/>
                    <a:pt x="3214" y="5807"/>
                  </a:cubicBezTo>
                  <a:cubicBezTo>
                    <a:pt x="3057" y="5964"/>
                    <a:pt x="2838" y="6058"/>
                    <a:pt x="2650" y="6168"/>
                  </a:cubicBezTo>
                  <a:cubicBezTo>
                    <a:pt x="2258" y="6403"/>
                    <a:pt x="1850" y="6607"/>
                    <a:pt x="1490" y="6857"/>
                  </a:cubicBezTo>
                  <a:cubicBezTo>
                    <a:pt x="330" y="7704"/>
                    <a:pt x="1" y="9350"/>
                    <a:pt x="1302" y="10384"/>
                  </a:cubicBezTo>
                  <a:cubicBezTo>
                    <a:pt x="1631" y="10651"/>
                    <a:pt x="1991" y="10823"/>
                    <a:pt x="2399" y="10917"/>
                  </a:cubicBezTo>
                  <a:cubicBezTo>
                    <a:pt x="3258" y="11086"/>
                    <a:pt x="4126" y="11153"/>
                    <a:pt x="4989" y="11153"/>
                  </a:cubicBezTo>
                  <a:cubicBezTo>
                    <a:pt x="5244" y="11153"/>
                    <a:pt x="5499" y="11147"/>
                    <a:pt x="5753" y="11137"/>
                  </a:cubicBezTo>
                  <a:cubicBezTo>
                    <a:pt x="6437" y="11107"/>
                    <a:pt x="7120" y="11058"/>
                    <a:pt x="7800" y="11058"/>
                  </a:cubicBezTo>
                  <a:cubicBezTo>
                    <a:pt x="8196" y="11058"/>
                    <a:pt x="8590" y="11075"/>
                    <a:pt x="8982" y="11121"/>
                  </a:cubicBezTo>
                  <a:cubicBezTo>
                    <a:pt x="9053" y="11130"/>
                    <a:pt x="9122" y="11134"/>
                    <a:pt x="9188" y="11134"/>
                  </a:cubicBezTo>
                  <a:cubicBezTo>
                    <a:pt x="9717" y="11134"/>
                    <a:pt x="10084" y="10860"/>
                    <a:pt x="10377" y="10400"/>
                  </a:cubicBezTo>
                  <a:cubicBezTo>
                    <a:pt x="10581" y="10086"/>
                    <a:pt x="10816" y="9789"/>
                    <a:pt x="11051" y="9506"/>
                  </a:cubicBezTo>
                  <a:cubicBezTo>
                    <a:pt x="11190" y="9335"/>
                    <a:pt x="11344" y="9237"/>
                    <a:pt x="11538" y="9237"/>
                  </a:cubicBezTo>
                  <a:cubicBezTo>
                    <a:pt x="11627" y="9237"/>
                    <a:pt x="11726" y="9258"/>
                    <a:pt x="11835" y="9303"/>
                  </a:cubicBezTo>
                  <a:cubicBezTo>
                    <a:pt x="12634" y="9632"/>
                    <a:pt x="13465" y="9898"/>
                    <a:pt x="14311" y="9977"/>
                  </a:cubicBezTo>
                  <a:cubicBezTo>
                    <a:pt x="15706" y="10118"/>
                    <a:pt x="17039" y="10415"/>
                    <a:pt x="18355" y="10870"/>
                  </a:cubicBezTo>
                  <a:cubicBezTo>
                    <a:pt x="18437" y="10901"/>
                    <a:pt x="18513" y="10917"/>
                    <a:pt x="18583" y="10917"/>
                  </a:cubicBezTo>
                  <a:cubicBezTo>
                    <a:pt x="18726" y="10917"/>
                    <a:pt x="18845" y="10850"/>
                    <a:pt x="18951" y="10713"/>
                  </a:cubicBezTo>
                  <a:cubicBezTo>
                    <a:pt x="19735" y="9757"/>
                    <a:pt x="20691" y="8989"/>
                    <a:pt x="21725" y="8284"/>
                  </a:cubicBezTo>
                  <a:cubicBezTo>
                    <a:pt x="22227" y="7939"/>
                    <a:pt x="22321" y="7406"/>
                    <a:pt x="21976" y="6920"/>
                  </a:cubicBezTo>
                  <a:cubicBezTo>
                    <a:pt x="21663" y="6497"/>
                    <a:pt x="21443" y="6027"/>
                    <a:pt x="21349" y="5494"/>
                  </a:cubicBezTo>
                  <a:cubicBezTo>
                    <a:pt x="21271" y="5118"/>
                    <a:pt x="21067" y="4804"/>
                    <a:pt x="20800" y="4522"/>
                  </a:cubicBezTo>
                  <a:cubicBezTo>
                    <a:pt x="20440" y="4146"/>
                    <a:pt x="20126" y="3738"/>
                    <a:pt x="19907" y="3252"/>
                  </a:cubicBezTo>
                  <a:cubicBezTo>
                    <a:pt x="19768" y="2951"/>
                    <a:pt x="19594" y="2838"/>
                    <a:pt x="19310" y="2838"/>
                  </a:cubicBezTo>
                  <a:cubicBezTo>
                    <a:pt x="19210" y="2838"/>
                    <a:pt x="19097" y="2852"/>
                    <a:pt x="18967" y="2876"/>
                  </a:cubicBezTo>
                  <a:cubicBezTo>
                    <a:pt x="18559" y="2955"/>
                    <a:pt x="18152" y="3049"/>
                    <a:pt x="17760" y="3127"/>
                  </a:cubicBezTo>
                  <a:cubicBezTo>
                    <a:pt x="17706" y="3137"/>
                    <a:pt x="17654" y="3142"/>
                    <a:pt x="17604" y="3142"/>
                  </a:cubicBezTo>
                  <a:cubicBezTo>
                    <a:pt x="17335" y="3142"/>
                    <a:pt x="17129" y="3002"/>
                    <a:pt x="17023" y="2751"/>
                  </a:cubicBezTo>
                  <a:cubicBezTo>
                    <a:pt x="16882" y="2453"/>
                    <a:pt x="16772" y="2124"/>
                    <a:pt x="16709" y="1795"/>
                  </a:cubicBezTo>
                  <a:cubicBezTo>
                    <a:pt x="16647" y="1544"/>
                    <a:pt x="16662" y="1277"/>
                    <a:pt x="16631" y="1011"/>
                  </a:cubicBezTo>
                  <a:cubicBezTo>
                    <a:pt x="16578" y="375"/>
                    <a:pt x="16436" y="142"/>
                    <a:pt x="15957" y="142"/>
                  </a:cubicBezTo>
                  <a:cubicBezTo>
                    <a:pt x="15870" y="142"/>
                    <a:pt x="15771" y="150"/>
                    <a:pt x="15659" y="164"/>
                  </a:cubicBezTo>
                  <a:cubicBezTo>
                    <a:pt x="15461" y="192"/>
                    <a:pt x="15265" y="204"/>
                    <a:pt x="15070" y="204"/>
                  </a:cubicBezTo>
                  <a:cubicBezTo>
                    <a:pt x="14708" y="204"/>
                    <a:pt x="14348" y="163"/>
                    <a:pt x="13982" y="102"/>
                  </a:cubicBezTo>
                  <a:cubicBezTo>
                    <a:pt x="13622" y="39"/>
                    <a:pt x="13230" y="102"/>
                    <a:pt x="12869" y="23"/>
                  </a:cubicBezTo>
                  <a:cubicBezTo>
                    <a:pt x="12792" y="8"/>
                    <a:pt x="12718" y="0"/>
                    <a:pt x="12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0"/>
            <p:cNvSpPr/>
            <p:nvPr/>
          </p:nvSpPr>
          <p:spPr>
            <a:xfrm>
              <a:off x="9287200" y="2958950"/>
              <a:ext cx="282925" cy="195800"/>
            </a:xfrm>
            <a:custGeom>
              <a:rect b="b" l="l" r="r" t="t"/>
              <a:pathLst>
                <a:path extrusionOk="0" h="7832" w="11317">
                  <a:moveTo>
                    <a:pt x="4514" y="944"/>
                  </a:moveTo>
                  <a:cubicBezTo>
                    <a:pt x="4624" y="944"/>
                    <a:pt x="4734" y="964"/>
                    <a:pt x="4843" y="987"/>
                  </a:cubicBezTo>
                  <a:cubicBezTo>
                    <a:pt x="6050" y="1222"/>
                    <a:pt x="7273" y="1473"/>
                    <a:pt x="8480" y="1724"/>
                  </a:cubicBezTo>
                  <a:cubicBezTo>
                    <a:pt x="8558" y="1739"/>
                    <a:pt x="8621" y="1755"/>
                    <a:pt x="8699" y="1786"/>
                  </a:cubicBezTo>
                  <a:cubicBezTo>
                    <a:pt x="8950" y="1912"/>
                    <a:pt x="9342" y="1959"/>
                    <a:pt x="9342" y="2304"/>
                  </a:cubicBezTo>
                  <a:cubicBezTo>
                    <a:pt x="9342" y="2602"/>
                    <a:pt x="8966" y="2649"/>
                    <a:pt x="8731" y="2743"/>
                  </a:cubicBezTo>
                  <a:cubicBezTo>
                    <a:pt x="8354" y="2899"/>
                    <a:pt x="8119" y="3150"/>
                    <a:pt x="8010" y="3526"/>
                  </a:cubicBezTo>
                  <a:cubicBezTo>
                    <a:pt x="7978" y="3683"/>
                    <a:pt x="7916" y="3808"/>
                    <a:pt x="7869" y="3950"/>
                  </a:cubicBezTo>
                  <a:cubicBezTo>
                    <a:pt x="7712" y="4404"/>
                    <a:pt x="7398" y="4608"/>
                    <a:pt x="6928" y="4608"/>
                  </a:cubicBezTo>
                  <a:cubicBezTo>
                    <a:pt x="6599" y="4608"/>
                    <a:pt x="6254" y="4608"/>
                    <a:pt x="5925" y="4655"/>
                  </a:cubicBezTo>
                  <a:cubicBezTo>
                    <a:pt x="5392" y="4718"/>
                    <a:pt x="5063" y="5062"/>
                    <a:pt x="4875" y="5548"/>
                  </a:cubicBezTo>
                  <a:cubicBezTo>
                    <a:pt x="4828" y="5658"/>
                    <a:pt x="4859" y="5783"/>
                    <a:pt x="4953" y="5846"/>
                  </a:cubicBezTo>
                  <a:cubicBezTo>
                    <a:pt x="5013" y="5881"/>
                    <a:pt x="5083" y="5905"/>
                    <a:pt x="5144" y="5905"/>
                  </a:cubicBezTo>
                  <a:cubicBezTo>
                    <a:pt x="5194" y="5905"/>
                    <a:pt x="5238" y="5889"/>
                    <a:pt x="5267" y="5846"/>
                  </a:cubicBezTo>
                  <a:cubicBezTo>
                    <a:pt x="5711" y="5187"/>
                    <a:pt x="6339" y="5070"/>
                    <a:pt x="7014" y="5070"/>
                  </a:cubicBezTo>
                  <a:cubicBezTo>
                    <a:pt x="7125" y="5070"/>
                    <a:pt x="7238" y="5074"/>
                    <a:pt x="7351" y="5078"/>
                  </a:cubicBezTo>
                  <a:cubicBezTo>
                    <a:pt x="7508" y="5078"/>
                    <a:pt x="7665" y="5062"/>
                    <a:pt x="7806" y="5047"/>
                  </a:cubicBezTo>
                  <a:cubicBezTo>
                    <a:pt x="8119" y="5031"/>
                    <a:pt x="8323" y="4890"/>
                    <a:pt x="8323" y="4577"/>
                  </a:cubicBezTo>
                  <a:cubicBezTo>
                    <a:pt x="8323" y="3573"/>
                    <a:pt x="9028" y="3150"/>
                    <a:pt x="9812" y="2821"/>
                  </a:cubicBezTo>
                  <a:cubicBezTo>
                    <a:pt x="9894" y="2788"/>
                    <a:pt x="9975" y="2772"/>
                    <a:pt x="10053" y="2772"/>
                  </a:cubicBezTo>
                  <a:cubicBezTo>
                    <a:pt x="10307" y="2772"/>
                    <a:pt x="10528" y="2937"/>
                    <a:pt x="10612" y="3213"/>
                  </a:cubicBezTo>
                  <a:cubicBezTo>
                    <a:pt x="10659" y="3354"/>
                    <a:pt x="10706" y="3511"/>
                    <a:pt x="10690" y="3652"/>
                  </a:cubicBezTo>
                  <a:cubicBezTo>
                    <a:pt x="10612" y="4498"/>
                    <a:pt x="10502" y="5360"/>
                    <a:pt x="10408" y="6207"/>
                  </a:cubicBezTo>
                  <a:cubicBezTo>
                    <a:pt x="10376" y="6410"/>
                    <a:pt x="10282" y="6583"/>
                    <a:pt x="10063" y="6614"/>
                  </a:cubicBezTo>
                  <a:cubicBezTo>
                    <a:pt x="8637" y="6834"/>
                    <a:pt x="7195" y="7053"/>
                    <a:pt x="5737" y="7100"/>
                  </a:cubicBezTo>
                  <a:cubicBezTo>
                    <a:pt x="5617" y="7089"/>
                    <a:pt x="5499" y="7084"/>
                    <a:pt x="5382" y="7084"/>
                  </a:cubicBezTo>
                  <a:cubicBezTo>
                    <a:pt x="5010" y="7084"/>
                    <a:pt x="4649" y="7134"/>
                    <a:pt x="4279" y="7194"/>
                  </a:cubicBezTo>
                  <a:cubicBezTo>
                    <a:pt x="4060" y="7241"/>
                    <a:pt x="3840" y="7288"/>
                    <a:pt x="3621" y="7304"/>
                  </a:cubicBezTo>
                  <a:cubicBezTo>
                    <a:pt x="3602" y="7305"/>
                    <a:pt x="3583" y="7306"/>
                    <a:pt x="3564" y="7306"/>
                  </a:cubicBezTo>
                  <a:cubicBezTo>
                    <a:pt x="3348" y="7306"/>
                    <a:pt x="3142" y="7222"/>
                    <a:pt x="3041" y="7006"/>
                  </a:cubicBezTo>
                  <a:cubicBezTo>
                    <a:pt x="2586" y="6050"/>
                    <a:pt x="1850" y="5298"/>
                    <a:pt x="1301" y="4404"/>
                  </a:cubicBezTo>
                  <a:cubicBezTo>
                    <a:pt x="1144" y="4153"/>
                    <a:pt x="1207" y="3997"/>
                    <a:pt x="1473" y="3871"/>
                  </a:cubicBezTo>
                  <a:cubicBezTo>
                    <a:pt x="1740" y="3730"/>
                    <a:pt x="2038" y="3714"/>
                    <a:pt x="2336" y="3683"/>
                  </a:cubicBezTo>
                  <a:cubicBezTo>
                    <a:pt x="2680" y="3636"/>
                    <a:pt x="3010" y="3620"/>
                    <a:pt x="3339" y="3558"/>
                  </a:cubicBezTo>
                  <a:cubicBezTo>
                    <a:pt x="3715" y="3495"/>
                    <a:pt x="4013" y="3056"/>
                    <a:pt x="3966" y="2617"/>
                  </a:cubicBezTo>
                  <a:cubicBezTo>
                    <a:pt x="3966" y="2555"/>
                    <a:pt x="3809" y="2476"/>
                    <a:pt x="3715" y="2460"/>
                  </a:cubicBezTo>
                  <a:cubicBezTo>
                    <a:pt x="3621" y="2460"/>
                    <a:pt x="3464" y="2508"/>
                    <a:pt x="3417" y="2586"/>
                  </a:cubicBezTo>
                  <a:cubicBezTo>
                    <a:pt x="2963" y="3401"/>
                    <a:pt x="2163" y="3276"/>
                    <a:pt x="1442" y="3307"/>
                  </a:cubicBezTo>
                  <a:cubicBezTo>
                    <a:pt x="1437" y="3308"/>
                    <a:pt x="1433" y="3309"/>
                    <a:pt x="1428" y="3309"/>
                  </a:cubicBezTo>
                  <a:cubicBezTo>
                    <a:pt x="1368" y="3309"/>
                    <a:pt x="1300" y="3225"/>
                    <a:pt x="1285" y="3182"/>
                  </a:cubicBezTo>
                  <a:cubicBezTo>
                    <a:pt x="1270" y="3119"/>
                    <a:pt x="1285" y="3025"/>
                    <a:pt x="1332" y="2978"/>
                  </a:cubicBezTo>
                  <a:cubicBezTo>
                    <a:pt x="2163" y="2147"/>
                    <a:pt x="3135" y="1520"/>
                    <a:pt x="4185" y="1018"/>
                  </a:cubicBezTo>
                  <a:cubicBezTo>
                    <a:pt x="4295" y="964"/>
                    <a:pt x="4405" y="944"/>
                    <a:pt x="4514" y="944"/>
                  </a:cubicBezTo>
                  <a:close/>
                  <a:moveTo>
                    <a:pt x="4884" y="1"/>
                  </a:moveTo>
                  <a:cubicBezTo>
                    <a:pt x="4825" y="1"/>
                    <a:pt x="4762" y="21"/>
                    <a:pt x="4702" y="62"/>
                  </a:cubicBezTo>
                  <a:cubicBezTo>
                    <a:pt x="3558" y="783"/>
                    <a:pt x="2414" y="1473"/>
                    <a:pt x="1379" y="2335"/>
                  </a:cubicBezTo>
                  <a:cubicBezTo>
                    <a:pt x="1238" y="2460"/>
                    <a:pt x="1097" y="2586"/>
                    <a:pt x="972" y="2727"/>
                  </a:cubicBezTo>
                  <a:cubicBezTo>
                    <a:pt x="0" y="3918"/>
                    <a:pt x="172" y="3871"/>
                    <a:pt x="925" y="4780"/>
                  </a:cubicBezTo>
                  <a:cubicBezTo>
                    <a:pt x="1003" y="4874"/>
                    <a:pt x="1082" y="4953"/>
                    <a:pt x="1144" y="5047"/>
                  </a:cubicBezTo>
                  <a:cubicBezTo>
                    <a:pt x="1662" y="5815"/>
                    <a:pt x="2367" y="6457"/>
                    <a:pt x="2571" y="7429"/>
                  </a:cubicBezTo>
                  <a:cubicBezTo>
                    <a:pt x="2618" y="7680"/>
                    <a:pt x="2821" y="7774"/>
                    <a:pt x="3057" y="7805"/>
                  </a:cubicBezTo>
                  <a:cubicBezTo>
                    <a:pt x="3186" y="7823"/>
                    <a:pt x="3313" y="7832"/>
                    <a:pt x="3439" y="7832"/>
                  </a:cubicBezTo>
                  <a:cubicBezTo>
                    <a:pt x="3648" y="7832"/>
                    <a:pt x="3854" y="7807"/>
                    <a:pt x="4060" y="7758"/>
                  </a:cubicBezTo>
                  <a:cubicBezTo>
                    <a:pt x="4485" y="7637"/>
                    <a:pt x="4920" y="7591"/>
                    <a:pt x="5430" y="7591"/>
                  </a:cubicBezTo>
                  <a:cubicBezTo>
                    <a:pt x="5577" y="7591"/>
                    <a:pt x="5732" y="7595"/>
                    <a:pt x="5894" y="7602"/>
                  </a:cubicBezTo>
                  <a:cubicBezTo>
                    <a:pt x="7179" y="7508"/>
                    <a:pt x="8637" y="7398"/>
                    <a:pt x="10079" y="7273"/>
                  </a:cubicBezTo>
                  <a:cubicBezTo>
                    <a:pt x="10533" y="7241"/>
                    <a:pt x="11003" y="6802"/>
                    <a:pt x="10972" y="6410"/>
                  </a:cubicBezTo>
                  <a:cubicBezTo>
                    <a:pt x="10894" y="5580"/>
                    <a:pt x="11129" y="4780"/>
                    <a:pt x="11239" y="3981"/>
                  </a:cubicBezTo>
                  <a:cubicBezTo>
                    <a:pt x="11317" y="3417"/>
                    <a:pt x="11129" y="2946"/>
                    <a:pt x="10941" y="2460"/>
                  </a:cubicBezTo>
                  <a:cubicBezTo>
                    <a:pt x="10800" y="2053"/>
                    <a:pt x="10392" y="2131"/>
                    <a:pt x="10110" y="1975"/>
                  </a:cubicBezTo>
                  <a:cubicBezTo>
                    <a:pt x="10047" y="1943"/>
                    <a:pt x="9985" y="1912"/>
                    <a:pt x="9922" y="1865"/>
                  </a:cubicBezTo>
                  <a:cubicBezTo>
                    <a:pt x="9201" y="1332"/>
                    <a:pt x="8370" y="1191"/>
                    <a:pt x="7524" y="1034"/>
                  </a:cubicBezTo>
                  <a:cubicBezTo>
                    <a:pt x="6881" y="909"/>
                    <a:pt x="6254" y="877"/>
                    <a:pt x="5627" y="799"/>
                  </a:cubicBezTo>
                  <a:cubicBezTo>
                    <a:pt x="5361" y="768"/>
                    <a:pt x="5157" y="689"/>
                    <a:pt x="5141" y="313"/>
                  </a:cubicBezTo>
                  <a:cubicBezTo>
                    <a:pt x="5141" y="114"/>
                    <a:pt x="5024" y="1"/>
                    <a:pt x="4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0"/>
            <p:cNvSpPr/>
            <p:nvPr/>
          </p:nvSpPr>
          <p:spPr>
            <a:xfrm>
              <a:off x="9379675" y="3194300"/>
              <a:ext cx="249625" cy="134600"/>
            </a:xfrm>
            <a:custGeom>
              <a:rect b="b" l="l" r="r" t="t"/>
              <a:pathLst>
                <a:path extrusionOk="0" h="5384" w="9985">
                  <a:moveTo>
                    <a:pt x="6254" y="586"/>
                  </a:moveTo>
                  <a:cubicBezTo>
                    <a:pt x="6317" y="586"/>
                    <a:pt x="6427" y="649"/>
                    <a:pt x="6442" y="696"/>
                  </a:cubicBezTo>
                  <a:cubicBezTo>
                    <a:pt x="6458" y="790"/>
                    <a:pt x="6458" y="915"/>
                    <a:pt x="6395" y="993"/>
                  </a:cubicBezTo>
                  <a:cubicBezTo>
                    <a:pt x="6286" y="1134"/>
                    <a:pt x="6160" y="1276"/>
                    <a:pt x="6003" y="1370"/>
                  </a:cubicBezTo>
                  <a:cubicBezTo>
                    <a:pt x="5580" y="1605"/>
                    <a:pt x="5267" y="1840"/>
                    <a:pt x="5424" y="2420"/>
                  </a:cubicBezTo>
                  <a:cubicBezTo>
                    <a:pt x="5486" y="2655"/>
                    <a:pt x="5251" y="2890"/>
                    <a:pt x="5032" y="3047"/>
                  </a:cubicBezTo>
                  <a:cubicBezTo>
                    <a:pt x="4915" y="3133"/>
                    <a:pt x="4785" y="3173"/>
                    <a:pt x="4658" y="3173"/>
                  </a:cubicBezTo>
                  <a:cubicBezTo>
                    <a:pt x="4394" y="3173"/>
                    <a:pt x="4145" y="2998"/>
                    <a:pt x="4060" y="2702"/>
                  </a:cubicBezTo>
                  <a:cubicBezTo>
                    <a:pt x="4028" y="2639"/>
                    <a:pt x="4013" y="2561"/>
                    <a:pt x="4013" y="2482"/>
                  </a:cubicBezTo>
                  <a:cubicBezTo>
                    <a:pt x="3997" y="2263"/>
                    <a:pt x="4013" y="2044"/>
                    <a:pt x="4013" y="1824"/>
                  </a:cubicBezTo>
                  <a:lnTo>
                    <a:pt x="4028" y="1824"/>
                  </a:lnTo>
                  <a:cubicBezTo>
                    <a:pt x="4028" y="1667"/>
                    <a:pt x="4028" y="1526"/>
                    <a:pt x="3997" y="1370"/>
                  </a:cubicBezTo>
                  <a:cubicBezTo>
                    <a:pt x="3981" y="1197"/>
                    <a:pt x="4044" y="1056"/>
                    <a:pt x="4201" y="1009"/>
                  </a:cubicBezTo>
                  <a:cubicBezTo>
                    <a:pt x="4859" y="790"/>
                    <a:pt x="5549" y="617"/>
                    <a:pt x="6254" y="586"/>
                  </a:cubicBezTo>
                  <a:close/>
                  <a:moveTo>
                    <a:pt x="8006" y="3664"/>
                  </a:moveTo>
                  <a:cubicBezTo>
                    <a:pt x="8047" y="3664"/>
                    <a:pt x="8090" y="3671"/>
                    <a:pt x="8135" y="3689"/>
                  </a:cubicBezTo>
                  <a:cubicBezTo>
                    <a:pt x="8276" y="3752"/>
                    <a:pt x="8229" y="4081"/>
                    <a:pt x="8041" y="4395"/>
                  </a:cubicBezTo>
                  <a:cubicBezTo>
                    <a:pt x="7954" y="4560"/>
                    <a:pt x="7842" y="4641"/>
                    <a:pt x="7702" y="4641"/>
                  </a:cubicBezTo>
                  <a:cubicBezTo>
                    <a:pt x="7617" y="4641"/>
                    <a:pt x="7521" y="4611"/>
                    <a:pt x="7414" y="4551"/>
                  </a:cubicBezTo>
                  <a:cubicBezTo>
                    <a:pt x="7289" y="4489"/>
                    <a:pt x="7179" y="4379"/>
                    <a:pt x="6944" y="4191"/>
                  </a:cubicBezTo>
                  <a:cubicBezTo>
                    <a:pt x="7226" y="4034"/>
                    <a:pt x="7367" y="3940"/>
                    <a:pt x="7540" y="3862"/>
                  </a:cubicBezTo>
                  <a:cubicBezTo>
                    <a:pt x="7691" y="3798"/>
                    <a:pt x="7833" y="3664"/>
                    <a:pt x="8006" y="3664"/>
                  </a:cubicBezTo>
                  <a:close/>
                  <a:moveTo>
                    <a:pt x="7533" y="1239"/>
                  </a:moveTo>
                  <a:cubicBezTo>
                    <a:pt x="7761" y="1239"/>
                    <a:pt x="7989" y="1307"/>
                    <a:pt x="8214" y="1495"/>
                  </a:cubicBezTo>
                  <a:cubicBezTo>
                    <a:pt x="8323" y="1589"/>
                    <a:pt x="8480" y="1620"/>
                    <a:pt x="8605" y="1683"/>
                  </a:cubicBezTo>
                  <a:cubicBezTo>
                    <a:pt x="8856" y="1793"/>
                    <a:pt x="9123" y="1902"/>
                    <a:pt x="9076" y="2232"/>
                  </a:cubicBezTo>
                  <a:cubicBezTo>
                    <a:pt x="9013" y="2529"/>
                    <a:pt x="8841" y="2780"/>
                    <a:pt x="8527" y="2874"/>
                  </a:cubicBezTo>
                  <a:cubicBezTo>
                    <a:pt x="8276" y="2953"/>
                    <a:pt x="8010" y="3047"/>
                    <a:pt x="7759" y="3047"/>
                  </a:cubicBezTo>
                  <a:cubicBezTo>
                    <a:pt x="6928" y="3062"/>
                    <a:pt x="6615" y="3658"/>
                    <a:pt x="6317" y="4269"/>
                  </a:cubicBezTo>
                  <a:cubicBezTo>
                    <a:pt x="6085" y="4774"/>
                    <a:pt x="6019" y="4887"/>
                    <a:pt x="5551" y="4887"/>
                  </a:cubicBezTo>
                  <a:cubicBezTo>
                    <a:pt x="5481" y="4887"/>
                    <a:pt x="5403" y="4885"/>
                    <a:pt x="5314" y="4881"/>
                  </a:cubicBezTo>
                  <a:cubicBezTo>
                    <a:pt x="4985" y="4834"/>
                    <a:pt x="4499" y="4787"/>
                    <a:pt x="4028" y="4645"/>
                  </a:cubicBezTo>
                  <a:cubicBezTo>
                    <a:pt x="3104" y="4348"/>
                    <a:pt x="2195" y="4019"/>
                    <a:pt x="1270" y="3689"/>
                  </a:cubicBezTo>
                  <a:cubicBezTo>
                    <a:pt x="1144" y="3627"/>
                    <a:pt x="1003" y="3548"/>
                    <a:pt x="894" y="3454"/>
                  </a:cubicBezTo>
                  <a:cubicBezTo>
                    <a:pt x="737" y="3329"/>
                    <a:pt x="659" y="3141"/>
                    <a:pt x="784" y="2968"/>
                  </a:cubicBezTo>
                  <a:cubicBezTo>
                    <a:pt x="1270" y="2279"/>
                    <a:pt x="1912" y="1777"/>
                    <a:pt x="2743" y="1558"/>
                  </a:cubicBezTo>
                  <a:cubicBezTo>
                    <a:pt x="2784" y="1547"/>
                    <a:pt x="2825" y="1542"/>
                    <a:pt x="2865" y="1542"/>
                  </a:cubicBezTo>
                  <a:cubicBezTo>
                    <a:pt x="3130" y="1542"/>
                    <a:pt x="3357" y="1758"/>
                    <a:pt x="3370" y="2044"/>
                  </a:cubicBezTo>
                  <a:cubicBezTo>
                    <a:pt x="3370" y="2310"/>
                    <a:pt x="3323" y="2561"/>
                    <a:pt x="3307" y="2827"/>
                  </a:cubicBezTo>
                  <a:cubicBezTo>
                    <a:pt x="3229" y="3564"/>
                    <a:pt x="3386" y="3721"/>
                    <a:pt x="4154" y="3783"/>
                  </a:cubicBezTo>
                  <a:cubicBezTo>
                    <a:pt x="4224" y="3790"/>
                    <a:pt x="4292" y="3793"/>
                    <a:pt x="4359" y="3793"/>
                  </a:cubicBezTo>
                  <a:cubicBezTo>
                    <a:pt x="4789" y="3793"/>
                    <a:pt x="5165" y="3661"/>
                    <a:pt x="5518" y="3376"/>
                  </a:cubicBezTo>
                  <a:cubicBezTo>
                    <a:pt x="5878" y="3094"/>
                    <a:pt x="6207" y="2812"/>
                    <a:pt x="6145" y="2279"/>
                  </a:cubicBezTo>
                  <a:cubicBezTo>
                    <a:pt x="6082" y="1824"/>
                    <a:pt x="6364" y="1589"/>
                    <a:pt x="6740" y="1432"/>
                  </a:cubicBezTo>
                  <a:cubicBezTo>
                    <a:pt x="7002" y="1331"/>
                    <a:pt x="7268" y="1239"/>
                    <a:pt x="7533" y="1239"/>
                  </a:cubicBezTo>
                  <a:close/>
                  <a:moveTo>
                    <a:pt x="6189" y="0"/>
                  </a:moveTo>
                  <a:cubicBezTo>
                    <a:pt x="5980" y="0"/>
                    <a:pt x="5768" y="48"/>
                    <a:pt x="5549" y="147"/>
                  </a:cubicBezTo>
                  <a:cubicBezTo>
                    <a:pt x="5251" y="288"/>
                    <a:pt x="4906" y="366"/>
                    <a:pt x="4577" y="413"/>
                  </a:cubicBezTo>
                  <a:cubicBezTo>
                    <a:pt x="3386" y="617"/>
                    <a:pt x="2336" y="1197"/>
                    <a:pt x="1301" y="1793"/>
                  </a:cubicBezTo>
                  <a:cubicBezTo>
                    <a:pt x="878" y="2028"/>
                    <a:pt x="533" y="2388"/>
                    <a:pt x="235" y="2780"/>
                  </a:cubicBezTo>
                  <a:cubicBezTo>
                    <a:pt x="0" y="3125"/>
                    <a:pt x="63" y="3517"/>
                    <a:pt x="408" y="3768"/>
                  </a:cubicBezTo>
                  <a:cubicBezTo>
                    <a:pt x="611" y="3909"/>
                    <a:pt x="862" y="4019"/>
                    <a:pt x="1097" y="4113"/>
                  </a:cubicBezTo>
                  <a:cubicBezTo>
                    <a:pt x="1615" y="4316"/>
                    <a:pt x="2148" y="4489"/>
                    <a:pt x="2665" y="4708"/>
                  </a:cubicBezTo>
                  <a:cubicBezTo>
                    <a:pt x="3633" y="5144"/>
                    <a:pt x="4629" y="5383"/>
                    <a:pt x="5704" y="5383"/>
                  </a:cubicBezTo>
                  <a:cubicBezTo>
                    <a:pt x="6021" y="5383"/>
                    <a:pt x="6345" y="5362"/>
                    <a:pt x="6677" y="5319"/>
                  </a:cubicBezTo>
                  <a:lnTo>
                    <a:pt x="7947" y="5319"/>
                  </a:lnTo>
                  <a:cubicBezTo>
                    <a:pt x="8182" y="5319"/>
                    <a:pt x="8402" y="5241"/>
                    <a:pt x="8464" y="4990"/>
                  </a:cubicBezTo>
                  <a:cubicBezTo>
                    <a:pt x="8731" y="4050"/>
                    <a:pt x="9232" y="3203"/>
                    <a:pt x="9703" y="2357"/>
                  </a:cubicBezTo>
                  <a:cubicBezTo>
                    <a:pt x="9985" y="1855"/>
                    <a:pt x="9781" y="1573"/>
                    <a:pt x="9358" y="1401"/>
                  </a:cubicBezTo>
                  <a:cubicBezTo>
                    <a:pt x="8872" y="1197"/>
                    <a:pt x="8386" y="993"/>
                    <a:pt x="7947" y="727"/>
                  </a:cubicBezTo>
                  <a:cubicBezTo>
                    <a:pt x="7618" y="523"/>
                    <a:pt x="7273" y="398"/>
                    <a:pt x="6944" y="210"/>
                  </a:cubicBezTo>
                  <a:cubicBezTo>
                    <a:pt x="6694" y="72"/>
                    <a:pt x="6444" y="0"/>
                    <a:pt x="6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40"/>
            <p:cNvSpPr/>
            <p:nvPr/>
          </p:nvSpPr>
          <p:spPr>
            <a:xfrm>
              <a:off x="9167675" y="3201225"/>
              <a:ext cx="41175" cy="17525"/>
            </a:xfrm>
            <a:custGeom>
              <a:rect b="b" l="l" r="r" t="t"/>
              <a:pathLst>
                <a:path extrusionOk="0" h="701" w="1647">
                  <a:moveTo>
                    <a:pt x="995" y="1"/>
                  </a:moveTo>
                  <a:cubicBezTo>
                    <a:pt x="680" y="1"/>
                    <a:pt x="374" y="45"/>
                    <a:pt x="110" y="309"/>
                  </a:cubicBezTo>
                  <a:cubicBezTo>
                    <a:pt x="32" y="387"/>
                    <a:pt x="0" y="497"/>
                    <a:pt x="63" y="607"/>
                  </a:cubicBezTo>
                  <a:cubicBezTo>
                    <a:pt x="94" y="654"/>
                    <a:pt x="204" y="701"/>
                    <a:pt x="251" y="701"/>
                  </a:cubicBezTo>
                  <a:cubicBezTo>
                    <a:pt x="706" y="560"/>
                    <a:pt x="1145" y="403"/>
                    <a:pt x="1599" y="262"/>
                  </a:cubicBezTo>
                  <a:cubicBezTo>
                    <a:pt x="1615" y="246"/>
                    <a:pt x="1631" y="199"/>
                    <a:pt x="1646" y="168"/>
                  </a:cubicBezTo>
                  <a:cubicBezTo>
                    <a:pt x="1646" y="136"/>
                    <a:pt x="1646" y="89"/>
                    <a:pt x="1631" y="74"/>
                  </a:cubicBezTo>
                  <a:cubicBezTo>
                    <a:pt x="1631" y="42"/>
                    <a:pt x="1583" y="11"/>
                    <a:pt x="1568" y="11"/>
                  </a:cubicBezTo>
                  <a:cubicBezTo>
                    <a:pt x="1539" y="12"/>
                    <a:pt x="1510" y="12"/>
                    <a:pt x="1481" y="12"/>
                  </a:cubicBezTo>
                  <a:cubicBezTo>
                    <a:pt x="1320" y="12"/>
                    <a:pt x="1156" y="1"/>
                    <a:pt x="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0"/>
            <p:cNvSpPr/>
            <p:nvPr/>
          </p:nvSpPr>
          <p:spPr>
            <a:xfrm>
              <a:off x="9399250" y="3004700"/>
              <a:ext cx="19625" cy="13825"/>
            </a:xfrm>
            <a:custGeom>
              <a:rect b="b" l="l" r="r" t="t"/>
              <a:pathLst>
                <a:path extrusionOk="0" h="553" w="785">
                  <a:moveTo>
                    <a:pt x="432" y="0"/>
                  </a:moveTo>
                  <a:cubicBezTo>
                    <a:pt x="374" y="0"/>
                    <a:pt x="313" y="17"/>
                    <a:pt x="252" y="51"/>
                  </a:cubicBezTo>
                  <a:cubicBezTo>
                    <a:pt x="111" y="113"/>
                    <a:pt x="1" y="207"/>
                    <a:pt x="17" y="364"/>
                  </a:cubicBezTo>
                  <a:cubicBezTo>
                    <a:pt x="48" y="552"/>
                    <a:pt x="189" y="552"/>
                    <a:pt x="361" y="552"/>
                  </a:cubicBezTo>
                  <a:cubicBezTo>
                    <a:pt x="455" y="536"/>
                    <a:pt x="565" y="536"/>
                    <a:pt x="659" y="489"/>
                  </a:cubicBezTo>
                  <a:cubicBezTo>
                    <a:pt x="706" y="474"/>
                    <a:pt x="785" y="395"/>
                    <a:pt x="785" y="348"/>
                  </a:cubicBezTo>
                  <a:cubicBezTo>
                    <a:pt x="769" y="254"/>
                    <a:pt x="722" y="145"/>
                    <a:pt x="644" y="82"/>
                  </a:cubicBezTo>
                  <a:cubicBezTo>
                    <a:pt x="581" y="28"/>
                    <a:pt x="509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1"/>
          <p:cNvSpPr txBox="1"/>
          <p:nvPr>
            <p:ph type="title"/>
          </p:nvPr>
        </p:nvSpPr>
        <p:spPr>
          <a:xfrm>
            <a:off x="2349519" y="730325"/>
            <a:ext cx="4448100" cy="13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237" name="Google Shape;1237;p41"/>
          <p:cNvSpPr txBox="1"/>
          <p:nvPr>
            <p:ph idx="1" type="subTitle"/>
          </p:nvPr>
        </p:nvSpPr>
        <p:spPr>
          <a:xfrm>
            <a:off x="2333432" y="2220875"/>
            <a:ext cx="44481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Do you have any questions?</a:t>
            </a:r>
            <a:endParaRPr/>
          </a:p>
        </p:txBody>
      </p:sp>
      <p:grpSp>
        <p:nvGrpSpPr>
          <p:cNvPr id="1238" name="Google Shape;1238;p41"/>
          <p:cNvGrpSpPr/>
          <p:nvPr/>
        </p:nvGrpSpPr>
        <p:grpSpPr>
          <a:xfrm>
            <a:off x="3855993" y="3106680"/>
            <a:ext cx="1435152" cy="275991"/>
            <a:chOff x="3863693" y="3238098"/>
            <a:chExt cx="1435152" cy="275991"/>
          </a:xfrm>
        </p:grpSpPr>
        <p:grpSp>
          <p:nvGrpSpPr>
            <p:cNvPr id="1239" name="Google Shape;1239;p41"/>
            <p:cNvGrpSpPr/>
            <p:nvPr/>
          </p:nvGrpSpPr>
          <p:grpSpPr>
            <a:xfrm>
              <a:off x="3863693" y="3238098"/>
              <a:ext cx="276012" cy="275991"/>
              <a:chOff x="3368074" y="3882537"/>
              <a:chExt cx="215298" cy="215298"/>
            </a:xfrm>
          </p:grpSpPr>
          <p:sp>
            <p:nvSpPr>
              <p:cNvPr id="1240" name="Google Shape;1240;p41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rect b="b" l="l" r="r" t="t"/>
                <a:pathLst>
                  <a:path extrusionOk="0" h="6764" w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41"/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rect b="b" l="l" r="r" t="t"/>
                <a:pathLst>
                  <a:path extrusionOk="0" h="3542" w="3607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41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rect b="b" l="l" r="r" t="t"/>
                <a:pathLst>
                  <a:path extrusionOk="0" h="918" w="929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3" name="Google Shape;1243;p41"/>
            <p:cNvGrpSpPr/>
            <p:nvPr/>
          </p:nvGrpSpPr>
          <p:grpSpPr>
            <a:xfrm>
              <a:off x="4440125" y="3256806"/>
              <a:ext cx="266790" cy="238574"/>
              <a:chOff x="3824739" y="3890112"/>
              <a:chExt cx="208105" cy="186110"/>
            </a:xfrm>
          </p:grpSpPr>
          <p:sp>
            <p:nvSpPr>
              <p:cNvPr id="1244" name="Google Shape;1244;p41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rect b="b" l="l" r="r" t="t"/>
                <a:pathLst>
                  <a:path extrusionOk="0" h="3787" w="1502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41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rect b="b" l="l" r="r" t="t"/>
                <a:pathLst>
                  <a:path extrusionOk="0" h="1728" w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41"/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rect b="b" l="l" r="r" t="t"/>
                <a:pathLst>
                  <a:path extrusionOk="0" h="3787" w="4026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7" name="Google Shape;1247;p41"/>
            <p:cNvSpPr/>
            <p:nvPr/>
          </p:nvSpPr>
          <p:spPr>
            <a:xfrm>
              <a:off x="5007334" y="3257044"/>
              <a:ext cx="291511" cy="238097"/>
            </a:xfrm>
            <a:custGeom>
              <a:rect b="b" l="l" r="r" t="t"/>
              <a:pathLst>
                <a:path extrusionOk="0" h="5835" w="7144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8" name="Google Shape;1248;p41"/>
          <p:cNvSpPr/>
          <p:nvPr/>
        </p:nvSpPr>
        <p:spPr>
          <a:xfrm rot="-1799889">
            <a:off x="7840538" y="1689436"/>
            <a:ext cx="2275347" cy="857643"/>
          </a:xfrm>
          <a:custGeom>
            <a:rect b="b" l="l" r="r" t="t"/>
            <a:pathLst>
              <a:path extrusionOk="0" h="7954" w="21103">
                <a:moveTo>
                  <a:pt x="12532" y="0"/>
                </a:moveTo>
                <a:cubicBezTo>
                  <a:pt x="12401" y="0"/>
                  <a:pt x="12266" y="16"/>
                  <a:pt x="12128" y="49"/>
                </a:cubicBezTo>
                <a:cubicBezTo>
                  <a:pt x="11196" y="273"/>
                  <a:pt x="10599" y="1093"/>
                  <a:pt x="10040" y="1801"/>
                </a:cubicBezTo>
                <a:cubicBezTo>
                  <a:pt x="9548" y="2428"/>
                  <a:pt x="9065" y="3145"/>
                  <a:pt x="8257" y="3145"/>
                </a:cubicBezTo>
                <a:cubicBezTo>
                  <a:pt x="8168" y="3145"/>
                  <a:pt x="8075" y="3137"/>
                  <a:pt x="7978" y="3118"/>
                </a:cubicBezTo>
                <a:cubicBezTo>
                  <a:pt x="6897" y="2907"/>
                  <a:pt x="6474" y="1540"/>
                  <a:pt x="5344" y="1490"/>
                </a:cubicBezTo>
                <a:cubicBezTo>
                  <a:pt x="5312" y="1489"/>
                  <a:pt x="5281" y="1488"/>
                  <a:pt x="5250" y="1488"/>
                </a:cubicBezTo>
                <a:cubicBezTo>
                  <a:pt x="3868" y="1488"/>
                  <a:pt x="2567" y="2817"/>
                  <a:pt x="1765" y="3789"/>
                </a:cubicBezTo>
                <a:cubicBezTo>
                  <a:pt x="796" y="4945"/>
                  <a:pt x="1" y="6311"/>
                  <a:pt x="249" y="7852"/>
                </a:cubicBezTo>
                <a:cubicBezTo>
                  <a:pt x="260" y="7923"/>
                  <a:pt x="312" y="7953"/>
                  <a:pt x="366" y="7953"/>
                </a:cubicBezTo>
                <a:cubicBezTo>
                  <a:pt x="436" y="7953"/>
                  <a:pt x="510" y="7904"/>
                  <a:pt x="510" y="7827"/>
                </a:cubicBezTo>
                <a:cubicBezTo>
                  <a:pt x="597" y="6038"/>
                  <a:pt x="2175" y="4535"/>
                  <a:pt x="3455" y="3466"/>
                </a:cubicBezTo>
                <a:cubicBezTo>
                  <a:pt x="3765" y="3204"/>
                  <a:pt x="4432" y="2662"/>
                  <a:pt x="4946" y="2662"/>
                </a:cubicBezTo>
                <a:cubicBezTo>
                  <a:pt x="5090" y="2662"/>
                  <a:pt x="5222" y="2704"/>
                  <a:pt x="5331" y="2808"/>
                </a:cubicBezTo>
                <a:cubicBezTo>
                  <a:pt x="5691" y="3143"/>
                  <a:pt x="5903" y="3565"/>
                  <a:pt x="6288" y="3889"/>
                </a:cubicBezTo>
                <a:cubicBezTo>
                  <a:pt x="6853" y="4361"/>
                  <a:pt x="7625" y="4667"/>
                  <a:pt x="8377" y="4667"/>
                </a:cubicBezTo>
                <a:cubicBezTo>
                  <a:pt x="8733" y="4667"/>
                  <a:pt x="9084" y="4599"/>
                  <a:pt x="9407" y="4448"/>
                </a:cubicBezTo>
                <a:cubicBezTo>
                  <a:pt x="10289" y="4038"/>
                  <a:pt x="10860" y="3218"/>
                  <a:pt x="11432" y="2472"/>
                </a:cubicBezTo>
                <a:cubicBezTo>
                  <a:pt x="11749" y="2049"/>
                  <a:pt x="12082" y="1529"/>
                  <a:pt x="12538" y="1529"/>
                </a:cubicBezTo>
                <a:cubicBezTo>
                  <a:pt x="12672" y="1529"/>
                  <a:pt x="12815" y="1573"/>
                  <a:pt x="12973" y="1677"/>
                </a:cubicBezTo>
                <a:cubicBezTo>
                  <a:pt x="13867" y="2273"/>
                  <a:pt x="14538" y="3590"/>
                  <a:pt x="15184" y="4435"/>
                </a:cubicBezTo>
                <a:cubicBezTo>
                  <a:pt x="15967" y="5454"/>
                  <a:pt x="16874" y="6510"/>
                  <a:pt x="18067" y="7082"/>
                </a:cubicBezTo>
                <a:cubicBezTo>
                  <a:pt x="18436" y="7259"/>
                  <a:pt x="18871" y="7365"/>
                  <a:pt x="19295" y="7365"/>
                </a:cubicBezTo>
                <a:cubicBezTo>
                  <a:pt x="19967" y="7365"/>
                  <a:pt x="20612" y="7099"/>
                  <a:pt x="20925" y="6436"/>
                </a:cubicBezTo>
                <a:cubicBezTo>
                  <a:pt x="21102" y="6069"/>
                  <a:pt x="20863" y="5633"/>
                  <a:pt x="20474" y="5633"/>
                </a:cubicBezTo>
                <a:cubicBezTo>
                  <a:pt x="20427" y="5633"/>
                  <a:pt x="20379" y="5640"/>
                  <a:pt x="20328" y="5653"/>
                </a:cubicBezTo>
                <a:cubicBezTo>
                  <a:pt x="19908" y="5762"/>
                  <a:pt x="19589" y="5926"/>
                  <a:pt x="19217" y="5926"/>
                </a:cubicBezTo>
                <a:cubicBezTo>
                  <a:pt x="19083" y="5926"/>
                  <a:pt x="18942" y="5904"/>
                  <a:pt x="18788" y="5852"/>
                </a:cubicBezTo>
                <a:cubicBezTo>
                  <a:pt x="18179" y="5665"/>
                  <a:pt x="17669" y="5119"/>
                  <a:pt x="17234" y="4671"/>
                </a:cubicBezTo>
                <a:cubicBezTo>
                  <a:pt x="16327" y="3739"/>
                  <a:pt x="15632" y="2634"/>
                  <a:pt x="14836" y="1615"/>
                </a:cubicBezTo>
                <a:cubicBezTo>
                  <a:pt x="14277" y="880"/>
                  <a:pt x="13515" y="0"/>
                  <a:pt x="125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1"/>
          <p:cNvSpPr/>
          <p:nvPr/>
        </p:nvSpPr>
        <p:spPr>
          <a:xfrm rot="-1799889">
            <a:off x="7559100" y="1518785"/>
            <a:ext cx="2545439" cy="789066"/>
          </a:xfrm>
          <a:custGeom>
            <a:rect b="b" l="l" r="r" t="t"/>
            <a:pathLst>
              <a:path extrusionOk="0" h="7318" w="23608">
                <a:moveTo>
                  <a:pt x="13475" y="0"/>
                </a:moveTo>
                <a:cubicBezTo>
                  <a:pt x="12756" y="0"/>
                  <a:pt x="12032" y="211"/>
                  <a:pt x="11332" y="714"/>
                </a:cubicBezTo>
                <a:cubicBezTo>
                  <a:pt x="10860" y="1050"/>
                  <a:pt x="10586" y="1596"/>
                  <a:pt x="10102" y="1919"/>
                </a:cubicBezTo>
                <a:cubicBezTo>
                  <a:pt x="9998" y="1988"/>
                  <a:pt x="9890" y="2017"/>
                  <a:pt x="9777" y="2017"/>
                </a:cubicBezTo>
                <a:cubicBezTo>
                  <a:pt x="9134" y="2017"/>
                  <a:pt x="8380" y="1045"/>
                  <a:pt x="7915" y="801"/>
                </a:cubicBezTo>
                <a:cubicBezTo>
                  <a:pt x="7487" y="580"/>
                  <a:pt x="7054" y="491"/>
                  <a:pt x="6623" y="491"/>
                </a:cubicBezTo>
                <a:cubicBezTo>
                  <a:pt x="5916" y="491"/>
                  <a:pt x="5216" y="731"/>
                  <a:pt x="4560" y="1025"/>
                </a:cubicBezTo>
                <a:cubicBezTo>
                  <a:pt x="2175" y="2093"/>
                  <a:pt x="758" y="4827"/>
                  <a:pt x="25" y="7175"/>
                </a:cubicBezTo>
                <a:cubicBezTo>
                  <a:pt x="1" y="7257"/>
                  <a:pt x="73" y="7317"/>
                  <a:pt x="139" y="7317"/>
                </a:cubicBezTo>
                <a:cubicBezTo>
                  <a:pt x="174" y="7317"/>
                  <a:pt x="207" y="7301"/>
                  <a:pt x="224" y="7262"/>
                </a:cubicBezTo>
                <a:cubicBezTo>
                  <a:pt x="795" y="6007"/>
                  <a:pt x="1640" y="4728"/>
                  <a:pt x="2485" y="3634"/>
                </a:cubicBezTo>
                <a:cubicBezTo>
                  <a:pt x="3454" y="2392"/>
                  <a:pt x="4647" y="1398"/>
                  <a:pt x="6275" y="1360"/>
                </a:cubicBezTo>
                <a:cubicBezTo>
                  <a:pt x="6290" y="1360"/>
                  <a:pt x="6304" y="1360"/>
                  <a:pt x="6319" y="1360"/>
                </a:cubicBezTo>
                <a:cubicBezTo>
                  <a:pt x="7733" y="1360"/>
                  <a:pt x="8300" y="3113"/>
                  <a:pt x="9720" y="3113"/>
                </a:cubicBezTo>
                <a:cubicBezTo>
                  <a:pt x="9739" y="3113"/>
                  <a:pt x="9759" y="3113"/>
                  <a:pt x="9779" y="3112"/>
                </a:cubicBezTo>
                <a:cubicBezTo>
                  <a:pt x="10388" y="3087"/>
                  <a:pt x="10835" y="2851"/>
                  <a:pt x="11270" y="2416"/>
                </a:cubicBezTo>
                <a:cubicBezTo>
                  <a:pt x="12003" y="1721"/>
                  <a:pt x="12537" y="1261"/>
                  <a:pt x="13618" y="1211"/>
                </a:cubicBezTo>
                <a:cubicBezTo>
                  <a:pt x="13673" y="1208"/>
                  <a:pt x="13727" y="1207"/>
                  <a:pt x="13780" y="1207"/>
                </a:cubicBezTo>
                <a:cubicBezTo>
                  <a:pt x="16274" y="1207"/>
                  <a:pt x="17942" y="4261"/>
                  <a:pt x="19694" y="5659"/>
                </a:cubicBezTo>
                <a:cubicBezTo>
                  <a:pt x="20307" y="6145"/>
                  <a:pt x="21059" y="6738"/>
                  <a:pt x="21872" y="6738"/>
                </a:cubicBezTo>
                <a:cubicBezTo>
                  <a:pt x="21932" y="6738"/>
                  <a:pt x="21993" y="6735"/>
                  <a:pt x="22055" y="6728"/>
                </a:cubicBezTo>
                <a:cubicBezTo>
                  <a:pt x="22937" y="6616"/>
                  <a:pt x="23608" y="5622"/>
                  <a:pt x="22875" y="4889"/>
                </a:cubicBezTo>
                <a:cubicBezTo>
                  <a:pt x="22807" y="4829"/>
                  <a:pt x="22721" y="4796"/>
                  <a:pt x="22634" y="4796"/>
                </a:cubicBezTo>
                <a:cubicBezTo>
                  <a:pt x="22576" y="4796"/>
                  <a:pt x="22519" y="4810"/>
                  <a:pt x="22465" y="4839"/>
                </a:cubicBezTo>
                <a:cubicBezTo>
                  <a:pt x="22278" y="4939"/>
                  <a:pt x="21930" y="5324"/>
                  <a:pt x="21868" y="5336"/>
                </a:cubicBezTo>
                <a:cubicBezTo>
                  <a:pt x="21839" y="5347"/>
                  <a:pt x="21806" y="5351"/>
                  <a:pt x="21771" y="5351"/>
                </a:cubicBezTo>
                <a:cubicBezTo>
                  <a:pt x="21466" y="5351"/>
                  <a:pt x="20975" y="4999"/>
                  <a:pt x="20775" y="4877"/>
                </a:cubicBezTo>
                <a:cubicBezTo>
                  <a:pt x="19942" y="4380"/>
                  <a:pt x="19147" y="3659"/>
                  <a:pt x="18514" y="2926"/>
                </a:cubicBezTo>
                <a:cubicBezTo>
                  <a:pt x="17274" y="1506"/>
                  <a:pt x="15397" y="0"/>
                  <a:pt x="134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0" name="Google Shape;1250;p41"/>
          <p:cNvGrpSpPr/>
          <p:nvPr/>
        </p:nvGrpSpPr>
        <p:grpSpPr>
          <a:xfrm>
            <a:off x="1022965" y="2489654"/>
            <a:ext cx="173876" cy="256399"/>
            <a:chOff x="5738779" y="2391033"/>
            <a:chExt cx="85397" cy="125927"/>
          </a:xfrm>
        </p:grpSpPr>
        <p:sp>
          <p:nvSpPr>
            <p:cNvPr id="1251" name="Google Shape;1251;p41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41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3" name="Google Shape;1253;p41"/>
          <p:cNvSpPr/>
          <p:nvPr/>
        </p:nvSpPr>
        <p:spPr>
          <a:xfrm>
            <a:off x="1648286" y="2912805"/>
            <a:ext cx="118281" cy="92038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1"/>
          <p:cNvSpPr/>
          <p:nvPr/>
        </p:nvSpPr>
        <p:spPr>
          <a:xfrm>
            <a:off x="1506060" y="2542670"/>
            <a:ext cx="76553" cy="58829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1"/>
          <p:cNvSpPr/>
          <p:nvPr/>
        </p:nvSpPr>
        <p:spPr>
          <a:xfrm flipH="1">
            <a:off x="8275960" y="3819270"/>
            <a:ext cx="76553" cy="58829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6" name="Google Shape;1256;p41"/>
          <p:cNvGrpSpPr/>
          <p:nvPr/>
        </p:nvGrpSpPr>
        <p:grpSpPr>
          <a:xfrm rot="1800044">
            <a:off x="1462424" y="292849"/>
            <a:ext cx="715559" cy="662535"/>
            <a:chOff x="6865500" y="2954725"/>
            <a:chExt cx="715575" cy="662550"/>
          </a:xfrm>
        </p:grpSpPr>
        <p:sp>
          <p:nvSpPr>
            <p:cNvPr id="1257" name="Google Shape;1257;p41"/>
            <p:cNvSpPr/>
            <p:nvPr/>
          </p:nvSpPr>
          <p:spPr>
            <a:xfrm>
              <a:off x="6865500" y="2954725"/>
              <a:ext cx="715575" cy="662550"/>
            </a:xfrm>
            <a:custGeom>
              <a:rect b="b" l="l" r="r" t="t"/>
              <a:pathLst>
                <a:path extrusionOk="0" h="26502" w="28623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1"/>
            <p:cNvSpPr/>
            <p:nvPr/>
          </p:nvSpPr>
          <p:spPr>
            <a:xfrm>
              <a:off x="6936825" y="3457675"/>
              <a:ext cx="56825" cy="50275"/>
            </a:xfrm>
            <a:custGeom>
              <a:rect b="b" l="l" r="r" t="t"/>
              <a:pathLst>
                <a:path extrusionOk="0" h="2011" w="2273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1"/>
            <p:cNvSpPr/>
            <p:nvPr/>
          </p:nvSpPr>
          <p:spPr>
            <a:xfrm>
              <a:off x="7093575" y="3448975"/>
              <a:ext cx="41550" cy="40225"/>
            </a:xfrm>
            <a:custGeom>
              <a:rect b="b" l="l" r="r" t="t"/>
              <a:pathLst>
                <a:path extrusionOk="0" h="1609" w="1662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1"/>
            <p:cNvSpPr/>
            <p:nvPr/>
          </p:nvSpPr>
          <p:spPr>
            <a:xfrm>
              <a:off x="7217000" y="3498975"/>
              <a:ext cx="45475" cy="47825"/>
            </a:xfrm>
            <a:custGeom>
              <a:rect b="b" l="l" r="r" t="t"/>
              <a:pathLst>
                <a:path extrusionOk="0" h="1913" w="1819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1"/>
            <p:cNvSpPr/>
            <p:nvPr/>
          </p:nvSpPr>
          <p:spPr>
            <a:xfrm>
              <a:off x="6912125" y="3363375"/>
              <a:ext cx="38050" cy="27800"/>
            </a:xfrm>
            <a:custGeom>
              <a:rect b="b" l="l" r="r" t="t"/>
              <a:pathLst>
                <a:path extrusionOk="0" h="1112" w="1522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1"/>
            <p:cNvSpPr/>
            <p:nvPr/>
          </p:nvSpPr>
          <p:spPr>
            <a:xfrm>
              <a:off x="7175475" y="3356250"/>
              <a:ext cx="23925" cy="24600"/>
            </a:xfrm>
            <a:custGeom>
              <a:rect b="b" l="l" r="r" t="t"/>
              <a:pathLst>
                <a:path extrusionOk="0" h="984" w="957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1"/>
            <p:cNvSpPr/>
            <p:nvPr/>
          </p:nvSpPr>
          <p:spPr>
            <a:xfrm>
              <a:off x="7342800" y="3370350"/>
              <a:ext cx="22350" cy="21275"/>
            </a:xfrm>
            <a:custGeom>
              <a:rect b="b" l="l" r="r" t="t"/>
              <a:pathLst>
                <a:path extrusionOk="0" h="851" w="894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1"/>
            <p:cNvSpPr/>
            <p:nvPr/>
          </p:nvSpPr>
          <p:spPr>
            <a:xfrm>
              <a:off x="7136275" y="2994975"/>
              <a:ext cx="20025" cy="18250"/>
            </a:xfrm>
            <a:custGeom>
              <a:rect b="b" l="l" r="r" t="t"/>
              <a:pathLst>
                <a:path extrusionOk="0" h="730" w="801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1"/>
            <p:cNvSpPr/>
            <p:nvPr/>
          </p:nvSpPr>
          <p:spPr>
            <a:xfrm>
              <a:off x="7237025" y="2983600"/>
              <a:ext cx="16050" cy="14975"/>
            </a:xfrm>
            <a:custGeom>
              <a:rect b="b" l="l" r="r" t="t"/>
              <a:pathLst>
                <a:path extrusionOk="0" h="599" w="642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1"/>
            <p:cNvSpPr/>
            <p:nvPr/>
          </p:nvSpPr>
          <p:spPr>
            <a:xfrm>
              <a:off x="7003825" y="2998150"/>
              <a:ext cx="9425" cy="7000"/>
            </a:xfrm>
            <a:custGeom>
              <a:rect b="b" l="l" r="r" t="t"/>
              <a:pathLst>
                <a:path extrusionOk="0" h="280" w="377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1"/>
            <p:cNvSpPr/>
            <p:nvPr/>
          </p:nvSpPr>
          <p:spPr>
            <a:xfrm>
              <a:off x="7152350" y="3141700"/>
              <a:ext cx="7075" cy="6900"/>
            </a:xfrm>
            <a:custGeom>
              <a:rect b="b" l="l" r="r" t="t"/>
              <a:pathLst>
                <a:path extrusionOk="0" h="276" w="283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8" name="Google Shape;1268;p41"/>
          <p:cNvGrpSpPr/>
          <p:nvPr/>
        </p:nvGrpSpPr>
        <p:grpSpPr>
          <a:xfrm flipH="1">
            <a:off x="7896815" y="618666"/>
            <a:ext cx="173876" cy="256399"/>
            <a:chOff x="5738779" y="2391033"/>
            <a:chExt cx="85397" cy="125927"/>
          </a:xfrm>
        </p:grpSpPr>
        <p:sp>
          <p:nvSpPr>
            <p:cNvPr id="1269" name="Google Shape;1269;p41"/>
            <p:cNvSpPr/>
            <p:nvPr/>
          </p:nvSpPr>
          <p:spPr>
            <a:xfrm>
              <a:off x="5738779" y="2448117"/>
              <a:ext cx="85397" cy="17165"/>
            </a:xfrm>
            <a:custGeom>
              <a:rect b="b" l="l" r="r" t="t"/>
              <a:pathLst>
                <a:path extrusionOk="0" h="562" w="2796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1"/>
            <p:cNvSpPr/>
            <p:nvPr/>
          </p:nvSpPr>
          <p:spPr>
            <a:xfrm>
              <a:off x="5768375" y="2391033"/>
              <a:ext cx="27336" cy="125927"/>
            </a:xfrm>
            <a:custGeom>
              <a:rect b="b" l="l" r="r" t="t"/>
              <a:pathLst>
                <a:path extrusionOk="0" h="4123" w="895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1" name="Google Shape;1271;p41"/>
          <p:cNvSpPr/>
          <p:nvPr/>
        </p:nvSpPr>
        <p:spPr>
          <a:xfrm flipH="1">
            <a:off x="7778540" y="997855"/>
            <a:ext cx="118281" cy="92038"/>
          </a:xfrm>
          <a:custGeom>
            <a:rect b="b" l="l" r="r" t="t"/>
            <a:pathLst>
              <a:path extrusionOk="0" h="1480" w="1902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1"/>
          <p:cNvSpPr/>
          <p:nvPr/>
        </p:nvSpPr>
        <p:spPr>
          <a:xfrm flipH="1">
            <a:off x="8190969" y="1014458"/>
            <a:ext cx="76553" cy="58829"/>
          </a:xfrm>
          <a:custGeom>
            <a:rect b="b" l="l" r="r" t="t"/>
            <a:pathLst>
              <a:path extrusionOk="0" h="946" w="1231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in Care Brand Pitch Deck by Slidesgo">
  <a:themeElements>
    <a:clrScheme name="Simple Light">
      <a:dk1>
        <a:srgbClr val="2E2E56"/>
      </a:dk1>
      <a:lt1>
        <a:srgbClr val="F8EDE9"/>
      </a:lt1>
      <a:dk2>
        <a:srgbClr val="6865C1"/>
      </a:dk2>
      <a:lt2>
        <a:srgbClr val="9A98D7"/>
      </a:lt2>
      <a:accent1>
        <a:srgbClr val="7F6070"/>
      </a:accent1>
      <a:accent2>
        <a:srgbClr val="DBD2E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E2E5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